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2"/>
  </p:notesMasterIdLst>
  <p:handoutMasterIdLst>
    <p:handoutMasterId r:id="rId33"/>
  </p:handoutMasterIdLst>
  <p:sldIdLst>
    <p:sldId id="509" r:id="rId5"/>
    <p:sldId id="392" r:id="rId6"/>
    <p:sldId id="537" r:id="rId7"/>
    <p:sldId id="521" r:id="rId8"/>
    <p:sldId id="522" r:id="rId9"/>
    <p:sldId id="523" r:id="rId10"/>
    <p:sldId id="542" r:id="rId11"/>
    <p:sldId id="538" r:id="rId12"/>
    <p:sldId id="525" r:id="rId13"/>
    <p:sldId id="545" r:id="rId14"/>
    <p:sldId id="546" r:id="rId15"/>
    <p:sldId id="547" r:id="rId16"/>
    <p:sldId id="552" r:id="rId17"/>
    <p:sldId id="548" r:id="rId18"/>
    <p:sldId id="539" r:id="rId19"/>
    <p:sldId id="529" r:id="rId20"/>
    <p:sldId id="549" r:id="rId21"/>
    <p:sldId id="530" r:id="rId22"/>
    <p:sldId id="532" r:id="rId23"/>
    <p:sldId id="533" r:id="rId24"/>
    <p:sldId id="540" r:id="rId25"/>
    <p:sldId id="534" r:id="rId26"/>
    <p:sldId id="535" r:id="rId27"/>
    <p:sldId id="536" r:id="rId28"/>
    <p:sldId id="550" r:id="rId29"/>
    <p:sldId id="551" r:id="rId30"/>
    <p:sldId id="51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25" userDrawn="1">
          <p15:clr>
            <a:srgbClr val="A4A3A4"/>
          </p15:clr>
        </p15:guide>
        <p15:guide id="2" pos="273" userDrawn="1">
          <p15:clr>
            <a:srgbClr val="A4A3A4"/>
          </p15:clr>
        </p15:guide>
        <p15:guide id="4" pos="7414" userDrawn="1">
          <p15:clr>
            <a:srgbClr val="A4A3A4"/>
          </p15:clr>
        </p15:guide>
        <p15:guide id="5" orient="horz" pos="908"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5149" autoAdjust="0"/>
  </p:normalViewPr>
  <p:slideViewPr>
    <p:cSldViewPr snapToGrid="0" showGuides="1">
      <p:cViewPr varScale="1">
        <p:scale>
          <a:sx n="102" d="100"/>
          <a:sy n="102" d="100"/>
        </p:scale>
        <p:origin x="120" y="216"/>
      </p:cViewPr>
      <p:guideLst>
        <p:guide orient="horz" pos="3825"/>
        <p:guide pos="273"/>
        <p:guide pos="7414"/>
        <p:guide orient="horz" pos="908"/>
      </p:guideLst>
    </p:cSldViewPr>
  </p:slideViewPr>
  <p:outlineViewPr>
    <p:cViewPr>
      <p:scale>
        <a:sx n="20" d="100"/>
        <a:sy n="20" d="100"/>
      </p:scale>
      <p:origin x="0" y="0"/>
    </p:cViewPr>
  </p:outlineViewPr>
  <p:notesTextViewPr>
    <p:cViewPr>
      <p:scale>
        <a:sx n="1" d="1"/>
        <a:sy n="1" d="1"/>
      </p:scale>
      <p:origin x="0" y="0"/>
    </p:cViewPr>
  </p:notesTextViewPr>
  <p:sorterViewPr>
    <p:cViewPr>
      <p:scale>
        <a:sx n="33" d="100"/>
        <a:sy n="33" d="100"/>
      </p:scale>
      <p:origin x="0" y="0"/>
    </p:cViewPr>
  </p:sorterViewPr>
  <p:notesViewPr>
    <p:cSldViewPr snapToGrid="0" showGuides="1">
      <p:cViewPr varScale="1">
        <p:scale>
          <a:sx n="62" d="100"/>
          <a:sy n="62" d="100"/>
        </p:scale>
        <p:origin x="2640"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C7B5-473D-9C1C-38DD57A9AEBC}"/>
              </c:ext>
            </c:extLst>
          </c:dPt>
          <c:dPt>
            <c:idx val="1"/>
            <c:bubble3D val="0"/>
            <c:spPr>
              <a:solidFill>
                <a:schemeClr val="accent2"/>
              </a:solidFill>
              <a:ln w="19050">
                <a:noFill/>
              </a:ln>
              <a:effectLst/>
            </c:spPr>
            <c:extLst>
              <c:ext xmlns:c16="http://schemas.microsoft.com/office/drawing/2014/chart" uri="{C3380CC4-5D6E-409C-BE32-E72D297353CC}">
                <c16:uniqueId val="{00000003-C7B5-473D-9C1C-38DD57A9AEBC}"/>
              </c:ext>
            </c:extLst>
          </c:dPt>
          <c:dPt>
            <c:idx val="2"/>
            <c:bubble3D val="0"/>
            <c:spPr>
              <a:solidFill>
                <a:schemeClr val="accent3"/>
              </a:solidFill>
              <a:ln w="19050">
                <a:noFill/>
              </a:ln>
              <a:effectLst/>
            </c:spPr>
            <c:extLst>
              <c:ext xmlns:c16="http://schemas.microsoft.com/office/drawing/2014/chart" uri="{C3380CC4-5D6E-409C-BE32-E72D297353CC}">
                <c16:uniqueId val="{00000005-C7B5-473D-9C1C-38DD57A9AEBC}"/>
              </c:ext>
            </c:extLst>
          </c:dPt>
          <c:dPt>
            <c:idx val="3"/>
            <c:bubble3D val="0"/>
            <c:spPr>
              <a:solidFill>
                <a:schemeClr val="accent4"/>
              </a:solidFill>
              <a:ln w="19050">
                <a:noFill/>
              </a:ln>
              <a:effectLst/>
            </c:spPr>
            <c:extLst>
              <c:ext xmlns:c16="http://schemas.microsoft.com/office/drawing/2014/chart" uri="{C3380CC4-5D6E-409C-BE32-E72D297353CC}">
                <c16:uniqueId val="{00000007-C7B5-473D-9C1C-38DD57A9AEBC}"/>
              </c:ext>
            </c:extLst>
          </c:dPt>
          <c:dPt>
            <c:idx val="4"/>
            <c:bubble3D val="0"/>
            <c:spPr>
              <a:solidFill>
                <a:schemeClr val="accent6"/>
              </a:solidFill>
              <a:ln w="19050">
                <a:noFill/>
              </a:ln>
              <a:effectLst/>
            </c:spPr>
            <c:extLst>
              <c:ext xmlns:c16="http://schemas.microsoft.com/office/drawing/2014/chart" uri="{C3380CC4-5D6E-409C-BE32-E72D297353CC}">
                <c16:uniqueId val="{00000009-C7B5-473D-9C1C-38DD57A9AEBC}"/>
              </c:ext>
            </c:extLst>
          </c:dPt>
          <c:cat>
            <c:strRef>
              <c:f>Sheet1!$A$2:$A$6</c:f>
              <c:strCache>
                <c:ptCount val="4"/>
                <c:pt idx="0">
                  <c:v>1st Qtr</c:v>
                </c:pt>
                <c:pt idx="1">
                  <c:v>2nd Qtr</c:v>
                </c:pt>
                <c:pt idx="2">
                  <c:v>3rd Qtr</c:v>
                </c:pt>
                <c:pt idx="3">
                  <c:v>4th Qtr</c:v>
                </c:pt>
              </c:strCache>
            </c:str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0-676C-4CCF-B4F1-067FAA35BBD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82472613458529E-2"/>
          <c:y val="7.82472613458529E-2"/>
          <c:w val="0.86306729264475746"/>
          <c:h val="0.86306729264475746"/>
        </c:manualLayout>
      </c:layout>
      <c:doughnutChart>
        <c:varyColors val="1"/>
        <c:ser>
          <c:idx val="0"/>
          <c:order val="0"/>
          <c:tx>
            <c:strRef>
              <c:f>Sheet1!$B$1</c:f>
              <c:strCache>
                <c:ptCount val="1"/>
                <c:pt idx="0">
                  <c:v>Sales</c:v>
                </c:pt>
              </c:strCache>
            </c:strRef>
          </c:tx>
          <c:spPr>
            <a:ln w="3175">
              <a:solidFill>
                <a:schemeClr val="accent3"/>
              </a:solidFill>
            </a:ln>
          </c:spPr>
          <c:dPt>
            <c:idx val="0"/>
            <c:bubble3D val="0"/>
            <c:spPr>
              <a:solidFill>
                <a:schemeClr val="accent1"/>
              </a:solidFill>
              <a:ln w="3175">
                <a:solidFill>
                  <a:schemeClr val="accent3"/>
                </a:solidFill>
              </a:ln>
              <a:effectLst/>
            </c:spPr>
            <c:extLst>
              <c:ext xmlns:c16="http://schemas.microsoft.com/office/drawing/2014/chart" uri="{C3380CC4-5D6E-409C-BE32-E72D297353CC}">
                <c16:uniqueId val="{00000001-FB2A-4605-AD77-F6EC3CEF37F5}"/>
              </c:ext>
            </c:extLst>
          </c:dPt>
          <c:dPt>
            <c:idx val="1"/>
            <c:bubble3D val="0"/>
            <c:spPr>
              <a:noFill/>
              <a:ln w="3175">
                <a:solidFill>
                  <a:schemeClr val="accent3"/>
                </a:solidFill>
              </a:ln>
              <a:effectLst/>
            </c:spPr>
            <c:extLst>
              <c:ext xmlns:c16="http://schemas.microsoft.com/office/drawing/2014/chart" uri="{C3380CC4-5D6E-409C-BE32-E72D297353CC}">
                <c16:uniqueId val="{00000003-FB2A-4605-AD77-F6EC3CEF37F5}"/>
              </c:ext>
            </c:extLst>
          </c:dPt>
          <c:dPt>
            <c:idx val="2"/>
            <c:bubble3D val="0"/>
            <c:spPr>
              <a:noFill/>
              <a:ln w="3175">
                <a:solidFill>
                  <a:schemeClr val="accent3"/>
                </a:solidFill>
              </a:ln>
              <a:effectLst/>
            </c:spPr>
            <c:extLst>
              <c:ext xmlns:c16="http://schemas.microsoft.com/office/drawing/2014/chart" uri="{C3380CC4-5D6E-409C-BE32-E72D297353CC}">
                <c16:uniqueId val="{00000005-FB2A-4605-AD77-F6EC3CEF37F5}"/>
              </c:ext>
            </c:extLst>
          </c:dPt>
          <c:dPt>
            <c:idx val="3"/>
            <c:bubble3D val="0"/>
            <c:spPr>
              <a:noFill/>
              <a:ln w="3175">
                <a:solidFill>
                  <a:schemeClr val="accent3"/>
                </a:solidFill>
              </a:ln>
              <a:effectLst/>
            </c:spPr>
            <c:extLst>
              <c:ext xmlns:c16="http://schemas.microsoft.com/office/drawing/2014/chart" uri="{C3380CC4-5D6E-409C-BE32-E72D297353CC}">
                <c16:uniqueId val="{00000007-FB2A-4605-AD77-F6EC3CEF37F5}"/>
              </c:ext>
            </c:extLst>
          </c:dPt>
          <c:dPt>
            <c:idx val="4"/>
            <c:bubble3D val="0"/>
            <c:spPr>
              <a:noFill/>
              <a:ln w="3175">
                <a:solidFill>
                  <a:schemeClr val="accent3"/>
                </a:solidFill>
              </a:ln>
              <a:effectLst/>
            </c:spPr>
            <c:extLst>
              <c:ext xmlns:c16="http://schemas.microsoft.com/office/drawing/2014/chart" uri="{C3380CC4-5D6E-409C-BE32-E72D297353CC}">
                <c16:uniqueId val="{00000009-FB2A-4605-AD77-F6EC3CEF37F5}"/>
              </c:ext>
            </c:extLst>
          </c:dPt>
          <c:cat>
            <c:strRef>
              <c:f>Sheet1!$A$2:$A$6</c:f>
              <c:strCache>
                <c:ptCount val="4"/>
                <c:pt idx="0">
                  <c:v>1st Qtr</c:v>
                </c:pt>
                <c:pt idx="1">
                  <c:v>2nd Qtr</c:v>
                </c:pt>
                <c:pt idx="2">
                  <c:v>3rd Qtr</c:v>
                </c:pt>
                <c:pt idx="3">
                  <c:v>4th Qtr</c:v>
                </c:pt>
              </c:strCache>
            </c:str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C-FB2A-4605-AD77-F6EC3CEF37F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82472613458529E-2"/>
          <c:y val="7.82472613458529E-2"/>
          <c:w val="0.86306729264475746"/>
          <c:h val="0.86306729264475746"/>
        </c:manualLayout>
      </c:layout>
      <c:doughnutChart>
        <c:varyColors val="1"/>
        <c:ser>
          <c:idx val="0"/>
          <c:order val="0"/>
          <c:tx>
            <c:strRef>
              <c:f>Sheet1!$B$1</c:f>
              <c:strCache>
                <c:ptCount val="1"/>
                <c:pt idx="0">
                  <c:v>Sales</c:v>
                </c:pt>
              </c:strCache>
            </c:strRef>
          </c:tx>
          <c:spPr>
            <a:ln w="3175">
              <a:solidFill>
                <a:schemeClr val="accent3"/>
              </a:solidFill>
            </a:ln>
          </c:spPr>
          <c:dPt>
            <c:idx val="0"/>
            <c:bubble3D val="0"/>
            <c:spPr>
              <a:noFill/>
              <a:ln w="3175">
                <a:solidFill>
                  <a:schemeClr val="accent3"/>
                </a:solidFill>
              </a:ln>
              <a:effectLst/>
            </c:spPr>
            <c:extLst>
              <c:ext xmlns:c16="http://schemas.microsoft.com/office/drawing/2014/chart" uri="{C3380CC4-5D6E-409C-BE32-E72D297353CC}">
                <c16:uniqueId val="{00000001-FB2A-4605-AD77-F6EC3CEF37F5}"/>
              </c:ext>
            </c:extLst>
          </c:dPt>
          <c:dPt>
            <c:idx val="1"/>
            <c:bubble3D val="0"/>
            <c:spPr>
              <a:solidFill>
                <a:schemeClr val="accent2"/>
              </a:solidFill>
              <a:ln w="3175">
                <a:solidFill>
                  <a:schemeClr val="accent3"/>
                </a:solidFill>
              </a:ln>
              <a:effectLst/>
            </c:spPr>
            <c:extLst>
              <c:ext xmlns:c16="http://schemas.microsoft.com/office/drawing/2014/chart" uri="{C3380CC4-5D6E-409C-BE32-E72D297353CC}">
                <c16:uniqueId val="{00000003-FB2A-4605-AD77-F6EC3CEF37F5}"/>
              </c:ext>
            </c:extLst>
          </c:dPt>
          <c:dPt>
            <c:idx val="2"/>
            <c:bubble3D val="0"/>
            <c:spPr>
              <a:noFill/>
              <a:ln w="3175">
                <a:solidFill>
                  <a:schemeClr val="accent3"/>
                </a:solidFill>
              </a:ln>
              <a:effectLst/>
            </c:spPr>
            <c:extLst>
              <c:ext xmlns:c16="http://schemas.microsoft.com/office/drawing/2014/chart" uri="{C3380CC4-5D6E-409C-BE32-E72D297353CC}">
                <c16:uniqueId val="{00000005-FB2A-4605-AD77-F6EC3CEF37F5}"/>
              </c:ext>
            </c:extLst>
          </c:dPt>
          <c:dPt>
            <c:idx val="3"/>
            <c:bubble3D val="0"/>
            <c:spPr>
              <a:noFill/>
              <a:ln w="3175">
                <a:solidFill>
                  <a:schemeClr val="accent3"/>
                </a:solidFill>
              </a:ln>
              <a:effectLst/>
            </c:spPr>
            <c:extLst>
              <c:ext xmlns:c16="http://schemas.microsoft.com/office/drawing/2014/chart" uri="{C3380CC4-5D6E-409C-BE32-E72D297353CC}">
                <c16:uniqueId val="{00000007-FB2A-4605-AD77-F6EC3CEF37F5}"/>
              </c:ext>
            </c:extLst>
          </c:dPt>
          <c:dPt>
            <c:idx val="4"/>
            <c:bubble3D val="0"/>
            <c:spPr>
              <a:noFill/>
              <a:ln w="3175">
                <a:solidFill>
                  <a:schemeClr val="accent3"/>
                </a:solidFill>
              </a:ln>
              <a:effectLst/>
            </c:spPr>
            <c:extLst>
              <c:ext xmlns:c16="http://schemas.microsoft.com/office/drawing/2014/chart" uri="{C3380CC4-5D6E-409C-BE32-E72D297353CC}">
                <c16:uniqueId val="{00000009-FB2A-4605-AD77-F6EC3CEF37F5}"/>
              </c:ext>
            </c:extLst>
          </c:dPt>
          <c:cat>
            <c:strRef>
              <c:f>Sheet1!$A$2:$A$6</c:f>
              <c:strCache>
                <c:ptCount val="4"/>
                <c:pt idx="0">
                  <c:v>1st Qtr</c:v>
                </c:pt>
                <c:pt idx="1">
                  <c:v>2nd Qtr</c:v>
                </c:pt>
                <c:pt idx="2">
                  <c:v>3rd Qtr</c:v>
                </c:pt>
                <c:pt idx="3">
                  <c:v>4th Qtr</c:v>
                </c:pt>
              </c:strCache>
            </c:str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C-FB2A-4605-AD77-F6EC3CEF37F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82472613458529E-2"/>
          <c:y val="7.82472613458529E-2"/>
          <c:w val="0.86306729264475746"/>
          <c:h val="0.86306729264475746"/>
        </c:manualLayout>
      </c:layout>
      <c:doughnutChart>
        <c:varyColors val="1"/>
        <c:ser>
          <c:idx val="0"/>
          <c:order val="0"/>
          <c:tx>
            <c:strRef>
              <c:f>Sheet1!$B$1</c:f>
              <c:strCache>
                <c:ptCount val="1"/>
                <c:pt idx="0">
                  <c:v>Sales</c:v>
                </c:pt>
              </c:strCache>
            </c:strRef>
          </c:tx>
          <c:spPr>
            <a:ln w="3175">
              <a:solidFill>
                <a:schemeClr val="accent3"/>
              </a:solidFill>
            </a:ln>
          </c:spPr>
          <c:dPt>
            <c:idx val="0"/>
            <c:bubble3D val="0"/>
            <c:spPr>
              <a:noFill/>
              <a:ln w="3175">
                <a:solidFill>
                  <a:schemeClr val="accent3"/>
                </a:solidFill>
              </a:ln>
              <a:effectLst/>
            </c:spPr>
            <c:extLst>
              <c:ext xmlns:c16="http://schemas.microsoft.com/office/drawing/2014/chart" uri="{C3380CC4-5D6E-409C-BE32-E72D297353CC}">
                <c16:uniqueId val="{00000001-FB2A-4605-AD77-F6EC3CEF37F5}"/>
              </c:ext>
            </c:extLst>
          </c:dPt>
          <c:dPt>
            <c:idx val="1"/>
            <c:bubble3D val="0"/>
            <c:spPr>
              <a:noFill/>
              <a:ln w="3175">
                <a:solidFill>
                  <a:schemeClr val="accent3"/>
                </a:solidFill>
              </a:ln>
              <a:effectLst/>
            </c:spPr>
            <c:extLst>
              <c:ext xmlns:c16="http://schemas.microsoft.com/office/drawing/2014/chart" uri="{C3380CC4-5D6E-409C-BE32-E72D297353CC}">
                <c16:uniqueId val="{00000003-FB2A-4605-AD77-F6EC3CEF37F5}"/>
              </c:ext>
            </c:extLst>
          </c:dPt>
          <c:dPt>
            <c:idx val="2"/>
            <c:bubble3D val="0"/>
            <c:spPr>
              <a:solidFill>
                <a:schemeClr val="accent3"/>
              </a:solidFill>
              <a:ln w="3175">
                <a:solidFill>
                  <a:schemeClr val="accent3"/>
                </a:solidFill>
              </a:ln>
              <a:effectLst/>
            </c:spPr>
            <c:extLst>
              <c:ext xmlns:c16="http://schemas.microsoft.com/office/drawing/2014/chart" uri="{C3380CC4-5D6E-409C-BE32-E72D297353CC}">
                <c16:uniqueId val="{00000005-FB2A-4605-AD77-F6EC3CEF37F5}"/>
              </c:ext>
            </c:extLst>
          </c:dPt>
          <c:dPt>
            <c:idx val="3"/>
            <c:bubble3D val="0"/>
            <c:spPr>
              <a:noFill/>
              <a:ln w="3175">
                <a:solidFill>
                  <a:schemeClr val="accent3"/>
                </a:solidFill>
              </a:ln>
              <a:effectLst/>
            </c:spPr>
            <c:extLst>
              <c:ext xmlns:c16="http://schemas.microsoft.com/office/drawing/2014/chart" uri="{C3380CC4-5D6E-409C-BE32-E72D297353CC}">
                <c16:uniqueId val="{00000007-FB2A-4605-AD77-F6EC3CEF37F5}"/>
              </c:ext>
            </c:extLst>
          </c:dPt>
          <c:dPt>
            <c:idx val="4"/>
            <c:bubble3D val="0"/>
            <c:spPr>
              <a:noFill/>
              <a:ln w="3175">
                <a:solidFill>
                  <a:schemeClr val="accent3"/>
                </a:solidFill>
              </a:ln>
              <a:effectLst/>
            </c:spPr>
            <c:extLst>
              <c:ext xmlns:c16="http://schemas.microsoft.com/office/drawing/2014/chart" uri="{C3380CC4-5D6E-409C-BE32-E72D297353CC}">
                <c16:uniqueId val="{00000009-FB2A-4605-AD77-F6EC3CEF37F5}"/>
              </c:ext>
            </c:extLst>
          </c:dPt>
          <c:cat>
            <c:strRef>
              <c:f>Sheet1!$A$2:$A$6</c:f>
              <c:strCache>
                <c:ptCount val="4"/>
                <c:pt idx="0">
                  <c:v>1st Qtr</c:v>
                </c:pt>
                <c:pt idx="1">
                  <c:v>2nd Qtr</c:v>
                </c:pt>
                <c:pt idx="2">
                  <c:v>3rd Qtr</c:v>
                </c:pt>
                <c:pt idx="3">
                  <c:v>4th Qtr</c:v>
                </c:pt>
              </c:strCache>
            </c:str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C-FB2A-4605-AD77-F6EC3CEF37F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82472613458529E-2"/>
          <c:y val="7.82472613458529E-2"/>
          <c:w val="0.86306729264475746"/>
          <c:h val="0.86306729264475746"/>
        </c:manualLayout>
      </c:layout>
      <c:doughnutChart>
        <c:varyColors val="1"/>
        <c:ser>
          <c:idx val="0"/>
          <c:order val="0"/>
          <c:tx>
            <c:strRef>
              <c:f>Sheet1!$B$1</c:f>
              <c:strCache>
                <c:ptCount val="1"/>
                <c:pt idx="0">
                  <c:v>Sales</c:v>
                </c:pt>
              </c:strCache>
            </c:strRef>
          </c:tx>
          <c:spPr>
            <a:ln w="3175">
              <a:solidFill>
                <a:schemeClr val="accent3"/>
              </a:solidFill>
            </a:ln>
          </c:spPr>
          <c:dPt>
            <c:idx val="0"/>
            <c:bubble3D val="0"/>
            <c:spPr>
              <a:noFill/>
              <a:ln w="3175">
                <a:solidFill>
                  <a:schemeClr val="accent3"/>
                </a:solidFill>
              </a:ln>
              <a:effectLst/>
            </c:spPr>
            <c:extLst>
              <c:ext xmlns:c16="http://schemas.microsoft.com/office/drawing/2014/chart" uri="{C3380CC4-5D6E-409C-BE32-E72D297353CC}">
                <c16:uniqueId val="{00000001-FB2A-4605-AD77-F6EC3CEF37F5}"/>
              </c:ext>
            </c:extLst>
          </c:dPt>
          <c:dPt>
            <c:idx val="1"/>
            <c:bubble3D val="0"/>
            <c:spPr>
              <a:noFill/>
              <a:ln w="3175">
                <a:solidFill>
                  <a:schemeClr val="accent3"/>
                </a:solidFill>
              </a:ln>
              <a:effectLst/>
            </c:spPr>
            <c:extLst>
              <c:ext xmlns:c16="http://schemas.microsoft.com/office/drawing/2014/chart" uri="{C3380CC4-5D6E-409C-BE32-E72D297353CC}">
                <c16:uniqueId val="{00000003-FB2A-4605-AD77-F6EC3CEF37F5}"/>
              </c:ext>
            </c:extLst>
          </c:dPt>
          <c:dPt>
            <c:idx val="2"/>
            <c:bubble3D val="0"/>
            <c:spPr>
              <a:noFill/>
              <a:ln w="3175">
                <a:solidFill>
                  <a:schemeClr val="accent3"/>
                </a:solidFill>
              </a:ln>
              <a:effectLst/>
            </c:spPr>
            <c:extLst>
              <c:ext xmlns:c16="http://schemas.microsoft.com/office/drawing/2014/chart" uri="{C3380CC4-5D6E-409C-BE32-E72D297353CC}">
                <c16:uniqueId val="{00000005-FB2A-4605-AD77-F6EC3CEF37F5}"/>
              </c:ext>
            </c:extLst>
          </c:dPt>
          <c:dPt>
            <c:idx val="3"/>
            <c:bubble3D val="0"/>
            <c:spPr>
              <a:solidFill>
                <a:schemeClr val="accent4"/>
              </a:solidFill>
              <a:ln w="3175">
                <a:solidFill>
                  <a:schemeClr val="accent3"/>
                </a:solidFill>
              </a:ln>
              <a:effectLst/>
            </c:spPr>
            <c:extLst>
              <c:ext xmlns:c16="http://schemas.microsoft.com/office/drawing/2014/chart" uri="{C3380CC4-5D6E-409C-BE32-E72D297353CC}">
                <c16:uniqueId val="{00000007-FB2A-4605-AD77-F6EC3CEF37F5}"/>
              </c:ext>
            </c:extLst>
          </c:dPt>
          <c:dPt>
            <c:idx val="4"/>
            <c:bubble3D val="0"/>
            <c:spPr>
              <a:noFill/>
              <a:ln w="3175">
                <a:solidFill>
                  <a:schemeClr val="accent3"/>
                </a:solidFill>
              </a:ln>
              <a:effectLst/>
            </c:spPr>
            <c:extLst>
              <c:ext xmlns:c16="http://schemas.microsoft.com/office/drawing/2014/chart" uri="{C3380CC4-5D6E-409C-BE32-E72D297353CC}">
                <c16:uniqueId val="{00000009-FB2A-4605-AD77-F6EC3CEF37F5}"/>
              </c:ext>
            </c:extLst>
          </c:dPt>
          <c:cat>
            <c:strRef>
              <c:f>Sheet1!$A$2:$A$6</c:f>
              <c:strCache>
                <c:ptCount val="4"/>
                <c:pt idx="0">
                  <c:v>1st Qtr</c:v>
                </c:pt>
                <c:pt idx="1">
                  <c:v>2nd Qtr</c:v>
                </c:pt>
                <c:pt idx="2">
                  <c:v>3rd Qtr</c:v>
                </c:pt>
                <c:pt idx="3">
                  <c:v>4th Qtr</c:v>
                </c:pt>
              </c:strCache>
            </c:str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C-FB2A-4605-AD77-F6EC3CEF37F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82472613458529E-2"/>
          <c:y val="7.82472613458529E-2"/>
          <c:w val="0.86306729264475746"/>
          <c:h val="0.86306729264475746"/>
        </c:manualLayout>
      </c:layout>
      <c:doughnutChart>
        <c:varyColors val="1"/>
        <c:ser>
          <c:idx val="0"/>
          <c:order val="0"/>
          <c:tx>
            <c:strRef>
              <c:f>Sheet1!$B$1</c:f>
              <c:strCache>
                <c:ptCount val="1"/>
                <c:pt idx="0">
                  <c:v>Sales</c:v>
                </c:pt>
              </c:strCache>
            </c:strRef>
          </c:tx>
          <c:spPr>
            <a:ln w="3175">
              <a:solidFill>
                <a:schemeClr val="accent3"/>
              </a:solidFill>
            </a:ln>
          </c:spPr>
          <c:dPt>
            <c:idx val="0"/>
            <c:bubble3D val="0"/>
            <c:spPr>
              <a:noFill/>
              <a:ln w="3175">
                <a:solidFill>
                  <a:schemeClr val="accent3"/>
                </a:solidFill>
              </a:ln>
              <a:effectLst/>
            </c:spPr>
            <c:extLst>
              <c:ext xmlns:c16="http://schemas.microsoft.com/office/drawing/2014/chart" uri="{C3380CC4-5D6E-409C-BE32-E72D297353CC}">
                <c16:uniqueId val="{00000001-FB2A-4605-AD77-F6EC3CEF37F5}"/>
              </c:ext>
            </c:extLst>
          </c:dPt>
          <c:dPt>
            <c:idx val="1"/>
            <c:bubble3D val="0"/>
            <c:spPr>
              <a:noFill/>
              <a:ln w="3175">
                <a:solidFill>
                  <a:schemeClr val="accent3"/>
                </a:solidFill>
              </a:ln>
              <a:effectLst/>
            </c:spPr>
            <c:extLst>
              <c:ext xmlns:c16="http://schemas.microsoft.com/office/drawing/2014/chart" uri="{C3380CC4-5D6E-409C-BE32-E72D297353CC}">
                <c16:uniqueId val="{00000003-FB2A-4605-AD77-F6EC3CEF37F5}"/>
              </c:ext>
            </c:extLst>
          </c:dPt>
          <c:dPt>
            <c:idx val="2"/>
            <c:bubble3D val="0"/>
            <c:spPr>
              <a:noFill/>
              <a:ln w="3175">
                <a:solidFill>
                  <a:schemeClr val="accent3"/>
                </a:solidFill>
              </a:ln>
              <a:effectLst/>
            </c:spPr>
            <c:extLst>
              <c:ext xmlns:c16="http://schemas.microsoft.com/office/drawing/2014/chart" uri="{C3380CC4-5D6E-409C-BE32-E72D297353CC}">
                <c16:uniqueId val="{00000005-FB2A-4605-AD77-F6EC3CEF37F5}"/>
              </c:ext>
            </c:extLst>
          </c:dPt>
          <c:dPt>
            <c:idx val="3"/>
            <c:bubble3D val="0"/>
            <c:spPr>
              <a:noFill/>
              <a:ln w="3175">
                <a:solidFill>
                  <a:schemeClr val="accent3"/>
                </a:solidFill>
              </a:ln>
              <a:effectLst/>
            </c:spPr>
            <c:extLst>
              <c:ext xmlns:c16="http://schemas.microsoft.com/office/drawing/2014/chart" uri="{C3380CC4-5D6E-409C-BE32-E72D297353CC}">
                <c16:uniqueId val="{00000007-FB2A-4605-AD77-F6EC3CEF37F5}"/>
              </c:ext>
            </c:extLst>
          </c:dPt>
          <c:dPt>
            <c:idx val="4"/>
            <c:bubble3D val="0"/>
            <c:spPr>
              <a:solidFill>
                <a:schemeClr val="accent6"/>
              </a:solidFill>
              <a:ln w="3175">
                <a:solidFill>
                  <a:schemeClr val="accent3"/>
                </a:solidFill>
              </a:ln>
              <a:effectLst/>
            </c:spPr>
            <c:extLst>
              <c:ext xmlns:c16="http://schemas.microsoft.com/office/drawing/2014/chart" uri="{C3380CC4-5D6E-409C-BE32-E72D297353CC}">
                <c16:uniqueId val="{00000009-FB2A-4605-AD77-F6EC3CEF37F5}"/>
              </c:ext>
            </c:extLst>
          </c:dPt>
          <c:cat>
            <c:strRef>
              <c:f>Sheet1!$A$2:$A$6</c:f>
              <c:strCache>
                <c:ptCount val="4"/>
                <c:pt idx="0">
                  <c:v>1st Qtr</c:v>
                </c:pt>
                <c:pt idx="1">
                  <c:v>2nd Qtr</c:v>
                </c:pt>
                <c:pt idx="2">
                  <c:v>3rd Qtr</c:v>
                </c:pt>
                <c:pt idx="3">
                  <c:v>4th Qtr</c:v>
                </c:pt>
              </c:strCache>
            </c:str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C-FB2A-4605-AD77-F6EC3CEF37F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3E4D40-3228-1C24-32C4-502B03868E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F2ACEF2-A3DF-6534-FA7A-72EB00E4640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9540CC-CE8C-4A70-BF05-2114CEE721C9}" type="datetimeFigureOut">
              <a:rPr lang="en-US" smtClean="0"/>
              <a:t>10/5/2026</a:t>
            </a:fld>
            <a:endParaRPr lang="en-US" dirty="0"/>
          </a:p>
        </p:txBody>
      </p:sp>
      <p:sp>
        <p:nvSpPr>
          <p:cNvPr id="4" name="Footer Placeholder 3">
            <a:extLst>
              <a:ext uri="{FF2B5EF4-FFF2-40B4-BE49-F238E27FC236}">
                <a16:creationId xmlns:a16="http://schemas.microsoft.com/office/drawing/2014/main" id="{648134E3-450C-99A7-AD31-0AD855962F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01F3B346-D077-B037-8AF1-1A5943152B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A198758-294F-43B0-9FDA-82B4C942C448}" type="slidenum">
              <a:rPr lang="en-US" smtClean="0"/>
              <a:t>‹N°›</a:t>
            </a:fld>
            <a:endParaRPr lang="en-US" dirty="0"/>
          </a:p>
        </p:txBody>
      </p:sp>
    </p:spTree>
    <p:extLst>
      <p:ext uri="{BB962C8B-B14F-4D97-AF65-F5344CB8AC3E}">
        <p14:creationId xmlns:p14="http://schemas.microsoft.com/office/powerpoint/2010/main" val="1023138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Biennale" panose="00000500000000000000"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Biennale" panose="00000500000000000000" pitchFamily="2" charset="0"/>
              </a:defRPr>
            </a:lvl1pPr>
          </a:lstStyle>
          <a:p>
            <a:fld id="{2F30A58F-C1CB-4583-BA10-6EBD3D104964}" type="datetimeFigureOut">
              <a:rPr lang="en-US" smtClean="0"/>
              <a:pPr/>
              <a:t>10/5/2026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Biennale" panose="00000500000000000000"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Biennale" panose="00000500000000000000" pitchFamily="2" charset="0"/>
              </a:defRPr>
            </a:lvl1pPr>
          </a:lstStyle>
          <a:p>
            <a:fld id="{8B625186-1159-4D34-813C-4B43A94F9814}" type="slidenum">
              <a:rPr lang="en-US" smtClean="0"/>
              <a:pPr/>
              <a:t>‹N°›</a:t>
            </a:fld>
            <a:endParaRPr lang="en-US" dirty="0"/>
          </a:p>
        </p:txBody>
      </p:sp>
    </p:spTree>
    <p:extLst>
      <p:ext uri="{BB962C8B-B14F-4D97-AF65-F5344CB8AC3E}">
        <p14:creationId xmlns:p14="http://schemas.microsoft.com/office/powerpoint/2010/main" val="61247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Biennale" panose="00000500000000000000" pitchFamily="2" charset="0"/>
        <a:ea typeface="+mn-ea"/>
        <a:cs typeface="+mn-cs"/>
      </a:defRPr>
    </a:lvl1pPr>
    <a:lvl2pPr marL="457200" algn="l" defTabSz="914400" rtl="0" eaLnBrk="1" latinLnBrk="0" hangingPunct="1">
      <a:defRPr sz="1200" kern="1200">
        <a:solidFill>
          <a:schemeClr val="tx1"/>
        </a:solidFill>
        <a:latin typeface="Biennale" panose="00000500000000000000" pitchFamily="2" charset="0"/>
        <a:ea typeface="+mn-ea"/>
        <a:cs typeface="+mn-cs"/>
      </a:defRPr>
    </a:lvl2pPr>
    <a:lvl3pPr marL="914400" algn="l" defTabSz="914400" rtl="0" eaLnBrk="1" latinLnBrk="0" hangingPunct="1">
      <a:defRPr sz="1200" kern="1200">
        <a:solidFill>
          <a:schemeClr val="tx1"/>
        </a:solidFill>
        <a:latin typeface="Biennale" panose="00000500000000000000" pitchFamily="2" charset="0"/>
        <a:ea typeface="+mn-ea"/>
        <a:cs typeface="+mn-cs"/>
      </a:defRPr>
    </a:lvl3pPr>
    <a:lvl4pPr marL="1371600" algn="l" defTabSz="914400" rtl="0" eaLnBrk="1" latinLnBrk="0" hangingPunct="1">
      <a:defRPr sz="1200" kern="1200">
        <a:solidFill>
          <a:schemeClr val="tx1"/>
        </a:solidFill>
        <a:latin typeface="Biennale" panose="00000500000000000000" pitchFamily="2" charset="0"/>
        <a:ea typeface="+mn-ea"/>
        <a:cs typeface="+mn-cs"/>
      </a:defRPr>
    </a:lvl4pPr>
    <a:lvl5pPr marL="1828800" algn="l" defTabSz="914400" rtl="0" eaLnBrk="1" latinLnBrk="0" hangingPunct="1">
      <a:defRPr sz="1200" kern="1200">
        <a:solidFill>
          <a:schemeClr val="tx1"/>
        </a:solidFill>
        <a:latin typeface="Biennale"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625186-1159-4D34-813C-4B43A94F9814}" type="slidenum">
              <a:rPr lang="en-US" smtClean="0"/>
              <a:pPr/>
              <a:t>1</a:t>
            </a:fld>
            <a:endParaRPr lang="en-US" dirty="0"/>
          </a:p>
        </p:txBody>
      </p:sp>
    </p:spTree>
    <p:extLst>
      <p:ext uri="{BB962C8B-B14F-4D97-AF65-F5344CB8AC3E}">
        <p14:creationId xmlns:p14="http://schemas.microsoft.com/office/powerpoint/2010/main" val="3124634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625186-1159-4D34-813C-4B43A94F9814}" type="slidenum">
              <a:rPr lang="en-US" smtClean="0"/>
              <a:pPr/>
              <a:t>27</a:t>
            </a:fld>
            <a:endParaRPr lang="en-US" dirty="0"/>
          </a:p>
        </p:txBody>
      </p:sp>
    </p:spTree>
    <p:extLst>
      <p:ext uri="{BB962C8B-B14F-4D97-AF65-F5344CB8AC3E}">
        <p14:creationId xmlns:p14="http://schemas.microsoft.com/office/powerpoint/2010/main" val="30226770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One curve">
    <p:bg>
      <p:bgPr>
        <a:solidFill>
          <a:schemeClr val="accent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dirty="0"/>
              <a:t>Date</a:t>
            </a:r>
          </a:p>
        </p:txBody>
      </p:sp>
      <p:sp>
        <p:nvSpPr>
          <p:cNvPr id="4" name="Graphique 10" descr="Atos">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pic>
        <p:nvPicPr>
          <p:cNvPr id="2" name="Graphic 1">
            <a:extLst>
              <a:ext uri="{FF2B5EF4-FFF2-40B4-BE49-F238E27FC236}">
                <a16:creationId xmlns:a16="http://schemas.microsoft.com/office/drawing/2014/main" id="{9FD7C0F0-4D00-0140-8807-06D6E9D5C32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5334000" y="0"/>
            <a:ext cx="6858000" cy="6858000"/>
          </a:xfrm>
          <a:prstGeom prst="rect">
            <a:avLst/>
          </a:prstGeom>
        </p:spPr>
      </p:pic>
    </p:spTree>
    <p:extLst>
      <p:ext uri="{BB962C8B-B14F-4D97-AF65-F5344CB8AC3E}">
        <p14:creationId xmlns:p14="http://schemas.microsoft.com/office/powerpoint/2010/main" val="1558443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White">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accent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accent3"/>
                </a:solidFill>
                <a:latin typeface="+mn-lt"/>
                <a:ea typeface="+mn-ea"/>
                <a:cs typeface="+mn-cs"/>
              </a:defRPr>
            </a:lvl1pPr>
          </a:lstStyle>
          <a:p>
            <a:pPr lvl="0"/>
            <a:r>
              <a:rPr lang="en-US" dirty="0"/>
              <a:t>Date</a:t>
            </a:r>
          </a:p>
        </p:txBody>
      </p:sp>
      <p:sp>
        <p:nvSpPr>
          <p:cNvPr id="4" name="Graphique 10" descr="Atos">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dirty="0"/>
          </a:p>
        </p:txBody>
      </p:sp>
      <p:pic>
        <p:nvPicPr>
          <p:cNvPr id="2" name="Graphic 1">
            <a:extLst>
              <a:ext uri="{FF2B5EF4-FFF2-40B4-BE49-F238E27FC236}">
                <a16:creationId xmlns:a16="http://schemas.microsoft.com/office/drawing/2014/main" id="{DCC1C307-4A11-8265-F1FF-AC20B78DEB9D}"/>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38"/>
          <a:stretch/>
        </p:blipFill>
        <p:spPr>
          <a:xfrm rot="5400000" flipH="1">
            <a:off x="4900683" y="3428998"/>
            <a:ext cx="2995683" cy="3862317"/>
          </a:xfrm>
          <a:prstGeom prst="rect">
            <a:avLst/>
          </a:prstGeom>
        </p:spPr>
      </p:pic>
      <p:pic>
        <p:nvPicPr>
          <p:cNvPr id="3" name="Graphic 2">
            <a:extLst>
              <a:ext uri="{FF2B5EF4-FFF2-40B4-BE49-F238E27FC236}">
                <a16:creationId xmlns:a16="http://schemas.microsoft.com/office/drawing/2014/main" id="{E0CF8E77-A4EE-35C7-A5CD-F520193C39D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329684" y="-2"/>
            <a:ext cx="3862317" cy="3862317"/>
          </a:xfrm>
          <a:prstGeom prst="rect">
            <a:avLst/>
          </a:prstGeom>
        </p:spPr>
      </p:pic>
    </p:spTree>
    <p:extLst>
      <p:ext uri="{BB962C8B-B14F-4D97-AF65-F5344CB8AC3E}">
        <p14:creationId xmlns:p14="http://schemas.microsoft.com/office/powerpoint/2010/main" val="2873245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mage in curve">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997919D9-2989-3289-BE2F-126C2433837B}"/>
              </a:ext>
              <a:ext uri="{C183D7F6-B498-43B3-948B-1728B52AA6E4}">
                <adec:decorative xmlns:adec="http://schemas.microsoft.com/office/drawing/2017/decorative" val="1"/>
              </a:ext>
            </a:extLst>
          </p:cNvPr>
          <p:cNvSpPr/>
          <p:nvPr userDrawn="1"/>
        </p:nvSpPr>
        <p:spPr>
          <a:xfrm>
            <a:off x="0" y="0"/>
            <a:ext cx="12192000" cy="6857556"/>
          </a:xfrm>
          <a:custGeom>
            <a:avLst/>
            <a:gdLst>
              <a:gd name="connsiteX0" fmla="*/ 12192000 w 12192000"/>
              <a:gd name="connsiteY0" fmla="*/ 2782174 h 6857556"/>
              <a:gd name="connsiteX1" fmla="*/ 12192000 w 12192000"/>
              <a:gd name="connsiteY1" fmla="*/ 6857556 h 6857556"/>
              <a:gd name="connsiteX2" fmla="*/ 8111311 w 12192000"/>
              <a:gd name="connsiteY2" fmla="*/ 6857556 h 6857556"/>
              <a:gd name="connsiteX3" fmla="*/ 8113342 w 12192000"/>
              <a:gd name="connsiteY3" fmla="*/ 6733493 h 6857556"/>
              <a:gd name="connsiteX4" fmla="*/ 12064704 w 12192000"/>
              <a:gd name="connsiteY4" fmla="*/ 2783524 h 6857556"/>
              <a:gd name="connsiteX5" fmla="*/ 0 w 12192000"/>
              <a:gd name="connsiteY5" fmla="*/ 0 h 6857556"/>
              <a:gd name="connsiteX6" fmla="*/ 12192000 w 12192000"/>
              <a:gd name="connsiteY6" fmla="*/ 0 h 6857556"/>
              <a:gd name="connsiteX7" fmla="*/ 12192000 w 12192000"/>
              <a:gd name="connsiteY7" fmla="*/ 444 h 6857556"/>
              <a:gd name="connsiteX8" fmla="*/ 11867550 w 12192000"/>
              <a:gd name="connsiteY8" fmla="*/ 4015 h 6857556"/>
              <a:gd name="connsiteX9" fmla="*/ 7200902 w 12192000"/>
              <a:gd name="connsiteY9" fmla="*/ 2159000 h 6857556"/>
              <a:gd name="connsiteX10" fmla="*/ 5337672 w 12192000"/>
              <a:gd name="connsiteY10" fmla="*/ 6585644 h 6857556"/>
              <a:gd name="connsiteX11" fmla="*/ 5334507 w 12192000"/>
              <a:gd name="connsiteY11" fmla="*/ 6857556 h 6857556"/>
              <a:gd name="connsiteX12" fmla="*/ 0 w 12192000"/>
              <a:gd name="connsiteY12" fmla="*/ 6857556 h 685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6857556">
                <a:moveTo>
                  <a:pt x="12192000" y="2782174"/>
                </a:moveTo>
                <a:lnTo>
                  <a:pt x="12192000" y="6857556"/>
                </a:lnTo>
                <a:lnTo>
                  <a:pt x="8111311" y="6857556"/>
                </a:lnTo>
                <a:lnTo>
                  <a:pt x="8113342" y="6733493"/>
                </a:lnTo>
                <a:cubicBezTo>
                  <a:pt x="8205095" y="4482559"/>
                  <a:pt x="9974251" y="2857766"/>
                  <a:pt x="12064704" y="2783524"/>
                </a:cubicBezTo>
                <a:close/>
                <a:moveTo>
                  <a:pt x="0" y="0"/>
                </a:moveTo>
                <a:lnTo>
                  <a:pt x="12192000" y="0"/>
                </a:lnTo>
                <a:lnTo>
                  <a:pt x="12192000" y="444"/>
                </a:lnTo>
                <a:lnTo>
                  <a:pt x="11867550" y="4015"/>
                </a:lnTo>
                <a:cubicBezTo>
                  <a:pt x="10051432" y="76082"/>
                  <a:pt x="8371914" y="919580"/>
                  <a:pt x="7200902" y="2159000"/>
                </a:cubicBezTo>
                <a:cubicBezTo>
                  <a:pt x="6035842" y="3386514"/>
                  <a:pt x="5395007" y="5006228"/>
                  <a:pt x="5337672" y="6585644"/>
                </a:cubicBezTo>
                <a:lnTo>
                  <a:pt x="5334507" y="6857556"/>
                </a:lnTo>
                <a:lnTo>
                  <a:pt x="0" y="6857556"/>
                </a:lnTo>
                <a:close/>
              </a:path>
            </a:pathLst>
          </a:cu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dirty="0"/>
              <a:t>Date</a:t>
            </a:r>
          </a:p>
        </p:txBody>
      </p:sp>
      <p:sp>
        <p:nvSpPr>
          <p:cNvPr id="5" name="Picture Placeholder 19">
            <a:extLst>
              <a:ext uri="{FF2B5EF4-FFF2-40B4-BE49-F238E27FC236}">
                <a16:creationId xmlns:a16="http://schemas.microsoft.com/office/drawing/2014/main" id="{4EB1A4FF-FDF0-957E-95CD-5A9D268651E0}"/>
              </a:ext>
            </a:extLst>
          </p:cNvPr>
          <p:cNvSpPr>
            <a:spLocks noGrp="1"/>
          </p:cNvSpPr>
          <p:nvPr>
            <p:ph type="pic" sz="quarter" idx="11"/>
          </p:nvPr>
        </p:nvSpPr>
        <p:spPr>
          <a:xfrm>
            <a:off x="5327891" y="0"/>
            <a:ext cx="6864109" cy="6857556"/>
          </a:xfrm>
          <a:custGeom>
            <a:avLst/>
            <a:gdLst>
              <a:gd name="connsiteX0" fmla="*/ 6506104 w 6864109"/>
              <a:gd name="connsiteY0" fmla="*/ 0 h 6857556"/>
              <a:gd name="connsiteX1" fmla="*/ 6864109 w 6864109"/>
              <a:gd name="connsiteY1" fmla="*/ 0 h 6857556"/>
              <a:gd name="connsiteX2" fmla="*/ 6864109 w 6864109"/>
              <a:gd name="connsiteY2" fmla="*/ 2786711 h 6857556"/>
              <a:gd name="connsiteX3" fmla="*/ 6672538 w 6864109"/>
              <a:gd name="connsiteY3" fmla="*/ 2791014 h 6857556"/>
              <a:gd name="connsiteX4" fmla="*/ 2795144 w 6864109"/>
              <a:gd name="connsiteY4" fmla="*/ 6732301 h 6857556"/>
              <a:gd name="connsiteX5" fmla="*/ 2793538 w 6864109"/>
              <a:gd name="connsiteY5" fmla="*/ 6857556 h 6857556"/>
              <a:gd name="connsiteX6" fmla="*/ 0 w 6864109"/>
              <a:gd name="connsiteY6" fmla="*/ 6857556 h 6857556"/>
              <a:gd name="connsiteX7" fmla="*/ 3187 w 6864109"/>
              <a:gd name="connsiteY7" fmla="*/ 6583730 h 6857556"/>
              <a:gd name="connsiteX8" fmla="*/ 1867893 w 6864109"/>
              <a:gd name="connsiteY8" fmla="*/ 2154240 h 6857556"/>
              <a:gd name="connsiteX9" fmla="*/ 6199142 w 6864109"/>
              <a:gd name="connsiteY9" fmla="*/ 20346 h 685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4109" h="6857556">
                <a:moveTo>
                  <a:pt x="6506104" y="0"/>
                </a:moveTo>
                <a:lnTo>
                  <a:pt x="6864109" y="0"/>
                </a:lnTo>
                <a:lnTo>
                  <a:pt x="6864109" y="2786711"/>
                </a:lnTo>
                <a:lnTo>
                  <a:pt x="6672538" y="2791014"/>
                </a:lnTo>
                <a:cubicBezTo>
                  <a:pt x="4664767" y="2886626"/>
                  <a:pt x="2879590" y="4485245"/>
                  <a:pt x="2795144" y="6732301"/>
                </a:cubicBezTo>
                <a:lnTo>
                  <a:pt x="2793538" y="6857556"/>
                </a:lnTo>
                <a:lnTo>
                  <a:pt x="0" y="6857556"/>
                </a:lnTo>
                <a:lnTo>
                  <a:pt x="3187" y="6583730"/>
                </a:lnTo>
                <a:cubicBezTo>
                  <a:pt x="60566" y="5003298"/>
                  <a:pt x="701910" y="3382544"/>
                  <a:pt x="1867893" y="2154240"/>
                </a:cubicBezTo>
                <a:cubicBezTo>
                  <a:pt x="2966588" y="991538"/>
                  <a:pt x="4512566" y="177036"/>
                  <a:pt x="6199142" y="20346"/>
                </a:cubicBezTo>
                <a:close/>
              </a:path>
            </a:pathLst>
          </a:custGeom>
        </p:spPr>
        <p:txBody>
          <a:bodyPr wrap="square" tIns="0" rIns="457200" bIns="822960" anchor="ctr">
            <a:noAutofit/>
          </a:bodyPr>
          <a:lstStyle>
            <a:lvl1pPr marL="0" indent="0" algn="ctr">
              <a:buNone/>
              <a:defRPr>
                <a:solidFill>
                  <a:schemeClr val="accent3"/>
                </a:solidFill>
              </a:defRPr>
            </a:lvl1pPr>
          </a:lstStyle>
          <a:p>
            <a:r>
              <a:rPr lang="fr-FR"/>
              <a:t>Cliquez sur l'icône pour ajouter une image</a:t>
            </a:r>
            <a:endParaRPr lang="en-US" dirty="0"/>
          </a:p>
        </p:txBody>
      </p:sp>
      <p:sp>
        <p:nvSpPr>
          <p:cNvPr id="4" name="Graphique 10" descr="Atos">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1396756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Vertical image">
    <p:bg>
      <p:bgPr>
        <a:solidFill>
          <a:schemeClr val="accent3"/>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rgbClr val="3DC7FF"/>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dirty="0"/>
              <a:t>Date</a:t>
            </a:r>
          </a:p>
        </p:txBody>
      </p:sp>
      <p:sp>
        <p:nvSpPr>
          <p:cNvPr id="2" name="Picture Placeholder 13">
            <a:extLst>
              <a:ext uri="{FF2B5EF4-FFF2-40B4-BE49-F238E27FC236}">
                <a16:creationId xmlns:a16="http://schemas.microsoft.com/office/drawing/2014/main" id="{501943B5-D1D2-69D4-5C65-807D37387FC8}"/>
              </a:ext>
            </a:extLst>
          </p:cNvPr>
          <p:cNvSpPr>
            <a:spLocks noGrp="1"/>
          </p:cNvSpPr>
          <p:nvPr>
            <p:ph type="pic" sz="quarter" idx="12"/>
          </p:nvPr>
        </p:nvSpPr>
        <p:spPr>
          <a:xfrm>
            <a:off x="7394575" y="0"/>
            <a:ext cx="4797425" cy="6858000"/>
          </a:xfrm>
        </p:spPr>
        <p:txBody>
          <a:bodyPr tIns="914400" bIns="0" anchor="ctr"/>
          <a:lstStyle>
            <a:lvl1pPr marL="0" indent="0" algn="ctr">
              <a:buNone/>
              <a:defRPr>
                <a:solidFill>
                  <a:schemeClr val="bg1"/>
                </a:solidFill>
              </a:defRPr>
            </a:lvl1pPr>
          </a:lstStyle>
          <a:p>
            <a:r>
              <a:rPr lang="fr-FR"/>
              <a:t>Cliquez sur l'icône pour ajouter une image</a:t>
            </a:r>
            <a:endParaRPr lang="en-US" dirty="0"/>
          </a:p>
        </p:txBody>
      </p:sp>
      <p:pic>
        <p:nvPicPr>
          <p:cNvPr id="3" name="Graphic 2">
            <a:extLst>
              <a:ext uri="{FF2B5EF4-FFF2-40B4-BE49-F238E27FC236}">
                <a16:creationId xmlns:a16="http://schemas.microsoft.com/office/drawing/2014/main" id="{B18DB1D5-5FA2-F839-5AE0-A3CFBD44F9E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64320" y="3429000"/>
            <a:ext cx="3429000" cy="3429000"/>
          </a:xfrm>
          <a:prstGeom prst="rect">
            <a:avLst/>
          </a:prstGeom>
        </p:spPr>
      </p:pic>
    </p:spTree>
    <p:extLst>
      <p:ext uri="{BB962C8B-B14F-4D97-AF65-F5344CB8AC3E}">
        <p14:creationId xmlns:p14="http://schemas.microsoft.com/office/powerpoint/2010/main" val="2248472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tos/Client logo">
    <p:bg>
      <p:bgPr>
        <a:solidFill>
          <a:schemeClr val="accent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52CDB108-6598-0C55-80C9-43F0EA8BD0C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6588030" y="0"/>
            <a:ext cx="4884392" cy="4884392"/>
          </a:xfrm>
          <a:prstGeom prst="rect">
            <a:avLst/>
          </a:prstGeom>
        </p:spPr>
      </p:pic>
      <p:pic>
        <p:nvPicPr>
          <p:cNvPr id="8" name="Graphic 7">
            <a:extLst>
              <a:ext uri="{FF2B5EF4-FFF2-40B4-BE49-F238E27FC236}">
                <a16:creationId xmlns:a16="http://schemas.microsoft.com/office/drawing/2014/main" id="{708434B2-C000-651C-6DD8-76477D020A49}"/>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59594"/>
          <a:stretch/>
        </p:blipFill>
        <p:spPr>
          <a:xfrm>
            <a:off x="1703638" y="4884393"/>
            <a:ext cx="4884392" cy="1973607"/>
          </a:xfrm>
          <a:prstGeom prst="rect">
            <a:avLst/>
          </a:prstGeom>
        </p:spPr>
      </p:pic>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dirty="0"/>
              <a:t>Date</a:t>
            </a:r>
          </a:p>
        </p:txBody>
      </p:sp>
      <p:sp>
        <p:nvSpPr>
          <p:cNvPr id="2" name="Graphique 10">
            <a:extLst>
              <a:ext uri="{FF2B5EF4-FFF2-40B4-BE49-F238E27FC236}">
                <a16:creationId xmlns:a16="http://schemas.microsoft.com/office/drawing/2014/main" id="{4EAE2C9A-6617-E131-E7DC-EDB5219632CC}"/>
              </a:ext>
            </a:extLst>
          </p:cNvPr>
          <p:cNvSpPr>
            <a:spLocks noChangeAspect="1"/>
          </p:cNvSpPr>
          <p:nvPr userDrawn="1"/>
        </p:nvSpPr>
        <p:spPr>
          <a:xfrm>
            <a:off x="8202302" y="6024696"/>
            <a:ext cx="1582715" cy="48397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828624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sz="3600">
                <a:solidFill>
                  <a:schemeClr val="accent3"/>
                </a:solidFill>
              </a:defRPr>
            </a:lvl1pPr>
          </a:lstStyle>
          <a:p>
            <a:r>
              <a:rPr lang="en-US" dirty="0"/>
              <a:t>Contents</a:t>
            </a:r>
          </a:p>
        </p:txBody>
      </p:sp>
      <p:sp>
        <p:nvSpPr>
          <p:cNvPr id="15" name="Text Placeholder 6">
            <a:extLst>
              <a:ext uri="{FF2B5EF4-FFF2-40B4-BE49-F238E27FC236}">
                <a16:creationId xmlns:a16="http://schemas.microsoft.com/office/drawing/2014/main" id="{EB2A93CD-4E60-C2E9-EE37-CFC445B9D364}"/>
              </a:ext>
            </a:extLst>
          </p:cNvPr>
          <p:cNvSpPr>
            <a:spLocks noGrp="1"/>
          </p:cNvSpPr>
          <p:nvPr>
            <p:ph type="body" sz="quarter" idx="10" hasCustomPrompt="1"/>
          </p:nvPr>
        </p:nvSpPr>
        <p:spPr>
          <a:xfrm>
            <a:off x="2954745" y="1446366"/>
            <a:ext cx="8811804" cy="4630583"/>
          </a:xfrm>
        </p:spPr>
        <p:txBody>
          <a:bodyPr wrap="none">
            <a:noAutofit/>
          </a:bodyPr>
          <a:lstStyle>
            <a:lvl1pPr marL="457200" indent="-457200" algn="l">
              <a:spcAft>
                <a:spcPts val="6000"/>
              </a:spcAft>
              <a:buClr>
                <a:schemeClr val="accent1"/>
              </a:buClr>
              <a:buFont typeface="+mj-lt"/>
              <a:buAutoNum type="arabicPeriod"/>
              <a:tabLst>
                <a:tab pos="8805672" algn="r"/>
              </a:tabLst>
              <a:defRPr sz="2400">
                <a:solidFill>
                  <a:schemeClr val="accent3"/>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Chapter title example	00</a:t>
            </a:r>
          </a:p>
          <a:p>
            <a:pPr lvl="0"/>
            <a:r>
              <a:rPr lang="en-US" dirty="0"/>
              <a:t>Chapter title example	00</a:t>
            </a:r>
          </a:p>
          <a:p>
            <a:pPr marL="457200" marR="0" lvl="0" indent="-457200" algn="l" defTabSz="914400" rtl="0" eaLnBrk="1" fontAlgn="auto" latinLnBrk="0" hangingPunct="1">
              <a:lnSpc>
                <a:spcPct val="100000"/>
              </a:lnSpc>
              <a:spcBef>
                <a:spcPts val="0"/>
              </a:spcBef>
              <a:spcAft>
                <a:spcPts val="6000"/>
              </a:spcAft>
              <a:buClr>
                <a:schemeClr val="accent1"/>
              </a:buClr>
              <a:buSzTx/>
              <a:buFont typeface="+mj-lt"/>
              <a:buAutoNum type="arabicPeriod"/>
              <a:tabLst>
                <a:tab pos="8805672" algn="r"/>
              </a:tabLst>
              <a:defRPr/>
            </a:pPr>
            <a:r>
              <a:rPr lang="en-US" dirty="0"/>
              <a:t>Chapter title example	00</a:t>
            </a:r>
          </a:p>
          <a:p>
            <a:pPr marL="457200" marR="0" lvl="0" indent="-457200" algn="l" defTabSz="914400" rtl="0" eaLnBrk="1" fontAlgn="auto" latinLnBrk="0" hangingPunct="1">
              <a:lnSpc>
                <a:spcPct val="100000"/>
              </a:lnSpc>
              <a:spcBef>
                <a:spcPts val="0"/>
              </a:spcBef>
              <a:spcAft>
                <a:spcPts val="6000"/>
              </a:spcAft>
              <a:buClr>
                <a:schemeClr val="accent1"/>
              </a:buClr>
              <a:buSzTx/>
              <a:buFont typeface="+mj-lt"/>
              <a:buAutoNum type="arabicPeriod"/>
              <a:tabLst>
                <a:tab pos="8805672" algn="r"/>
              </a:tabLst>
              <a:defRPr/>
            </a:pPr>
            <a:r>
              <a:rPr lang="en-US" dirty="0"/>
              <a:t>Chapter title example	00</a:t>
            </a:r>
          </a:p>
        </p:txBody>
      </p:sp>
      <p:sp>
        <p:nvSpPr>
          <p:cNvPr id="4" name="Slide Number Placeholder 5">
            <a:extLst>
              <a:ext uri="{FF2B5EF4-FFF2-40B4-BE49-F238E27FC236}">
                <a16:creationId xmlns:a16="http://schemas.microsoft.com/office/drawing/2014/main" id="{26BB2E32-37FB-AE7E-618C-B4D4A78DA92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pic>
        <p:nvPicPr>
          <p:cNvPr id="14" name="Graphic 13">
            <a:extLst>
              <a:ext uri="{FF2B5EF4-FFF2-40B4-BE49-F238E27FC236}">
                <a16:creationId xmlns:a16="http://schemas.microsoft.com/office/drawing/2014/main" id="{F2588EFC-544B-492D-10E8-E969C9B1A61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1117917" y="1285493"/>
            <a:ext cx="1545853" cy="1545853"/>
          </a:xfrm>
          <a:prstGeom prst="rect">
            <a:avLst/>
          </a:prstGeom>
        </p:spPr>
      </p:pic>
    </p:spTree>
    <p:extLst>
      <p:ext uri="{BB962C8B-B14F-4D97-AF65-F5344CB8AC3E}">
        <p14:creationId xmlns:p14="http://schemas.microsoft.com/office/powerpoint/2010/main" val="4076358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sz="3600">
                <a:solidFill>
                  <a:schemeClr val="accent3"/>
                </a:solidFill>
              </a:defRPr>
            </a:lvl1pPr>
          </a:lstStyle>
          <a:p>
            <a:r>
              <a:rPr lang="en-US" dirty="0"/>
              <a:t>Contents</a:t>
            </a:r>
          </a:p>
        </p:txBody>
      </p:sp>
      <p:cxnSp>
        <p:nvCxnSpPr>
          <p:cNvPr id="38" name="Straight Connector 37">
            <a:extLst>
              <a:ext uri="{FF2B5EF4-FFF2-40B4-BE49-F238E27FC236}">
                <a16:creationId xmlns:a16="http://schemas.microsoft.com/office/drawing/2014/main" id="{0349E7EF-452F-CD72-A15B-A271646B001D}"/>
              </a:ext>
            </a:extLst>
          </p:cNvPr>
          <p:cNvCxnSpPr>
            <a:cxnSpLocks/>
          </p:cNvCxnSpPr>
          <p:nvPr userDrawn="1"/>
        </p:nvCxnSpPr>
        <p:spPr>
          <a:xfrm>
            <a:off x="6084424" y="1446367"/>
            <a:ext cx="0" cy="4630583"/>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0" name="Slide Number Placeholder 5">
            <a:extLst>
              <a:ext uri="{FF2B5EF4-FFF2-40B4-BE49-F238E27FC236}">
                <a16:creationId xmlns:a16="http://schemas.microsoft.com/office/drawing/2014/main" id="{73BB667A-B847-58CB-E129-3219597AE696}"/>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
        <p:nvSpPr>
          <p:cNvPr id="3" name="Text Placeholder 6">
            <a:extLst>
              <a:ext uri="{FF2B5EF4-FFF2-40B4-BE49-F238E27FC236}">
                <a16:creationId xmlns:a16="http://schemas.microsoft.com/office/drawing/2014/main" id="{1A11519D-0BCC-29ED-F52C-BE75957A7A56}"/>
              </a:ext>
            </a:extLst>
          </p:cNvPr>
          <p:cNvSpPr>
            <a:spLocks noGrp="1"/>
          </p:cNvSpPr>
          <p:nvPr>
            <p:ph type="body" sz="quarter" idx="10" hasCustomPrompt="1"/>
          </p:nvPr>
        </p:nvSpPr>
        <p:spPr>
          <a:xfrm>
            <a:off x="428624" y="1446367"/>
            <a:ext cx="11337925" cy="4630583"/>
          </a:xfrm>
        </p:spPr>
        <p:txBody>
          <a:bodyPr wrap="none" numCol="2" spcCol="457200">
            <a:noAutofit/>
          </a:bodyPr>
          <a:lstStyle>
            <a:lvl1pPr marL="365760" indent="-365760" algn="l">
              <a:spcAft>
                <a:spcPts val="6000"/>
              </a:spcAft>
              <a:buClr>
                <a:schemeClr val="accent1"/>
              </a:buClr>
              <a:buFont typeface="+mj-lt"/>
              <a:buAutoNum type="arabicPeriod"/>
              <a:tabLst>
                <a:tab pos="5567363" algn="r"/>
              </a:tabLst>
              <a:defRPr sz="2400">
                <a:solidFill>
                  <a:schemeClr val="accent3"/>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Chapter title example	00</a:t>
            </a:r>
          </a:p>
          <a:p>
            <a:pPr lvl="0"/>
            <a:r>
              <a:rPr lang="en-US" dirty="0"/>
              <a:t>Chapter title example	00</a:t>
            </a:r>
          </a:p>
          <a:p>
            <a:pPr lvl="0"/>
            <a:r>
              <a:rPr lang="en-US" dirty="0"/>
              <a:t>Chapter title example	00</a:t>
            </a:r>
          </a:p>
          <a:p>
            <a:pPr lvl="0"/>
            <a:r>
              <a:rPr lang="en-US" dirty="0"/>
              <a:t>Chapter title example	00</a:t>
            </a:r>
          </a:p>
          <a:p>
            <a:pPr lvl="0"/>
            <a:endParaRPr lang="en-US" dirty="0"/>
          </a:p>
          <a:p>
            <a:pPr lvl="0"/>
            <a:r>
              <a:rPr lang="en-US" dirty="0"/>
              <a:t>Chapter title example	00</a:t>
            </a:r>
          </a:p>
          <a:p>
            <a:pPr lvl="0"/>
            <a:r>
              <a:rPr lang="en-US" dirty="0"/>
              <a:t>Chapter title example	00</a:t>
            </a:r>
          </a:p>
          <a:p>
            <a:pPr lvl="0"/>
            <a:r>
              <a:rPr lang="en-US" dirty="0"/>
              <a:t>Chapter title example	00</a:t>
            </a:r>
          </a:p>
          <a:p>
            <a:pPr lvl="0"/>
            <a:r>
              <a:rPr lang="en-US" dirty="0"/>
              <a:t>Chapter title example	00</a:t>
            </a:r>
          </a:p>
        </p:txBody>
      </p:sp>
    </p:spTree>
    <p:extLst>
      <p:ext uri="{BB962C8B-B14F-4D97-AF65-F5344CB8AC3E}">
        <p14:creationId xmlns:p14="http://schemas.microsoft.com/office/powerpoint/2010/main" val="2930842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u">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3" name="Content Placeholder 2">
            <a:extLst>
              <a:ext uri="{FF2B5EF4-FFF2-40B4-BE49-F238E27FC236}">
                <a16:creationId xmlns:a16="http://schemas.microsoft.com/office/drawing/2014/main" id="{910954B3-5AD1-D4D0-8177-5CCD13F90ACB}"/>
              </a:ext>
            </a:extLst>
          </p:cNvPr>
          <p:cNvSpPr>
            <a:spLocks noGrp="1"/>
          </p:cNvSpPr>
          <p:nvPr>
            <p:ph idx="1" hasCustomPrompt="1"/>
          </p:nvPr>
        </p:nvSpPr>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E7BCF086-E0BB-3B67-3C11-E0716AC53D0A}"/>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3748739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3CABA1F-8D00-5959-2A0D-477B4EF70235}"/>
              </a:ext>
              <a:ext uri="{C183D7F6-B498-43B3-948B-1728B52AA6E4}">
                <adec:decorative xmlns:adec="http://schemas.microsoft.com/office/drawing/2017/decorative" val="1"/>
              </a:ext>
            </a:extLst>
          </p:cNvPr>
          <p:cNvGrpSpPr/>
          <p:nvPr userDrawn="1"/>
        </p:nvGrpSpPr>
        <p:grpSpPr>
          <a:xfrm>
            <a:off x="9222475" y="3888475"/>
            <a:ext cx="2969526" cy="2969525"/>
            <a:chOff x="9222475" y="3888475"/>
            <a:chExt cx="2969526" cy="2969525"/>
          </a:xfrm>
          <a:solidFill>
            <a:schemeClr val="accent1"/>
          </a:solidFill>
        </p:grpSpPr>
        <p:pic>
          <p:nvPicPr>
            <p:cNvPr id="7" name="Graphic 6">
              <a:extLst>
                <a:ext uri="{FF2B5EF4-FFF2-40B4-BE49-F238E27FC236}">
                  <a16:creationId xmlns:a16="http://schemas.microsoft.com/office/drawing/2014/main" id="{3BE2DACD-A6E3-A318-9A8E-77CF05B097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10707238" y="3888475"/>
              <a:ext cx="1484763" cy="1484763"/>
            </a:xfrm>
            <a:prstGeom prst="rect">
              <a:avLst/>
            </a:prstGeom>
          </p:spPr>
        </p:pic>
        <p:pic>
          <p:nvPicPr>
            <p:cNvPr id="9" name="Graphic 8">
              <a:extLst>
                <a:ext uri="{FF2B5EF4-FFF2-40B4-BE49-F238E27FC236}">
                  <a16:creationId xmlns:a16="http://schemas.microsoft.com/office/drawing/2014/main" id="{2BBDCAB2-6892-FE15-39FD-82F446E80D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222475" y="5373237"/>
              <a:ext cx="1484763" cy="1484763"/>
            </a:xfrm>
            <a:prstGeom prst="rect">
              <a:avLst/>
            </a:prstGeom>
          </p:spPr>
        </p:pic>
      </p:grpSp>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Content Placeholder 2">
            <a:extLst>
              <a:ext uri="{FF2B5EF4-FFF2-40B4-BE49-F238E27FC236}">
                <a16:creationId xmlns:a16="http://schemas.microsoft.com/office/drawing/2014/main" id="{6DD5DB93-121A-B297-E6DD-9478830F772D}"/>
              </a:ext>
            </a:extLst>
          </p:cNvPr>
          <p:cNvSpPr>
            <a:spLocks noGrp="1"/>
          </p:cNvSpPr>
          <p:nvPr>
            <p:ph idx="1" hasCustomPrompt="1"/>
          </p:nvPr>
        </p:nvSpPr>
        <p:spPr>
          <a:xfrm>
            <a:off x="428624" y="1446212"/>
            <a:ext cx="11337926"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589998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6" name="Content Placeholder 2">
            <a:extLst>
              <a:ext uri="{FF2B5EF4-FFF2-40B4-BE49-F238E27FC236}">
                <a16:creationId xmlns:a16="http://schemas.microsoft.com/office/drawing/2014/main" id="{F942A06E-E4C7-D3E8-BDED-EF771CB11DC7}"/>
              </a:ext>
            </a:extLst>
          </p:cNvPr>
          <p:cNvSpPr>
            <a:spLocks noGrp="1"/>
          </p:cNvSpPr>
          <p:nvPr>
            <p:ph idx="1" hasCustomPrompt="1"/>
          </p:nvPr>
        </p:nvSpPr>
        <p:spPr>
          <a:xfrm>
            <a:off x="428624" y="1446212"/>
            <a:ext cx="11337926"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4" name="Group 3">
            <a:extLst>
              <a:ext uri="{FF2B5EF4-FFF2-40B4-BE49-F238E27FC236}">
                <a16:creationId xmlns:a16="http://schemas.microsoft.com/office/drawing/2014/main" id="{B272B4DF-76DC-9537-2195-0E94F371120D}"/>
              </a:ext>
              <a:ext uri="{C183D7F6-B498-43B3-948B-1728B52AA6E4}">
                <adec:decorative xmlns:adec="http://schemas.microsoft.com/office/drawing/2017/decorative" val="1"/>
              </a:ext>
            </a:extLst>
          </p:cNvPr>
          <p:cNvGrpSpPr/>
          <p:nvPr userDrawn="1"/>
        </p:nvGrpSpPr>
        <p:grpSpPr>
          <a:xfrm>
            <a:off x="9222475" y="3888475"/>
            <a:ext cx="2969526" cy="2969525"/>
            <a:chOff x="9222475" y="3888475"/>
            <a:chExt cx="2969526" cy="2969525"/>
          </a:xfrm>
          <a:solidFill>
            <a:schemeClr val="accent5"/>
          </a:solidFill>
        </p:grpSpPr>
        <p:pic>
          <p:nvPicPr>
            <p:cNvPr id="7" name="Graphic 6">
              <a:extLst>
                <a:ext uri="{FF2B5EF4-FFF2-40B4-BE49-F238E27FC236}">
                  <a16:creationId xmlns:a16="http://schemas.microsoft.com/office/drawing/2014/main" id="{3BE2DACD-A6E3-A318-9A8E-77CF05B097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10707238" y="3888475"/>
              <a:ext cx="1484763" cy="1484763"/>
            </a:xfrm>
            <a:prstGeom prst="rect">
              <a:avLst/>
            </a:prstGeom>
          </p:spPr>
        </p:pic>
        <p:pic>
          <p:nvPicPr>
            <p:cNvPr id="9" name="Graphic 8">
              <a:extLst>
                <a:ext uri="{FF2B5EF4-FFF2-40B4-BE49-F238E27FC236}">
                  <a16:creationId xmlns:a16="http://schemas.microsoft.com/office/drawing/2014/main" id="{2BBDCAB2-6892-FE15-39FD-82F446E80D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222475" y="5373237"/>
              <a:ext cx="1484763" cy="1484763"/>
            </a:xfrm>
            <a:prstGeom prst="rect">
              <a:avLst/>
            </a:prstGeom>
          </p:spPr>
        </p:pic>
      </p:grpSp>
    </p:spTree>
    <p:extLst>
      <p:ext uri="{BB962C8B-B14F-4D97-AF65-F5344CB8AC3E}">
        <p14:creationId xmlns:p14="http://schemas.microsoft.com/office/powerpoint/2010/main" val="443322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Content Placeholder 2">
            <a:extLst>
              <a:ext uri="{FF2B5EF4-FFF2-40B4-BE49-F238E27FC236}">
                <a16:creationId xmlns:a16="http://schemas.microsoft.com/office/drawing/2014/main" id="{2C2E77BA-4420-33FD-4703-B3C9B3709560}"/>
              </a:ext>
            </a:extLst>
          </p:cNvPr>
          <p:cNvSpPr>
            <a:spLocks noGrp="1"/>
          </p:cNvSpPr>
          <p:nvPr>
            <p:ph idx="11" hasCustomPrompt="1"/>
          </p:nvPr>
        </p:nvSpPr>
        <p:spPr>
          <a:xfrm>
            <a:off x="3384645" y="1446212"/>
            <a:ext cx="8381904"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12" name="Group 11">
            <a:extLst>
              <a:ext uri="{FF2B5EF4-FFF2-40B4-BE49-F238E27FC236}">
                <a16:creationId xmlns:a16="http://schemas.microsoft.com/office/drawing/2014/main" id="{29B04704-D297-7EBA-4063-575F9A18AE97}"/>
              </a:ext>
              <a:ext uri="{C183D7F6-B498-43B3-948B-1728B52AA6E4}">
                <adec:decorative xmlns:adec="http://schemas.microsoft.com/office/drawing/2017/decorative" val="1"/>
              </a:ext>
            </a:extLst>
          </p:cNvPr>
          <p:cNvGrpSpPr/>
          <p:nvPr userDrawn="1"/>
        </p:nvGrpSpPr>
        <p:grpSpPr>
          <a:xfrm>
            <a:off x="-1" y="1454680"/>
            <a:ext cx="3226526" cy="4616810"/>
            <a:chOff x="-1" y="1454680"/>
            <a:chExt cx="3226526" cy="4616810"/>
          </a:xfrm>
        </p:grpSpPr>
        <p:pic>
          <p:nvPicPr>
            <p:cNvPr id="10" name="Graphic 9">
              <a:extLst>
                <a:ext uri="{FF2B5EF4-FFF2-40B4-BE49-F238E27FC236}">
                  <a16:creationId xmlns:a16="http://schemas.microsoft.com/office/drawing/2014/main" id="{E2A83B14-DFD2-B90C-6387-CBF520E30DC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flipH="1">
              <a:off x="918119" y="1454679"/>
              <a:ext cx="2308406" cy="2308407"/>
            </a:xfrm>
            <a:prstGeom prst="rect">
              <a:avLst/>
            </a:prstGeom>
          </p:spPr>
        </p:pic>
        <p:pic>
          <p:nvPicPr>
            <p:cNvPr id="11" name="Graphic 10">
              <a:extLst>
                <a:ext uri="{FF2B5EF4-FFF2-40B4-BE49-F238E27FC236}">
                  <a16:creationId xmlns:a16="http://schemas.microsoft.com/office/drawing/2014/main" id="{6816DF95-FC03-CC86-B8D8-20652505E240}"/>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60227"/>
            <a:stretch/>
          </p:blipFill>
          <p:spPr>
            <a:xfrm rot="10800000">
              <a:off x="-1" y="3763084"/>
              <a:ext cx="918119" cy="2308406"/>
            </a:xfrm>
            <a:prstGeom prst="rect">
              <a:avLst/>
            </a:prstGeom>
          </p:spPr>
        </p:pic>
      </p:grpSp>
    </p:spTree>
    <p:extLst>
      <p:ext uri="{BB962C8B-B14F-4D97-AF65-F5344CB8AC3E}">
        <p14:creationId xmlns:p14="http://schemas.microsoft.com/office/powerpoint/2010/main" val="1190847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6" name="Content Placeholder 2">
            <a:extLst>
              <a:ext uri="{FF2B5EF4-FFF2-40B4-BE49-F238E27FC236}">
                <a16:creationId xmlns:a16="http://schemas.microsoft.com/office/drawing/2014/main" id="{0B12C593-773C-E67F-DB83-82BD217D311F}"/>
              </a:ext>
            </a:extLst>
          </p:cNvPr>
          <p:cNvSpPr>
            <a:spLocks noGrp="1"/>
          </p:cNvSpPr>
          <p:nvPr>
            <p:ph idx="11" hasCustomPrompt="1"/>
          </p:nvPr>
        </p:nvSpPr>
        <p:spPr>
          <a:xfrm>
            <a:off x="3384645" y="1446212"/>
            <a:ext cx="8381904"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7" name="Group 6">
            <a:extLst>
              <a:ext uri="{FF2B5EF4-FFF2-40B4-BE49-F238E27FC236}">
                <a16:creationId xmlns:a16="http://schemas.microsoft.com/office/drawing/2014/main" id="{F06DE2F9-7CCD-3A2F-30CC-C7D24C868994}"/>
              </a:ext>
              <a:ext uri="{C183D7F6-B498-43B3-948B-1728B52AA6E4}">
                <adec:decorative xmlns:adec="http://schemas.microsoft.com/office/drawing/2017/decorative" val="1"/>
              </a:ext>
            </a:extLst>
          </p:cNvPr>
          <p:cNvGrpSpPr/>
          <p:nvPr userDrawn="1"/>
        </p:nvGrpSpPr>
        <p:grpSpPr>
          <a:xfrm>
            <a:off x="-1" y="1454680"/>
            <a:ext cx="3226526" cy="4616810"/>
            <a:chOff x="-1" y="1454680"/>
            <a:chExt cx="3226526" cy="4616810"/>
          </a:xfrm>
        </p:grpSpPr>
        <p:pic>
          <p:nvPicPr>
            <p:cNvPr id="10" name="Graphic 9">
              <a:extLst>
                <a:ext uri="{FF2B5EF4-FFF2-40B4-BE49-F238E27FC236}">
                  <a16:creationId xmlns:a16="http://schemas.microsoft.com/office/drawing/2014/main" id="{E2A83B14-DFD2-B90C-6387-CBF520E30DC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flipH="1">
              <a:off x="918119" y="1454679"/>
              <a:ext cx="2308406" cy="2308407"/>
            </a:xfrm>
            <a:prstGeom prst="rect">
              <a:avLst/>
            </a:prstGeom>
          </p:spPr>
        </p:pic>
        <p:pic>
          <p:nvPicPr>
            <p:cNvPr id="4" name="Graphic 3">
              <a:extLst>
                <a:ext uri="{FF2B5EF4-FFF2-40B4-BE49-F238E27FC236}">
                  <a16:creationId xmlns:a16="http://schemas.microsoft.com/office/drawing/2014/main" id="{2628BD85-5B0A-7D0D-95ED-9672F51D74F6}"/>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60227"/>
            <a:stretch/>
          </p:blipFill>
          <p:spPr>
            <a:xfrm rot="10800000">
              <a:off x="-1" y="3763084"/>
              <a:ext cx="918119" cy="2308406"/>
            </a:xfrm>
            <a:prstGeom prst="rect">
              <a:avLst/>
            </a:prstGeom>
          </p:spPr>
        </p:pic>
      </p:grpSp>
    </p:spTree>
    <p:extLst>
      <p:ext uri="{BB962C8B-B14F-4D97-AF65-F5344CB8AC3E}">
        <p14:creationId xmlns:p14="http://schemas.microsoft.com/office/powerpoint/2010/main" val="1897412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Content Placeholder 2">
            <a:extLst>
              <a:ext uri="{FF2B5EF4-FFF2-40B4-BE49-F238E27FC236}">
                <a16:creationId xmlns:a16="http://schemas.microsoft.com/office/drawing/2014/main" id="{FB00E452-A8AB-FCA1-7196-432BABC0064A}"/>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428624" y="1446213"/>
            <a:ext cx="1833350" cy="1833350"/>
          </a:xfrm>
          <a:prstGeom prst="rect">
            <a:avLst/>
          </a:prstGeom>
        </p:spPr>
      </p:pic>
    </p:spTree>
    <p:extLst>
      <p:ext uri="{BB962C8B-B14F-4D97-AF65-F5344CB8AC3E}">
        <p14:creationId xmlns:p14="http://schemas.microsoft.com/office/powerpoint/2010/main" val="39815653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Content Placeholder 2">
            <a:extLst>
              <a:ext uri="{FF2B5EF4-FFF2-40B4-BE49-F238E27FC236}">
                <a16:creationId xmlns:a16="http://schemas.microsoft.com/office/drawing/2014/main" id="{BF8EBD0A-DCBF-5697-AB86-E59F43E1D95B}"/>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428624" y="1446213"/>
            <a:ext cx="1833350" cy="1833350"/>
          </a:xfrm>
          <a:prstGeom prst="rect">
            <a:avLst/>
          </a:prstGeom>
        </p:spPr>
      </p:pic>
    </p:spTree>
    <p:extLst>
      <p:ext uri="{BB962C8B-B14F-4D97-AF65-F5344CB8AC3E}">
        <p14:creationId xmlns:p14="http://schemas.microsoft.com/office/powerpoint/2010/main" val="1436997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Content Placeholder 2">
            <a:extLst>
              <a:ext uri="{FF2B5EF4-FFF2-40B4-BE49-F238E27FC236}">
                <a16:creationId xmlns:a16="http://schemas.microsoft.com/office/drawing/2014/main" id="{34DCFC9F-3888-3FE8-C62C-CCD59B04A97D}"/>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4243599"/>
            <a:ext cx="1833350" cy="1833350"/>
          </a:xfrm>
          <a:prstGeom prst="rect">
            <a:avLst/>
          </a:prstGeom>
        </p:spPr>
      </p:pic>
    </p:spTree>
    <p:extLst>
      <p:ext uri="{BB962C8B-B14F-4D97-AF65-F5344CB8AC3E}">
        <p14:creationId xmlns:p14="http://schemas.microsoft.com/office/powerpoint/2010/main" val="200438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Content Placeholder 2">
            <a:extLst>
              <a:ext uri="{FF2B5EF4-FFF2-40B4-BE49-F238E27FC236}">
                <a16:creationId xmlns:a16="http://schemas.microsoft.com/office/drawing/2014/main" id="{73135E85-701C-2A07-70DF-01ECB1643946}"/>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4243599"/>
            <a:ext cx="1833350" cy="1833350"/>
          </a:xfrm>
          <a:prstGeom prst="rect">
            <a:avLst/>
          </a:prstGeom>
        </p:spPr>
      </p:pic>
    </p:spTree>
    <p:extLst>
      <p:ext uri="{BB962C8B-B14F-4D97-AF65-F5344CB8AC3E}">
        <p14:creationId xmlns:p14="http://schemas.microsoft.com/office/powerpoint/2010/main" val="34586884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10">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4B83068-C3D7-CF06-D0DA-182E373A26E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8729569" y="-14068"/>
            <a:ext cx="3490567" cy="3490567"/>
          </a:xfrm>
          <a:prstGeom prst="rect">
            <a:avLst/>
          </a:prstGeom>
        </p:spPr>
      </p:pic>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Content Placeholder 2">
            <a:extLst>
              <a:ext uri="{FF2B5EF4-FFF2-40B4-BE49-F238E27FC236}">
                <a16:creationId xmlns:a16="http://schemas.microsoft.com/office/drawing/2014/main" id="{EFFFDD0C-B234-E48F-1117-E71A1BF8BD15}"/>
              </a:ext>
            </a:extLst>
          </p:cNvPr>
          <p:cNvSpPr>
            <a:spLocks noGrp="1"/>
          </p:cNvSpPr>
          <p:nvPr>
            <p:ph idx="11" hasCustomPrompt="1"/>
          </p:nvPr>
        </p:nvSpPr>
        <p:spPr>
          <a:xfrm>
            <a:off x="428624" y="1446212"/>
            <a:ext cx="8442421"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25427780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1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4B83068-C3D7-CF06-D0DA-182E373A26E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8729569" y="-14068"/>
            <a:ext cx="3490567" cy="3490567"/>
          </a:xfrm>
          <a:prstGeom prst="rect">
            <a:avLst/>
          </a:prstGeom>
        </p:spPr>
      </p:pic>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Content Placeholder 2">
            <a:extLst>
              <a:ext uri="{FF2B5EF4-FFF2-40B4-BE49-F238E27FC236}">
                <a16:creationId xmlns:a16="http://schemas.microsoft.com/office/drawing/2014/main" id="{0CA31D4C-9EC0-0FDC-B08E-7FAC603BC4A8}"/>
              </a:ext>
            </a:extLst>
          </p:cNvPr>
          <p:cNvSpPr>
            <a:spLocks noGrp="1"/>
          </p:cNvSpPr>
          <p:nvPr>
            <p:ph idx="11" hasCustomPrompt="1"/>
          </p:nvPr>
        </p:nvSpPr>
        <p:spPr>
          <a:xfrm>
            <a:off x="428624" y="1446212"/>
            <a:ext cx="8442421"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3049182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3" name="Content Placeholder 2">
            <a:extLst>
              <a:ext uri="{FF2B5EF4-FFF2-40B4-BE49-F238E27FC236}">
                <a16:creationId xmlns:a16="http://schemas.microsoft.com/office/drawing/2014/main" id="{DE53F9C9-7BFC-1D24-B33A-98C5AEE75744}"/>
              </a:ext>
            </a:extLst>
          </p:cNvPr>
          <p:cNvSpPr>
            <a:spLocks noGrp="1"/>
          </p:cNvSpPr>
          <p:nvPr>
            <p:ph idx="11" hasCustomPrompt="1"/>
          </p:nvPr>
        </p:nvSpPr>
        <p:spPr>
          <a:xfrm>
            <a:off x="2197290" y="3084394"/>
            <a:ext cx="6680491" cy="2992555"/>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pic>
        <p:nvPicPr>
          <p:cNvPr id="7" name="Graphic 6">
            <a:extLst>
              <a:ext uri="{FF2B5EF4-FFF2-40B4-BE49-F238E27FC236}">
                <a16:creationId xmlns:a16="http://schemas.microsoft.com/office/drawing/2014/main" id="{64AC1AE4-3636-2591-EBF8-5A2493285FC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1446213"/>
            <a:ext cx="2734491" cy="2734491"/>
          </a:xfrm>
          <a:prstGeom prst="rect">
            <a:avLst/>
          </a:prstGeom>
        </p:spPr>
      </p:pic>
      <p:pic>
        <p:nvPicPr>
          <p:cNvPr id="10" name="Graphic 9">
            <a:extLst>
              <a:ext uri="{FF2B5EF4-FFF2-40B4-BE49-F238E27FC236}">
                <a16:creationId xmlns:a16="http://schemas.microsoft.com/office/drawing/2014/main" id="{22501D31-6936-420C-ACFF-982A9191305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800000">
            <a:off x="9038048" y="3342781"/>
            <a:ext cx="2734491" cy="2734491"/>
          </a:xfrm>
          <a:prstGeom prst="rect">
            <a:avLst/>
          </a:prstGeom>
        </p:spPr>
      </p:pic>
    </p:spTree>
    <p:extLst>
      <p:ext uri="{BB962C8B-B14F-4D97-AF65-F5344CB8AC3E}">
        <p14:creationId xmlns:p14="http://schemas.microsoft.com/office/powerpoint/2010/main" val="36000542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3" name="Content Placeholder 2">
            <a:extLst>
              <a:ext uri="{FF2B5EF4-FFF2-40B4-BE49-F238E27FC236}">
                <a16:creationId xmlns:a16="http://schemas.microsoft.com/office/drawing/2014/main" id="{A23D37F2-34C1-3164-2998-05614FE79C95}"/>
              </a:ext>
            </a:extLst>
          </p:cNvPr>
          <p:cNvSpPr>
            <a:spLocks noGrp="1"/>
          </p:cNvSpPr>
          <p:nvPr>
            <p:ph idx="11" hasCustomPrompt="1"/>
          </p:nvPr>
        </p:nvSpPr>
        <p:spPr>
          <a:xfrm>
            <a:off x="2197290" y="3084394"/>
            <a:ext cx="6680491" cy="2992555"/>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pic>
        <p:nvPicPr>
          <p:cNvPr id="7" name="Graphic 6">
            <a:extLst>
              <a:ext uri="{FF2B5EF4-FFF2-40B4-BE49-F238E27FC236}">
                <a16:creationId xmlns:a16="http://schemas.microsoft.com/office/drawing/2014/main" id="{64AC1AE4-3636-2591-EBF8-5A2493285FC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1446213"/>
            <a:ext cx="2734491" cy="2734491"/>
          </a:xfrm>
          <a:prstGeom prst="rect">
            <a:avLst/>
          </a:prstGeom>
        </p:spPr>
      </p:pic>
      <p:pic>
        <p:nvPicPr>
          <p:cNvPr id="9" name="Graphic 8">
            <a:extLst>
              <a:ext uri="{FF2B5EF4-FFF2-40B4-BE49-F238E27FC236}">
                <a16:creationId xmlns:a16="http://schemas.microsoft.com/office/drawing/2014/main" id="{7CD25A46-D852-06A3-C070-0D7F9D2DFDF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9038048" y="3342781"/>
            <a:ext cx="2734491" cy="2734491"/>
          </a:xfrm>
          <a:prstGeom prst="rect">
            <a:avLst/>
          </a:prstGeom>
        </p:spPr>
      </p:pic>
    </p:spTree>
    <p:extLst>
      <p:ext uri="{BB962C8B-B14F-4D97-AF65-F5344CB8AC3E}">
        <p14:creationId xmlns:p14="http://schemas.microsoft.com/office/powerpoint/2010/main" val="35687827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6" name="Content Placeholder 2">
            <a:extLst>
              <a:ext uri="{FF2B5EF4-FFF2-40B4-BE49-F238E27FC236}">
                <a16:creationId xmlns:a16="http://schemas.microsoft.com/office/drawing/2014/main" id="{AC8AC44C-BB04-C5BB-3272-F65FD685E841}"/>
              </a:ext>
            </a:extLst>
          </p:cNvPr>
          <p:cNvSpPr>
            <a:spLocks noGrp="1"/>
          </p:cNvSpPr>
          <p:nvPr>
            <p:ph idx="11" hasCustomPrompt="1"/>
          </p:nvPr>
        </p:nvSpPr>
        <p:spPr>
          <a:xfrm>
            <a:off x="2197290" y="3084394"/>
            <a:ext cx="6680491" cy="2992555"/>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pic>
        <p:nvPicPr>
          <p:cNvPr id="7" name="Graphic 6">
            <a:extLst>
              <a:ext uri="{FF2B5EF4-FFF2-40B4-BE49-F238E27FC236}">
                <a16:creationId xmlns:a16="http://schemas.microsoft.com/office/drawing/2014/main" id="{64AC1AE4-3636-2591-EBF8-5A2493285FC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1446213"/>
            <a:ext cx="2734491" cy="2734491"/>
          </a:xfrm>
          <a:prstGeom prst="rect">
            <a:avLst/>
          </a:prstGeom>
        </p:spPr>
      </p:pic>
      <p:pic>
        <p:nvPicPr>
          <p:cNvPr id="4" name="Graphic 3">
            <a:extLst>
              <a:ext uri="{FF2B5EF4-FFF2-40B4-BE49-F238E27FC236}">
                <a16:creationId xmlns:a16="http://schemas.microsoft.com/office/drawing/2014/main" id="{DF69ABC1-670A-EF0D-7C56-BD06F9D0251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9038048" y="3342781"/>
            <a:ext cx="2734491" cy="2734491"/>
          </a:xfrm>
          <a:prstGeom prst="rect">
            <a:avLst/>
          </a:prstGeom>
        </p:spPr>
      </p:pic>
    </p:spTree>
    <p:extLst>
      <p:ext uri="{BB962C8B-B14F-4D97-AF65-F5344CB8AC3E}">
        <p14:creationId xmlns:p14="http://schemas.microsoft.com/office/powerpoint/2010/main" val="42790667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lnSpc>
                <a:spcPct val="100000"/>
              </a:lnSpc>
              <a:defRPr/>
            </a:lvl1pPr>
          </a:lstStyle>
          <a:p>
            <a:r>
              <a:rPr lang="en-US" dirty="0"/>
              <a:t>Title</a:t>
            </a:r>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3" name="Slide Number Placeholder 5">
            <a:extLst>
              <a:ext uri="{FF2B5EF4-FFF2-40B4-BE49-F238E27FC236}">
                <a16:creationId xmlns:a16="http://schemas.microsoft.com/office/drawing/2014/main" id="{835715C9-752F-27C5-8AC2-5672C84C6123}"/>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26932978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Without title">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371D70F-68B5-DD4A-6E9F-DB676EF7BC3A}"/>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28836906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83729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48785D0-F5D7-C2BD-C6A9-98DBFBDFE1F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10822330" y="1"/>
            <a:ext cx="1369670" cy="1369670"/>
          </a:xfrm>
          <a:prstGeom prst="rect">
            <a:avLst/>
          </a:prstGeom>
        </p:spPr>
      </p:pic>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7" name="Content Placeholder 2">
            <a:extLst>
              <a:ext uri="{FF2B5EF4-FFF2-40B4-BE49-F238E27FC236}">
                <a16:creationId xmlns:a16="http://schemas.microsoft.com/office/drawing/2014/main" id="{4F4ECEB7-E07A-7A71-72F2-6E250063872D}"/>
              </a:ext>
            </a:extLst>
          </p:cNvPr>
          <p:cNvSpPr>
            <a:spLocks noGrp="1"/>
          </p:cNvSpPr>
          <p:nvPr>
            <p:ph idx="12" hasCustomPrompt="1"/>
          </p:nvPr>
        </p:nvSpPr>
        <p:spPr>
          <a:xfrm>
            <a:off x="428624" y="1446212"/>
            <a:ext cx="54864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cxnSp>
        <p:nvCxnSpPr>
          <p:cNvPr id="3" name="Straight Connector 2">
            <a:extLst>
              <a:ext uri="{FF2B5EF4-FFF2-40B4-BE49-F238E27FC236}">
                <a16:creationId xmlns:a16="http://schemas.microsoft.com/office/drawing/2014/main" id="{1E0EAC6A-A6C2-66A3-C8C0-3F5ABACF7D2C}"/>
              </a:ext>
            </a:extLst>
          </p:cNvPr>
          <p:cNvCxnSpPr>
            <a:cxnSpLocks/>
          </p:cNvCxnSpPr>
          <p:nvPr userDrawn="1"/>
        </p:nvCxnSpPr>
        <p:spPr>
          <a:xfrm>
            <a:off x="6097587"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32FF7271-3C8C-31AB-981B-7467A0E264E1}"/>
              </a:ext>
            </a:extLst>
          </p:cNvPr>
          <p:cNvSpPr>
            <a:spLocks noGrp="1"/>
          </p:cNvSpPr>
          <p:nvPr>
            <p:ph idx="13" hasCustomPrompt="1"/>
          </p:nvPr>
        </p:nvSpPr>
        <p:spPr>
          <a:xfrm>
            <a:off x="6280150" y="1446212"/>
            <a:ext cx="54864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4" name="Slide Number Placeholder 5">
            <a:extLst>
              <a:ext uri="{FF2B5EF4-FFF2-40B4-BE49-F238E27FC236}">
                <a16:creationId xmlns:a16="http://schemas.microsoft.com/office/drawing/2014/main" id="{DD5FC312-F0E9-0D35-0A90-49621D92794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39421170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Text Placeholder 11">
            <a:extLst>
              <a:ext uri="{FF2B5EF4-FFF2-40B4-BE49-F238E27FC236}">
                <a16:creationId xmlns:a16="http://schemas.microsoft.com/office/drawing/2014/main" id="{2387BA6D-A7AE-3F35-E292-AB3A29B17098}"/>
              </a:ext>
            </a:extLst>
          </p:cNvPr>
          <p:cNvSpPr>
            <a:spLocks noGrp="1"/>
          </p:cNvSpPr>
          <p:nvPr>
            <p:ph type="body" sz="quarter" idx="13" hasCustomPrompt="1"/>
          </p:nvPr>
        </p:nvSpPr>
        <p:spPr>
          <a:xfrm>
            <a:off x="428624" y="1446212"/>
            <a:ext cx="3566160" cy="4630737"/>
          </a:xfrm>
        </p:spPr>
        <p:txBody>
          <a:bodyPr lIns="0" tIns="0" rIns="0" bIns="0"/>
          <a:lstStyle/>
          <a:p>
            <a:pPr lvl="0"/>
            <a:r>
              <a:rPr lang="en-US" dirty="0"/>
              <a:t>Level 01</a:t>
            </a:r>
          </a:p>
          <a:p>
            <a:pPr lvl="1"/>
            <a:r>
              <a:rPr lang="en-US" dirty="0"/>
              <a:t>Level 02</a:t>
            </a:r>
          </a:p>
          <a:p>
            <a:pPr lvl="2"/>
            <a:r>
              <a:rPr lang="en-US" dirty="0"/>
              <a:t>Level 03</a:t>
            </a:r>
          </a:p>
          <a:p>
            <a:pPr lvl="3"/>
            <a:r>
              <a:rPr lang="en-US" dirty="0"/>
              <a:t>Level 04</a:t>
            </a:r>
          </a:p>
        </p:txBody>
      </p:sp>
      <p:cxnSp>
        <p:nvCxnSpPr>
          <p:cNvPr id="3" name="Straight Connector 2">
            <a:extLst>
              <a:ext uri="{FF2B5EF4-FFF2-40B4-BE49-F238E27FC236}">
                <a16:creationId xmlns:a16="http://schemas.microsoft.com/office/drawing/2014/main" id="{F8A737D2-6B87-DFC3-DA84-6860E12B811E}"/>
              </a:ext>
            </a:extLst>
          </p:cNvPr>
          <p:cNvCxnSpPr>
            <a:cxnSpLocks/>
          </p:cNvCxnSpPr>
          <p:nvPr userDrawn="1"/>
        </p:nvCxnSpPr>
        <p:spPr>
          <a:xfrm>
            <a:off x="4153852"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 Placeholder 11">
            <a:extLst>
              <a:ext uri="{FF2B5EF4-FFF2-40B4-BE49-F238E27FC236}">
                <a16:creationId xmlns:a16="http://schemas.microsoft.com/office/drawing/2014/main" id="{53EC500C-DC96-24C1-FB6D-38F10FFA079E}"/>
              </a:ext>
            </a:extLst>
          </p:cNvPr>
          <p:cNvSpPr>
            <a:spLocks noGrp="1"/>
          </p:cNvSpPr>
          <p:nvPr>
            <p:ph type="body" sz="quarter" idx="14" hasCustomPrompt="1"/>
          </p:nvPr>
        </p:nvSpPr>
        <p:spPr>
          <a:xfrm>
            <a:off x="4312920" y="1446212"/>
            <a:ext cx="3566160" cy="4630737"/>
          </a:xfrm>
        </p:spPr>
        <p:txBody>
          <a:bodyPr lIns="0" tIns="0" rIns="0" bIns="0"/>
          <a:lstStyle/>
          <a:p>
            <a:pPr lvl="0"/>
            <a:r>
              <a:rPr lang="en-US" dirty="0"/>
              <a:t>Level 01</a:t>
            </a:r>
          </a:p>
          <a:p>
            <a:pPr lvl="1"/>
            <a:r>
              <a:rPr lang="en-US" dirty="0"/>
              <a:t>Level 02</a:t>
            </a:r>
          </a:p>
          <a:p>
            <a:pPr lvl="2"/>
            <a:r>
              <a:rPr lang="en-US" dirty="0"/>
              <a:t>Level 03</a:t>
            </a:r>
          </a:p>
          <a:p>
            <a:pPr lvl="3"/>
            <a:r>
              <a:rPr lang="en-US" dirty="0"/>
              <a:t>Level 04</a:t>
            </a:r>
          </a:p>
        </p:txBody>
      </p:sp>
      <p:cxnSp>
        <p:nvCxnSpPr>
          <p:cNvPr id="5" name="Straight Connector 4">
            <a:extLst>
              <a:ext uri="{FF2B5EF4-FFF2-40B4-BE49-F238E27FC236}">
                <a16:creationId xmlns:a16="http://schemas.microsoft.com/office/drawing/2014/main" id="{05432266-537A-E53F-5875-D324F4DFC0A5}"/>
              </a:ext>
            </a:extLst>
          </p:cNvPr>
          <p:cNvCxnSpPr>
            <a:cxnSpLocks/>
          </p:cNvCxnSpPr>
          <p:nvPr userDrawn="1"/>
        </p:nvCxnSpPr>
        <p:spPr>
          <a:xfrm>
            <a:off x="8038148"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 Placeholder 11">
            <a:extLst>
              <a:ext uri="{FF2B5EF4-FFF2-40B4-BE49-F238E27FC236}">
                <a16:creationId xmlns:a16="http://schemas.microsoft.com/office/drawing/2014/main" id="{4B8D4FE2-3660-5569-5772-F7846E85E0EF}"/>
              </a:ext>
            </a:extLst>
          </p:cNvPr>
          <p:cNvSpPr>
            <a:spLocks noGrp="1"/>
          </p:cNvSpPr>
          <p:nvPr>
            <p:ph type="body" sz="quarter" idx="15" hasCustomPrompt="1"/>
          </p:nvPr>
        </p:nvSpPr>
        <p:spPr>
          <a:xfrm>
            <a:off x="8197215" y="1446212"/>
            <a:ext cx="3566160" cy="4630737"/>
          </a:xfrm>
        </p:spPr>
        <p:txBody>
          <a:bodyPr lIns="0" tIns="0" rIns="0" bIns="0"/>
          <a:lstStyle/>
          <a:p>
            <a:pPr lvl="0"/>
            <a:r>
              <a:rPr lang="en-US" dirty="0"/>
              <a:t>Level 01</a:t>
            </a:r>
          </a:p>
          <a:p>
            <a:pPr lvl="1"/>
            <a:r>
              <a:rPr lang="en-US" dirty="0"/>
              <a:t>Level 02</a:t>
            </a:r>
          </a:p>
          <a:p>
            <a:pPr lvl="2"/>
            <a:r>
              <a:rPr lang="en-US" dirty="0"/>
              <a:t>Level 03</a:t>
            </a:r>
          </a:p>
          <a:p>
            <a:pPr lvl="3"/>
            <a:r>
              <a:rPr lang="en-US" dirty="0"/>
              <a:t>Level 04</a:t>
            </a:r>
          </a:p>
        </p:txBody>
      </p:sp>
      <p:sp>
        <p:nvSpPr>
          <p:cNvPr id="6" name="Slide Number Placeholder 5">
            <a:extLst>
              <a:ext uri="{FF2B5EF4-FFF2-40B4-BE49-F238E27FC236}">
                <a16:creationId xmlns:a16="http://schemas.microsoft.com/office/drawing/2014/main" id="{AB30C074-8F33-E5B3-9A55-D11D3E78E9BC}"/>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5833764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3" name="Text Placeholder 3">
            <a:extLst>
              <a:ext uri="{FF2B5EF4-FFF2-40B4-BE49-F238E27FC236}">
                <a16:creationId xmlns:a16="http://schemas.microsoft.com/office/drawing/2014/main" id="{AC80D85C-7F74-EF15-F42E-B26573598E05}"/>
              </a:ext>
            </a:extLst>
          </p:cNvPr>
          <p:cNvSpPr>
            <a:spLocks noGrp="1"/>
          </p:cNvSpPr>
          <p:nvPr>
            <p:ph type="body" sz="quarter" idx="21" hasCustomPrompt="1"/>
          </p:nvPr>
        </p:nvSpPr>
        <p:spPr>
          <a:xfrm>
            <a:off x="428624" y="1446213"/>
            <a:ext cx="5486400" cy="548640"/>
          </a:xfrm>
        </p:spPr>
        <p:txBody>
          <a:bodyPr anchor="ctr"/>
          <a:lstStyle>
            <a:lvl1pPr marL="0" indent="0">
              <a:spcAft>
                <a:spcPts val="0"/>
              </a:spcAft>
              <a:buNone/>
              <a:defRPr sz="1800">
                <a:solidFill>
                  <a:schemeClr val="accent1"/>
                </a:solidFill>
                <a:latin typeface="+mj-lt"/>
              </a:defRPr>
            </a:lvl1pPr>
          </a:lstStyle>
          <a:p>
            <a:pPr lvl="0"/>
            <a:r>
              <a:rPr lang="en-US" dirty="0"/>
              <a:t>Heading</a:t>
            </a:r>
          </a:p>
        </p:txBody>
      </p:sp>
      <p:sp>
        <p:nvSpPr>
          <p:cNvPr id="6" name="Content Placeholder 2">
            <a:extLst>
              <a:ext uri="{FF2B5EF4-FFF2-40B4-BE49-F238E27FC236}">
                <a16:creationId xmlns:a16="http://schemas.microsoft.com/office/drawing/2014/main" id="{5700FE41-5068-BC51-A4B6-593B5760B3DE}"/>
              </a:ext>
            </a:extLst>
          </p:cNvPr>
          <p:cNvSpPr>
            <a:spLocks noGrp="1"/>
          </p:cNvSpPr>
          <p:nvPr>
            <p:ph idx="12" hasCustomPrompt="1"/>
          </p:nvPr>
        </p:nvSpPr>
        <p:spPr>
          <a:xfrm>
            <a:off x="428624" y="1994854"/>
            <a:ext cx="5486400" cy="4082096"/>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cxnSp>
        <p:nvCxnSpPr>
          <p:cNvPr id="24" name="Straight Connector 23">
            <a:extLst>
              <a:ext uri="{FF2B5EF4-FFF2-40B4-BE49-F238E27FC236}">
                <a16:creationId xmlns:a16="http://schemas.microsoft.com/office/drawing/2014/main" id="{211BA7B0-5B3E-37FB-ABC1-62CDDC761C13}"/>
              </a:ext>
            </a:extLst>
          </p:cNvPr>
          <p:cNvCxnSpPr>
            <a:cxnSpLocks/>
          </p:cNvCxnSpPr>
          <p:nvPr userDrawn="1"/>
        </p:nvCxnSpPr>
        <p:spPr>
          <a:xfrm>
            <a:off x="6097587"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A0D33B2D-3680-CFA8-4922-DC944983F91C}"/>
              </a:ext>
            </a:extLst>
          </p:cNvPr>
          <p:cNvSpPr>
            <a:spLocks noGrp="1"/>
          </p:cNvSpPr>
          <p:nvPr>
            <p:ph type="body" sz="quarter" idx="22" hasCustomPrompt="1"/>
          </p:nvPr>
        </p:nvSpPr>
        <p:spPr>
          <a:xfrm>
            <a:off x="6280150" y="1446213"/>
            <a:ext cx="5486400" cy="548640"/>
          </a:xfrm>
        </p:spPr>
        <p:txBody>
          <a:bodyPr anchor="ctr"/>
          <a:lstStyle>
            <a:lvl1pPr marL="0" indent="0">
              <a:spcAft>
                <a:spcPts val="0"/>
              </a:spcAft>
              <a:buNone/>
              <a:defRPr sz="1800">
                <a:solidFill>
                  <a:schemeClr val="accent3"/>
                </a:solidFill>
                <a:latin typeface="+mj-lt"/>
              </a:defRPr>
            </a:lvl1pPr>
          </a:lstStyle>
          <a:p>
            <a:pPr lvl="0"/>
            <a:r>
              <a:rPr lang="en-US" dirty="0"/>
              <a:t>Heading</a:t>
            </a:r>
          </a:p>
        </p:txBody>
      </p:sp>
      <p:sp>
        <p:nvSpPr>
          <p:cNvPr id="7" name="Content Placeholder 2">
            <a:extLst>
              <a:ext uri="{FF2B5EF4-FFF2-40B4-BE49-F238E27FC236}">
                <a16:creationId xmlns:a16="http://schemas.microsoft.com/office/drawing/2014/main" id="{7D652B75-AA09-638D-B391-9800623F8056}"/>
              </a:ext>
            </a:extLst>
          </p:cNvPr>
          <p:cNvSpPr>
            <a:spLocks noGrp="1"/>
          </p:cNvSpPr>
          <p:nvPr>
            <p:ph idx="23" hasCustomPrompt="1"/>
          </p:nvPr>
        </p:nvSpPr>
        <p:spPr>
          <a:xfrm>
            <a:off x="6280150" y="1994854"/>
            <a:ext cx="5486400" cy="4082096"/>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1C26462A-B24E-6496-B1DF-273A6106E18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42522383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6" name="Text Placeholder 3">
            <a:extLst>
              <a:ext uri="{FF2B5EF4-FFF2-40B4-BE49-F238E27FC236}">
                <a16:creationId xmlns:a16="http://schemas.microsoft.com/office/drawing/2014/main" id="{F7CC7CBF-5CAC-89DF-85B0-F8F79253431F}"/>
              </a:ext>
            </a:extLst>
          </p:cNvPr>
          <p:cNvSpPr>
            <a:spLocks noGrp="1"/>
          </p:cNvSpPr>
          <p:nvPr>
            <p:ph type="body" sz="quarter" idx="21" hasCustomPrompt="1"/>
          </p:nvPr>
        </p:nvSpPr>
        <p:spPr>
          <a:xfrm>
            <a:off x="428624" y="1446213"/>
            <a:ext cx="3566160" cy="548640"/>
          </a:xfrm>
        </p:spPr>
        <p:txBody>
          <a:bodyPr anchor="ctr"/>
          <a:lstStyle>
            <a:lvl1pPr marL="0" indent="0">
              <a:spcAft>
                <a:spcPts val="0"/>
              </a:spcAft>
              <a:buNone/>
              <a:defRPr sz="1800">
                <a:solidFill>
                  <a:schemeClr val="accent1"/>
                </a:solidFill>
                <a:latin typeface="+mj-lt"/>
              </a:defRPr>
            </a:lvl1pPr>
          </a:lstStyle>
          <a:p>
            <a:pPr lvl="0"/>
            <a:r>
              <a:rPr lang="en-US" dirty="0"/>
              <a:t>Heading</a:t>
            </a:r>
          </a:p>
        </p:txBody>
      </p:sp>
      <p:sp>
        <p:nvSpPr>
          <p:cNvPr id="12" name="Text Placeholder 11">
            <a:extLst>
              <a:ext uri="{FF2B5EF4-FFF2-40B4-BE49-F238E27FC236}">
                <a16:creationId xmlns:a16="http://schemas.microsoft.com/office/drawing/2014/main" id="{59890119-6112-A65C-5D5F-826D3A8F06E7}"/>
              </a:ext>
            </a:extLst>
          </p:cNvPr>
          <p:cNvSpPr>
            <a:spLocks noGrp="1"/>
          </p:cNvSpPr>
          <p:nvPr>
            <p:ph type="body" sz="quarter" idx="13" hasCustomPrompt="1"/>
          </p:nvPr>
        </p:nvSpPr>
        <p:spPr>
          <a:xfrm>
            <a:off x="428624"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cxnSp>
        <p:nvCxnSpPr>
          <p:cNvPr id="7" name="Straight Connector 6">
            <a:extLst>
              <a:ext uri="{FF2B5EF4-FFF2-40B4-BE49-F238E27FC236}">
                <a16:creationId xmlns:a16="http://schemas.microsoft.com/office/drawing/2014/main" id="{8055F457-6C59-9205-5BC8-37A6E312F763}"/>
              </a:ext>
            </a:extLst>
          </p:cNvPr>
          <p:cNvCxnSpPr>
            <a:cxnSpLocks/>
          </p:cNvCxnSpPr>
          <p:nvPr userDrawn="1"/>
        </p:nvCxnSpPr>
        <p:spPr>
          <a:xfrm>
            <a:off x="4153852"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B299E64B-3AEF-5121-CC02-A5BF0E2C2E35}"/>
              </a:ext>
            </a:extLst>
          </p:cNvPr>
          <p:cNvSpPr>
            <a:spLocks noGrp="1"/>
          </p:cNvSpPr>
          <p:nvPr>
            <p:ph type="body" sz="quarter" idx="19" hasCustomPrompt="1"/>
          </p:nvPr>
        </p:nvSpPr>
        <p:spPr>
          <a:xfrm>
            <a:off x="4318707" y="1446213"/>
            <a:ext cx="3566160" cy="548640"/>
          </a:xfrm>
        </p:spPr>
        <p:txBody>
          <a:bodyPr anchor="ctr"/>
          <a:lstStyle>
            <a:lvl1pPr marL="0" indent="0">
              <a:spcAft>
                <a:spcPts val="0"/>
              </a:spcAft>
              <a:buNone/>
              <a:defRPr sz="1800">
                <a:solidFill>
                  <a:schemeClr val="accent3"/>
                </a:solidFill>
                <a:latin typeface="+mj-lt"/>
              </a:defRPr>
            </a:lvl1pPr>
          </a:lstStyle>
          <a:p>
            <a:pPr lvl="0"/>
            <a:r>
              <a:rPr lang="en-US" dirty="0"/>
              <a:t>Heading</a:t>
            </a:r>
          </a:p>
        </p:txBody>
      </p:sp>
      <p:sp>
        <p:nvSpPr>
          <p:cNvPr id="16" name="Text Placeholder 11">
            <a:extLst>
              <a:ext uri="{FF2B5EF4-FFF2-40B4-BE49-F238E27FC236}">
                <a16:creationId xmlns:a16="http://schemas.microsoft.com/office/drawing/2014/main" id="{12B314BB-47D3-B217-085B-FF4087FD57ED}"/>
              </a:ext>
            </a:extLst>
          </p:cNvPr>
          <p:cNvSpPr>
            <a:spLocks noGrp="1"/>
          </p:cNvSpPr>
          <p:nvPr>
            <p:ph type="body" sz="quarter" idx="15" hasCustomPrompt="1"/>
          </p:nvPr>
        </p:nvSpPr>
        <p:spPr>
          <a:xfrm>
            <a:off x="4318707"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cxnSp>
        <p:nvCxnSpPr>
          <p:cNvPr id="9" name="Straight Connector 8">
            <a:extLst>
              <a:ext uri="{FF2B5EF4-FFF2-40B4-BE49-F238E27FC236}">
                <a16:creationId xmlns:a16="http://schemas.microsoft.com/office/drawing/2014/main" id="{28317E02-C121-6BA0-DE8E-02D7575D7C7C}"/>
              </a:ext>
            </a:extLst>
          </p:cNvPr>
          <p:cNvCxnSpPr>
            <a:cxnSpLocks/>
          </p:cNvCxnSpPr>
          <p:nvPr userDrawn="1"/>
        </p:nvCxnSpPr>
        <p:spPr>
          <a:xfrm>
            <a:off x="8046829"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ext Placeholder 3">
            <a:extLst>
              <a:ext uri="{FF2B5EF4-FFF2-40B4-BE49-F238E27FC236}">
                <a16:creationId xmlns:a16="http://schemas.microsoft.com/office/drawing/2014/main" id="{7F70AEA1-0FFB-C5AB-EE1A-EBC0EB80289D}"/>
              </a:ext>
            </a:extLst>
          </p:cNvPr>
          <p:cNvSpPr>
            <a:spLocks noGrp="1"/>
          </p:cNvSpPr>
          <p:nvPr>
            <p:ph type="body" sz="quarter" idx="20" hasCustomPrompt="1"/>
          </p:nvPr>
        </p:nvSpPr>
        <p:spPr>
          <a:xfrm>
            <a:off x="8208790" y="1446213"/>
            <a:ext cx="3566160" cy="548640"/>
          </a:xfrm>
        </p:spPr>
        <p:txBody>
          <a:bodyPr anchor="ctr"/>
          <a:lstStyle>
            <a:lvl1pPr marL="0" indent="0">
              <a:spcAft>
                <a:spcPts val="0"/>
              </a:spcAft>
              <a:buNone/>
              <a:defRPr sz="1800">
                <a:solidFill>
                  <a:schemeClr val="accent5"/>
                </a:solidFill>
                <a:latin typeface="+mj-lt"/>
              </a:defRPr>
            </a:lvl1pPr>
          </a:lstStyle>
          <a:p>
            <a:pPr lvl="0"/>
            <a:r>
              <a:rPr lang="en-US" dirty="0"/>
              <a:t>Heading</a:t>
            </a:r>
          </a:p>
        </p:txBody>
      </p:sp>
      <p:sp>
        <p:nvSpPr>
          <p:cNvPr id="18" name="Text Placeholder 11">
            <a:extLst>
              <a:ext uri="{FF2B5EF4-FFF2-40B4-BE49-F238E27FC236}">
                <a16:creationId xmlns:a16="http://schemas.microsoft.com/office/drawing/2014/main" id="{56A08DAB-4054-6D4C-0D9A-23E95A1C1CD2}"/>
              </a:ext>
            </a:extLst>
          </p:cNvPr>
          <p:cNvSpPr>
            <a:spLocks noGrp="1"/>
          </p:cNvSpPr>
          <p:nvPr>
            <p:ph type="body" sz="quarter" idx="17" hasCustomPrompt="1"/>
          </p:nvPr>
        </p:nvSpPr>
        <p:spPr>
          <a:xfrm>
            <a:off x="8208790"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3" name="Slide Number Placeholder 5">
            <a:extLst>
              <a:ext uri="{FF2B5EF4-FFF2-40B4-BE49-F238E27FC236}">
                <a16:creationId xmlns:a16="http://schemas.microsoft.com/office/drawing/2014/main" id="{86B26CC1-EC68-EFF1-594A-E7D62DC165B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14322889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our column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2904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6" name="Text Placeholder 3">
            <a:extLst>
              <a:ext uri="{FF2B5EF4-FFF2-40B4-BE49-F238E27FC236}">
                <a16:creationId xmlns:a16="http://schemas.microsoft.com/office/drawing/2014/main" id="{36933FFB-20BC-0D38-2EC5-3BBF25322C4E}"/>
              </a:ext>
            </a:extLst>
          </p:cNvPr>
          <p:cNvSpPr>
            <a:spLocks noGrp="1"/>
          </p:cNvSpPr>
          <p:nvPr>
            <p:ph type="body" sz="quarter" idx="21" hasCustomPrompt="1"/>
          </p:nvPr>
        </p:nvSpPr>
        <p:spPr>
          <a:xfrm>
            <a:off x="428624" y="1446213"/>
            <a:ext cx="2651760" cy="548640"/>
          </a:xfrm>
        </p:spPr>
        <p:txBody>
          <a:bodyPr anchor="ctr"/>
          <a:lstStyle>
            <a:lvl1pPr marL="0" indent="0">
              <a:spcAft>
                <a:spcPts val="0"/>
              </a:spcAft>
              <a:buNone/>
              <a:defRPr sz="1600">
                <a:solidFill>
                  <a:schemeClr val="accent1"/>
                </a:solidFill>
                <a:latin typeface="+mj-lt"/>
              </a:defRPr>
            </a:lvl1pPr>
          </a:lstStyle>
          <a:p>
            <a:pPr lvl="0"/>
            <a:r>
              <a:rPr lang="en-US" dirty="0"/>
              <a:t>Heading</a:t>
            </a:r>
          </a:p>
        </p:txBody>
      </p:sp>
      <p:sp>
        <p:nvSpPr>
          <p:cNvPr id="12" name="Text Placeholder 11">
            <a:extLst>
              <a:ext uri="{FF2B5EF4-FFF2-40B4-BE49-F238E27FC236}">
                <a16:creationId xmlns:a16="http://schemas.microsoft.com/office/drawing/2014/main" id="{59890119-6112-A65C-5D5F-826D3A8F06E7}"/>
              </a:ext>
            </a:extLst>
          </p:cNvPr>
          <p:cNvSpPr>
            <a:spLocks noGrp="1"/>
          </p:cNvSpPr>
          <p:nvPr>
            <p:ph type="body" sz="quarter" idx="13" hasCustomPrompt="1"/>
          </p:nvPr>
        </p:nvSpPr>
        <p:spPr>
          <a:xfrm>
            <a:off x="428624"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cxnSp>
        <p:nvCxnSpPr>
          <p:cNvPr id="11" name="Straight Connector 10">
            <a:extLst>
              <a:ext uri="{FF2B5EF4-FFF2-40B4-BE49-F238E27FC236}">
                <a16:creationId xmlns:a16="http://schemas.microsoft.com/office/drawing/2014/main" id="{BBA5152D-90F9-841D-EC13-0030AD385EBB}"/>
              </a:ext>
            </a:extLst>
          </p:cNvPr>
          <p:cNvCxnSpPr>
            <a:cxnSpLocks/>
          </p:cNvCxnSpPr>
          <p:nvPr userDrawn="1"/>
        </p:nvCxnSpPr>
        <p:spPr>
          <a:xfrm>
            <a:off x="3203695"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D8C626AA-D212-61A1-DE59-8BBEC3A26C74}"/>
              </a:ext>
            </a:extLst>
          </p:cNvPr>
          <p:cNvSpPr>
            <a:spLocks noGrp="1"/>
          </p:cNvSpPr>
          <p:nvPr>
            <p:ph type="body" sz="quarter" idx="22" hasCustomPrompt="1"/>
          </p:nvPr>
        </p:nvSpPr>
        <p:spPr>
          <a:xfrm>
            <a:off x="3327006" y="1446213"/>
            <a:ext cx="2651760" cy="548640"/>
          </a:xfrm>
        </p:spPr>
        <p:txBody>
          <a:bodyPr anchor="ctr"/>
          <a:lstStyle>
            <a:lvl1pPr marL="0" indent="0">
              <a:spcAft>
                <a:spcPts val="0"/>
              </a:spcAft>
              <a:buNone/>
              <a:defRPr sz="1600">
                <a:solidFill>
                  <a:schemeClr val="accent3"/>
                </a:solidFill>
                <a:latin typeface="+mj-lt"/>
              </a:defRPr>
            </a:lvl1pPr>
          </a:lstStyle>
          <a:p>
            <a:pPr lvl="0"/>
            <a:r>
              <a:rPr lang="en-US" dirty="0"/>
              <a:t>Heading</a:t>
            </a:r>
          </a:p>
        </p:txBody>
      </p:sp>
      <p:sp>
        <p:nvSpPr>
          <p:cNvPr id="16" name="Text Placeholder 11">
            <a:extLst>
              <a:ext uri="{FF2B5EF4-FFF2-40B4-BE49-F238E27FC236}">
                <a16:creationId xmlns:a16="http://schemas.microsoft.com/office/drawing/2014/main" id="{12B314BB-47D3-B217-085B-FF4087FD57ED}"/>
              </a:ext>
            </a:extLst>
          </p:cNvPr>
          <p:cNvSpPr>
            <a:spLocks noGrp="1"/>
          </p:cNvSpPr>
          <p:nvPr>
            <p:ph type="body" sz="quarter" idx="15" hasCustomPrompt="1"/>
          </p:nvPr>
        </p:nvSpPr>
        <p:spPr>
          <a:xfrm>
            <a:off x="3327006"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cxnSp>
        <p:nvCxnSpPr>
          <p:cNvPr id="13" name="Straight Connector 12">
            <a:extLst>
              <a:ext uri="{FF2B5EF4-FFF2-40B4-BE49-F238E27FC236}">
                <a16:creationId xmlns:a16="http://schemas.microsoft.com/office/drawing/2014/main" id="{BA886867-C5AE-7140-EDF8-D3A5947BBA94}"/>
              </a:ext>
            </a:extLst>
          </p:cNvPr>
          <p:cNvCxnSpPr>
            <a:cxnSpLocks/>
          </p:cNvCxnSpPr>
          <p:nvPr userDrawn="1"/>
        </p:nvCxnSpPr>
        <p:spPr>
          <a:xfrm>
            <a:off x="6102077"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8A1CCB88-A172-FFF7-96EB-550E3A48F216}"/>
              </a:ext>
            </a:extLst>
          </p:cNvPr>
          <p:cNvSpPr>
            <a:spLocks noGrp="1"/>
          </p:cNvSpPr>
          <p:nvPr>
            <p:ph type="body" sz="quarter" idx="23" hasCustomPrompt="1"/>
          </p:nvPr>
        </p:nvSpPr>
        <p:spPr>
          <a:xfrm>
            <a:off x="6225388" y="1446213"/>
            <a:ext cx="2651760" cy="548640"/>
          </a:xfrm>
        </p:spPr>
        <p:txBody>
          <a:bodyPr anchor="ctr"/>
          <a:lstStyle>
            <a:lvl1pPr marL="0" indent="0">
              <a:spcAft>
                <a:spcPts val="0"/>
              </a:spcAft>
              <a:buNone/>
              <a:defRPr sz="1600">
                <a:solidFill>
                  <a:schemeClr val="accent5"/>
                </a:solidFill>
                <a:latin typeface="+mj-lt"/>
              </a:defRPr>
            </a:lvl1pPr>
          </a:lstStyle>
          <a:p>
            <a:pPr lvl="0"/>
            <a:r>
              <a:rPr lang="en-US" dirty="0"/>
              <a:t>Heading</a:t>
            </a:r>
          </a:p>
        </p:txBody>
      </p:sp>
      <p:sp>
        <p:nvSpPr>
          <p:cNvPr id="18" name="Text Placeholder 11">
            <a:extLst>
              <a:ext uri="{FF2B5EF4-FFF2-40B4-BE49-F238E27FC236}">
                <a16:creationId xmlns:a16="http://schemas.microsoft.com/office/drawing/2014/main" id="{56A08DAB-4054-6D4C-0D9A-23E95A1C1CD2}"/>
              </a:ext>
            </a:extLst>
          </p:cNvPr>
          <p:cNvSpPr>
            <a:spLocks noGrp="1"/>
          </p:cNvSpPr>
          <p:nvPr>
            <p:ph type="body" sz="quarter" idx="17" hasCustomPrompt="1"/>
          </p:nvPr>
        </p:nvSpPr>
        <p:spPr>
          <a:xfrm>
            <a:off x="6225388"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cxnSp>
        <p:nvCxnSpPr>
          <p:cNvPr id="14" name="Straight Connector 13">
            <a:extLst>
              <a:ext uri="{FF2B5EF4-FFF2-40B4-BE49-F238E27FC236}">
                <a16:creationId xmlns:a16="http://schemas.microsoft.com/office/drawing/2014/main" id="{5483FCCB-2C9D-3E40-0646-FB598DF53981}"/>
              </a:ext>
            </a:extLst>
          </p:cNvPr>
          <p:cNvCxnSpPr>
            <a:cxnSpLocks/>
          </p:cNvCxnSpPr>
          <p:nvPr userDrawn="1"/>
        </p:nvCxnSpPr>
        <p:spPr>
          <a:xfrm>
            <a:off x="9000459"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5FB728DE-EE08-176A-4432-66A0B7D88664}"/>
              </a:ext>
            </a:extLst>
          </p:cNvPr>
          <p:cNvSpPr>
            <a:spLocks noGrp="1"/>
          </p:cNvSpPr>
          <p:nvPr>
            <p:ph type="body" sz="quarter" idx="24" hasCustomPrompt="1"/>
          </p:nvPr>
        </p:nvSpPr>
        <p:spPr>
          <a:xfrm>
            <a:off x="9123770" y="1446213"/>
            <a:ext cx="2651760" cy="548640"/>
          </a:xfrm>
        </p:spPr>
        <p:txBody>
          <a:bodyPr anchor="ctr"/>
          <a:lstStyle>
            <a:lvl1pPr marL="0" indent="0">
              <a:spcAft>
                <a:spcPts val="0"/>
              </a:spcAft>
              <a:buNone/>
              <a:defRPr sz="1600">
                <a:solidFill>
                  <a:schemeClr val="accent6"/>
                </a:solidFill>
                <a:latin typeface="+mj-lt"/>
              </a:defRPr>
            </a:lvl1pPr>
          </a:lstStyle>
          <a:p>
            <a:pPr lvl="0"/>
            <a:r>
              <a:rPr lang="en-US" dirty="0"/>
              <a:t>Heading</a:t>
            </a:r>
          </a:p>
        </p:txBody>
      </p:sp>
      <p:sp>
        <p:nvSpPr>
          <p:cNvPr id="3" name="Text Placeholder 11">
            <a:extLst>
              <a:ext uri="{FF2B5EF4-FFF2-40B4-BE49-F238E27FC236}">
                <a16:creationId xmlns:a16="http://schemas.microsoft.com/office/drawing/2014/main" id="{6A06F20C-3D16-6913-4223-0510D4DCF1F2}"/>
              </a:ext>
            </a:extLst>
          </p:cNvPr>
          <p:cNvSpPr>
            <a:spLocks noGrp="1"/>
          </p:cNvSpPr>
          <p:nvPr>
            <p:ph type="body" sz="quarter" idx="19" hasCustomPrompt="1"/>
          </p:nvPr>
        </p:nvSpPr>
        <p:spPr>
          <a:xfrm>
            <a:off x="9123770"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4" name="Slide Number Placeholder 5">
            <a:extLst>
              <a:ext uri="{FF2B5EF4-FFF2-40B4-BE49-F238E27FC236}">
                <a16:creationId xmlns:a16="http://schemas.microsoft.com/office/drawing/2014/main" id="{F39A5C7C-FF3B-791E-7112-DA49F4D0B18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12019586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lumn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7" name="Text Placeholder 3">
            <a:extLst>
              <a:ext uri="{FF2B5EF4-FFF2-40B4-BE49-F238E27FC236}">
                <a16:creationId xmlns:a16="http://schemas.microsoft.com/office/drawing/2014/main" id="{C2CA012C-3387-F6E7-BD07-7F68D4FD7B29}"/>
              </a:ext>
            </a:extLst>
          </p:cNvPr>
          <p:cNvSpPr>
            <a:spLocks noGrp="1"/>
          </p:cNvSpPr>
          <p:nvPr>
            <p:ph type="body" sz="quarter" idx="21" hasCustomPrompt="1"/>
          </p:nvPr>
        </p:nvSpPr>
        <p:spPr>
          <a:xfrm>
            <a:off x="428624" y="1446213"/>
            <a:ext cx="5486400" cy="548640"/>
          </a:xfrm>
        </p:spPr>
        <p:txBody>
          <a:bodyPr anchor="ctr"/>
          <a:lstStyle>
            <a:lvl1pPr marL="0" indent="0">
              <a:spcAft>
                <a:spcPts val="0"/>
              </a:spcAft>
              <a:buNone/>
              <a:defRPr sz="1800">
                <a:solidFill>
                  <a:schemeClr val="accent1"/>
                </a:solidFill>
                <a:latin typeface="+mj-lt"/>
              </a:defRPr>
            </a:lvl1pPr>
          </a:lstStyle>
          <a:p>
            <a:pPr lvl="0"/>
            <a:r>
              <a:rPr lang="en-US" dirty="0"/>
              <a:t>Heading</a:t>
            </a:r>
          </a:p>
        </p:txBody>
      </p:sp>
      <p:sp>
        <p:nvSpPr>
          <p:cNvPr id="4" name="Picture Placeholder 3">
            <a:extLst>
              <a:ext uri="{FF2B5EF4-FFF2-40B4-BE49-F238E27FC236}">
                <a16:creationId xmlns:a16="http://schemas.microsoft.com/office/drawing/2014/main" id="{D273CDCD-A3ED-25B5-B18D-BDF48020EDDD}"/>
              </a:ext>
            </a:extLst>
          </p:cNvPr>
          <p:cNvSpPr>
            <a:spLocks noGrp="1"/>
          </p:cNvSpPr>
          <p:nvPr>
            <p:ph type="pic" sz="quarter" idx="17"/>
          </p:nvPr>
        </p:nvSpPr>
        <p:spPr>
          <a:xfrm>
            <a:off x="428624" y="1994854"/>
            <a:ext cx="5486400" cy="4082096"/>
          </a:xfrm>
        </p:spPr>
        <p:txBody>
          <a:bodyPr anchor="ctr"/>
          <a:lstStyle>
            <a:lvl1pPr marL="0" indent="0" algn="ctr">
              <a:buNone/>
              <a:defRPr/>
            </a:lvl1pPr>
          </a:lstStyle>
          <a:p>
            <a:r>
              <a:rPr lang="fr-FR"/>
              <a:t>Cliquez sur l'icône pour ajouter une image</a:t>
            </a:r>
            <a:endParaRPr lang="en-US" dirty="0"/>
          </a:p>
        </p:txBody>
      </p:sp>
      <p:sp>
        <p:nvSpPr>
          <p:cNvPr id="9" name="Text Placeholder 3">
            <a:extLst>
              <a:ext uri="{FF2B5EF4-FFF2-40B4-BE49-F238E27FC236}">
                <a16:creationId xmlns:a16="http://schemas.microsoft.com/office/drawing/2014/main" id="{28E350C6-C030-D9A7-8FFE-0C6BE159F13B}"/>
              </a:ext>
            </a:extLst>
          </p:cNvPr>
          <p:cNvSpPr>
            <a:spLocks noGrp="1"/>
          </p:cNvSpPr>
          <p:nvPr>
            <p:ph type="body" sz="quarter" idx="22" hasCustomPrompt="1"/>
          </p:nvPr>
        </p:nvSpPr>
        <p:spPr>
          <a:xfrm>
            <a:off x="6280150" y="1446213"/>
            <a:ext cx="5486400" cy="548640"/>
          </a:xfrm>
        </p:spPr>
        <p:txBody>
          <a:bodyPr anchor="ctr"/>
          <a:lstStyle>
            <a:lvl1pPr marL="0" indent="0">
              <a:spcAft>
                <a:spcPts val="0"/>
              </a:spcAft>
              <a:buNone/>
              <a:defRPr sz="1800">
                <a:solidFill>
                  <a:schemeClr val="accent3"/>
                </a:solidFill>
                <a:latin typeface="+mj-lt"/>
              </a:defRPr>
            </a:lvl1pPr>
          </a:lstStyle>
          <a:p>
            <a:pPr lvl="0"/>
            <a:r>
              <a:rPr lang="en-US" dirty="0"/>
              <a:t>Heading</a:t>
            </a:r>
          </a:p>
        </p:txBody>
      </p:sp>
      <p:sp>
        <p:nvSpPr>
          <p:cNvPr id="5" name="Picture Placeholder 3">
            <a:extLst>
              <a:ext uri="{FF2B5EF4-FFF2-40B4-BE49-F238E27FC236}">
                <a16:creationId xmlns:a16="http://schemas.microsoft.com/office/drawing/2014/main" id="{64FC30F8-E61C-6616-BF60-9AFD9F7EBEC9}"/>
              </a:ext>
            </a:extLst>
          </p:cNvPr>
          <p:cNvSpPr>
            <a:spLocks noGrp="1"/>
          </p:cNvSpPr>
          <p:nvPr>
            <p:ph type="pic" sz="quarter" idx="18"/>
          </p:nvPr>
        </p:nvSpPr>
        <p:spPr>
          <a:xfrm>
            <a:off x="6280150" y="1994854"/>
            <a:ext cx="5486400" cy="4082096"/>
          </a:xfrm>
        </p:spPr>
        <p:txBody>
          <a:bodyPr anchor="ctr"/>
          <a:lstStyle>
            <a:lvl1pPr marL="0" indent="0" algn="ctr">
              <a:buNone/>
              <a:defRPr/>
            </a:lvl1pPr>
          </a:lstStyle>
          <a:p>
            <a:r>
              <a:rPr lang="fr-FR"/>
              <a:t>Cliquez sur l'icône pour ajouter une image</a:t>
            </a:r>
            <a:endParaRPr lang="en-US" dirty="0"/>
          </a:p>
        </p:txBody>
      </p:sp>
      <p:sp>
        <p:nvSpPr>
          <p:cNvPr id="3" name="Slide Number Placeholder 5">
            <a:extLst>
              <a:ext uri="{FF2B5EF4-FFF2-40B4-BE49-F238E27FC236}">
                <a16:creationId xmlns:a16="http://schemas.microsoft.com/office/drawing/2014/main" id="{B5B1AEC1-40BF-926F-B166-C26EDD113684}"/>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42506888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column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6" name="Text Placeholder 3">
            <a:extLst>
              <a:ext uri="{FF2B5EF4-FFF2-40B4-BE49-F238E27FC236}">
                <a16:creationId xmlns:a16="http://schemas.microsoft.com/office/drawing/2014/main" id="{5C2280E2-8456-6A59-68C6-B002ACDE4A5D}"/>
              </a:ext>
            </a:extLst>
          </p:cNvPr>
          <p:cNvSpPr>
            <a:spLocks noGrp="1"/>
          </p:cNvSpPr>
          <p:nvPr>
            <p:ph type="body" sz="quarter" idx="22" hasCustomPrompt="1"/>
          </p:nvPr>
        </p:nvSpPr>
        <p:spPr>
          <a:xfrm>
            <a:off x="428624" y="1446213"/>
            <a:ext cx="3566160" cy="548640"/>
          </a:xfrm>
        </p:spPr>
        <p:txBody>
          <a:bodyPr anchor="ctr"/>
          <a:lstStyle>
            <a:lvl1pPr marL="0" indent="0">
              <a:spcAft>
                <a:spcPts val="0"/>
              </a:spcAft>
              <a:buNone/>
              <a:defRPr sz="1800">
                <a:solidFill>
                  <a:schemeClr val="accent1"/>
                </a:solidFill>
                <a:latin typeface="+mj-lt"/>
              </a:defRPr>
            </a:lvl1pPr>
          </a:lstStyle>
          <a:p>
            <a:pPr lvl="0"/>
            <a:r>
              <a:rPr lang="en-US" dirty="0"/>
              <a:t>Heading</a:t>
            </a:r>
          </a:p>
        </p:txBody>
      </p:sp>
      <p:sp>
        <p:nvSpPr>
          <p:cNvPr id="3" name="Picture Placeholder 3">
            <a:extLst>
              <a:ext uri="{FF2B5EF4-FFF2-40B4-BE49-F238E27FC236}">
                <a16:creationId xmlns:a16="http://schemas.microsoft.com/office/drawing/2014/main" id="{3ABED1DD-3627-3441-AC4C-69C0E51BE10F}"/>
              </a:ext>
            </a:extLst>
          </p:cNvPr>
          <p:cNvSpPr>
            <a:spLocks noGrp="1"/>
          </p:cNvSpPr>
          <p:nvPr>
            <p:ph type="pic" sz="quarter" idx="19"/>
          </p:nvPr>
        </p:nvSpPr>
        <p:spPr>
          <a:xfrm>
            <a:off x="428624" y="1994854"/>
            <a:ext cx="3566160" cy="4082096"/>
          </a:xfrm>
        </p:spPr>
        <p:txBody>
          <a:bodyPr anchor="ctr"/>
          <a:lstStyle>
            <a:lvl1pPr marL="0" indent="0" algn="ctr">
              <a:buNone/>
              <a:defRPr sz="1400"/>
            </a:lvl1pPr>
          </a:lstStyle>
          <a:p>
            <a:r>
              <a:rPr lang="fr-FR"/>
              <a:t>Cliquez sur l'icône pour ajouter une image</a:t>
            </a:r>
            <a:endParaRPr lang="en-US" dirty="0"/>
          </a:p>
        </p:txBody>
      </p:sp>
      <p:sp>
        <p:nvSpPr>
          <p:cNvPr id="7" name="Text Placeholder 3">
            <a:extLst>
              <a:ext uri="{FF2B5EF4-FFF2-40B4-BE49-F238E27FC236}">
                <a16:creationId xmlns:a16="http://schemas.microsoft.com/office/drawing/2014/main" id="{52CCFF94-B857-D8DC-B2CD-0FFF4A50C300}"/>
              </a:ext>
            </a:extLst>
          </p:cNvPr>
          <p:cNvSpPr>
            <a:spLocks noGrp="1"/>
          </p:cNvSpPr>
          <p:nvPr>
            <p:ph type="body" sz="quarter" idx="23" hasCustomPrompt="1"/>
          </p:nvPr>
        </p:nvSpPr>
        <p:spPr>
          <a:xfrm>
            <a:off x="4318707" y="1446213"/>
            <a:ext cx="3566160" cy="548640"/>
          </a:xfrm>
        </p:spPr>
        <p:txBody>
          <a:bodyPr anchor="ctr"/>
          <a:lstStyle>
            <a:lvl1pPr marL="0" indent="0">
              <a:spcAft>
                <a:spcPts val="0"/>
              </a:spcAft>
              <a:buNone/>
              <a:defRPr sz="1800">
                <a:solidFill>
                  <a:schemeClr val="accent3"/>
                </a:solidFill>
                <a:latin typeface="+mj-lt"/>
              </a:defRPr>
            </a:lvl1pPr>
          </a:lstStyle>
          <a:p>
            <a:pPr lvl="0"/>
            <a:r>
              <a:rPr lang="en-US" dirty="0"/>
              <a:t>Heading</a:t>
            </a:r>
          </a:p>
        </p:txBody>
      </p:sp>
      <p:sp>
        <p:nvSpPr>
          <p:cNvPr id="4" name="Picture Placeholder 3">
            <a:extLst>
              <a:ext uri="{FF2B5EF4-FFF2-40B4-BE49-F238E27FC236}">
                <a16:creationId xmlns:a16="http://schemas.microsoft.com/office/drawing/2014/main" id="{2918F928-6CA5-FEF8-D882-6AA9F401BE7D}"/>
              </a:ext>
            </a:extLst>
          </p:cNvPr>
          <p:cNvSpPr>
            <a:spLocks noGrp="1"/>
          </p:cNvSpPr>
          <p:nvPr>
            <p:ph type="pic" sz="quarter" idx="20"/>
          </p:nvPr>
        </p:nvSpPr>
        <p:spPr>
          <a:xfrm>
            <a:off x="4318707" y="1994854"/>
            <a:ext cx="3566160" cy="4082096"/>
          </a:xfrm>
        </p:spPr>
        <p:txBody>
          <a:bodyPr anchor="ctr"/>
          <a:lstStyle>
            <a:lvl1pPr marL="0" indent="0" algn="ctr">
              <a:buNone/>
              <a:defRPr sz="1400"/>
            </a:lvl1pPr>
          </a:lstStyle>
          <a:p>
            <a:r>
              <a:rPr lang="fr-FR"/>
              <a:t>Cliquez sur l'icône pour ajouter une image</a:t>
            </a:r>
            <a:endParaRPr lang="en-US" dirty="0"/>
          </a:p>
        </p:txBody>
      </p:sp>
      <p:sp>
        <p:nvSpPr>
          <p:cNvPr id="9" name="Text Placeholder 3">
            <a:extLst>
              <a:ext uri="{FF2B5EF4-FFF2-40B4-BE49-F238E27FC236}">
                <a16:creationId xmlns:a16="http://schemas.microsoft.com/office/drawing/2014/main" id="{3242A419-9A8D-61BF-51EB-69513EA5BE23}"/>
              </a:ext>
            </a:extLst>
          </p:cNvPr>
          <p:cNvSpPr>
            <a:spLocks noGrp="1"/>
          </p:cNvSpPr>
          <p:nvPr>
            <p:ph type="body" sz="quarter" idx="24" hasCustomPrompt="1"/>
          </p:nvPr>
        </p:nvSpPr>
        <p:spPr>
          <a:xfrm>
            <a:off x="8208790" y="1446213"/>
            <a:ext cx="3566160" cy="548640"/>
          </a:xfrm>
        </p:spPr>
        <p:txBody>
          <a:bodyPr anchor="ctr"/>
          <a:lstStyle>
            <a:lvl1pPr marL="0" indent="0">
              <a:spcAft>
                <a:spcPts val="0"/>
              </a:spcAft>
              <a:buNone/>
              <a:defRPr sz="1800">
                <a:solidFill>
                  <a:schemeClr val="accent5"/>
                </a:solidFill>
                <a:latin typeface="+mj-lt"/>
              </a:defRPr>
            </a:lvl1pPr>
          </a:lstStyle>
          <a:p>
            <a:pPr lvl="0"/>
            <a:r>
              <a:rPr lang="en-US" dirty="0"/>
              <a:t>Heading</a:t>
            </a:r>
          </a:p>
        </p:txBody>
      </p:sp>
      <p:sp>
        <p:nvSpPr>
          <p:cNvPr id="5" name="Picture Placeholder 3">
            <a:extLst>
              <a:ext uri="{FF2B5EF4-FFF2-40B4-BE49-F238E27FC236}">
                <a16:creationId xmlns:a16="http://schemas.microsoft.com/office/drawing/2014/main" id="{0ED812F7-BF5D-DF64-7216-C1D7D0E71804}"/>
              </a:ext>
            </a:extLst>
          </p:cNvPr>
          <p:cNvSpPr>
            <a:spLocks noGrp="1"/>
          </p:cNvSpPr>
          <p:nvPr>
            <p:ph type="pic" sz="quarter" idx="21"/>
          </p:nvPr>
        </p:nvSpPr>
        <p:spPr>
          <a:xfrm>
            <a:off x="8208790" y="1994854"/>
            <a:ext cx="3566160" cy="4082096"/>
          </a:xfrm>
        </p:spPr>
        <p:txBody>
          <a:bodyPr anchor="ctr"/>
          <a:lstStyle>
            <a:lvl1pPr marL="0" indent="0" algn="ctr">
              <a:buNone/>
              <a:defRPr sz="1400"/>
            </a:lvl1pPr>
          </a:lstStyle>
          <a:p>
            <a:r>
              <a:rPr lang="fr-FR"/>
              <a:t>Cliquez sur l'icône pour ajouter une image</a:t>
            </a:r>
            <a:endParaRPr lang="en-US" dirty="0"/>
          </a:p>
        </p:txBody>
      </p:sp>
      <p:sp>
        <p:nvSpPr>
          <p:cNvPr id="10" name="Slide Number Placeholder 5">
            <a:extLst>
              <a:ext uri="{FF2B5EF4-FFF2-40B4-BE49-F238E27FC236}">
                <a16:creationId xmlns:a16="http://schemas.microsoft.com/office/drawing/2014/main" id="{3D7EF800-D5AD-6EA2-68D5-8EACC1DBE5EA}"/>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37511452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our column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3" name="Text Placeholder 3">
            <a:extLst>
              <a:ext uri="{FF2B5EF4-FFF2-40B4-BE49-F238E27FC236}">
                <a16:creationId xmlns:a16="http://schemas.microsoft.com/office/drawing/2014/main" id="{3B4DF86C-4686-D09F-9CDD-05397E5EA11B}"/>
              </a:ext>
            </a:extLst>
          </p:cNvPr>
          <p:cNvSpPr>
            <a:spLocks noGrp="1"/>
          </p:cNvSpPr>
          <p:nvPr>
            <p:ph type="body" sz="quarter" idx="25" hasCustomPrompt="1"/>
          </p:nvPr>
        </p:nvSpPr>
        <p:spPr>
          <a:xfrm>
            <a:off x="428624" y="1446213"/>
            <a:ext cx="2697480" cy="548640"/>
          </a:xfrm>
        </p:spPr>
        <p:txBody>
          <a:bodyPr anchor="ctr"/>
          <a:lstStyle>
            <a:lvl1pPr marL="0" indent="0">
              <a:spcAft>
                <a:spcPts val="0"/>
              </a:spcAft>
              <a:buNone/>
              <a:defRPr sz="1600">
                <a:solidFill>
                  <a:schemeClr val="accent1"/>
                </a:solidFill>
                <a:latin typeface="+mj-lt"/>
              </a:defRPr>
            </a:lvl1pPr>
          </a:lstStyle>
          <a:p>
            <a:pPr lvl="0"/>
            <a:r>
              <a:rPr lang="en-US" dirty="0"/>
              <a:t>Heading</a:t>
            </a:r>
          </a:p>
        </p:txBody>
      </p:sp>
      <p:sp>
        <p:nvSpPr>
          <p:cNvPr id="25" name="Picture Placeholder 3">
            <a:extLst>
              <a:ext uri="{FF2B5EF4-FFF2-40B4-BE49-F238E27FC236}">
                <a16:creationId xmlns:a16="http://schemas.microsoft.com/office/drawing/2014/main" id="{7F7ACD8F-903F-4AA5-CF40-F541838B617A}"/>
              </a:ext>
            </a:extLst>
          </p:cNvPr>
          <p:cNvSpPr>
            <a:spLocks noGrp="1"/>
          </p:cNvSpPr>
          <p:nvPr>
            <p:ph type="pic" sz="quarter" idx="21"/>
          </p:nvPr>
        </p:nvSpPr>
        <p:spPr>
          <a:xfrm>
            <a:off x="428624" y="1994854"/>
            <a:ext cx="2697480" cy="4082096"/>
          </a:xfrm>
        </p:spPr>
        <p:txBody>
          <a:bodyPr anchor="ctr"/>
          <a:lstStyle>
            <a:lvl1pPr marL="0" indent="0" algn="ctr">
              <a:buNone/>
              <a:defRPr sz="1400"/>
            </a:lvl1pPr>
          </a:lstStyle>
          <a:p>
            <a:r>
              <a:rPr lang="fr-FR"/>
              <a:t>Cliquez sur l'icône pour ajouter une image</a:t>
            </a:r>
            <a:endParaRPr lang="en-US" dirty="0"/>
          </a:p>
        </p:txBody>
      </p:sp>
      <p:sp>
        <p:nvSpPr>
          <p:cNvPr id="4" name="Text Placeholder 3">
            <a:extLst>
              <a:ext uri="{FF2B5EF4-FFF2-40B4-BE49-F238E27FC236}">
                <a16:creationId xmlns:a16="http://schemas.microsoft.com/office/drawing/2014/main" id="{464460DE-EC5C-7D9A-E60B-C77EBEE2719C}"/>
              </a:ext>
            </a:extLst>
          </p:cNvPr>
          <p:cNvSpPr>
            <a:spLocks noGrp="1"/>
          </p:cNvSpPr>
          <p:nvPr>
            <p:ph type="body" sz="quarter" idx="26" hasCustomPrompt="1"/>
          </p:nvPr>
        </p:nvSpPr>
        <p:spPr>
          <a:xfrm>
            <a:off x="3311573" y="1446213"/>
            <a:ext cx="2697480" cy="548640"/>
          </a:xfrm>
        </p:spPr>
        <p:txBody>
          <a:bodyPr anchor="ctr"/>
          <a:lstStyle>
            <a:lvl1pPr marL="0" indent="0">
              <a:spcAft>
                <a:spcPts val="0"/>
              </a:spcAft>
              <a:buNone/>
              <a:defRPr sz="1600">
                <a:solidFill>
                  <a:schemeClr val="accent3"/>
                </a:solidFill>
                <a:latin typeface="+mj-lt"/>
              </a:defRPr>
            </a:lvl1pPr>
          </a:lstStyle>
          <a:p>
            <a:pPr lvl="0"/>
            <a:r>
              <a:rPr lang="en-US" dirty="0"/>
              <a:t>Heading</a:t>
            </a:r>
          </a:p>
        </p:txBody>
      </p:sp>
      <p:sp>
        <p:nvSpPr>
          <p:cNvPr id="28" name="Picture Placeholder 3">
            <a:extLst>
              <a:ext uri="{FF2B5EF4-FFF2-40B4-BE49-F238E27FC236}">
                <a16:creationId xmlns:a16="http://schemas.microsoft.com/office/drawing/2014/main" id="{96B97E46-018E-5555-A397-28255F5CD3CF}"/>
              </a:ext>
            </a:extLst>
          </p:cNvPr>
          <p:cNvSpPr>
            <a:spLocks noGrp="1"/>
          </p:cNvSpPr>
          <p:nvPr>
            <p:ph type="pic" sz="quarter" idx="24"/>
          </p:nvPr>
        </p:nvSpPr>
        <p:spPr>
          <a:xfrm>
            <a:off x="3311573" y="1994854"/>
            <a:ext cx="2697480" cy="4082096"/>
          </a:xfrm>
        </p:spPr>
        <p:txBody>
          <a:bodyPr anchor="ctr"/>
          <a:lstStyle>
            <a:lvl1pPr marL="0" indent="0" algn="ctr">
              <a:buNone/>
              <a:defRPr sz="1400"/>
            </a:lvl1pPr>
          </a:lstStyle>
          <a:p>
            <a:r>
              <a:rPr lang="fr-FR"/>
              <a:t>Cliquez sur l'icône pour ajouter une image</a:t>
            </a:r>
            <a:endParaRPr lang="en-US" dirty="0"/>
          </a:p>
        </p:txBody>
      </p:sp>
      <p:sp>
        <p:nvSpPr>
          <p:cNvPr id="5" name="Text Placeholder 3">
            <a:extLst>
              <a:ext uri="{FF2B5EF4-FFF2-40B4-BE49-F238E27FC236}">
                <a16:creationId xmlns:a16="http://schemas.microsoft.com/office/drawing/2014/main" id="{572B8F90-4F7E-E6C3-8446-7D3736C9E4B6}"/>
              </a:ext>
            </a:extLst>
          </p:cNvPr>
          <p:cNvSpPr>
            <a:spLocks noGrp="1"/>
          </p:cNvSpPr>
          <p:nvPr>
            <p:ph type="body" sz="quarter" idx="27" hasCustomPrompt="1"/>
          </p:nvPr>
        </p:nvSpPr>
        <p:spPr>
          <a:xfrm>
            <a:off x="6194522" y="1446213"/>
            <a:ext cx="2697480" cy="548640"/>
          </a:xfrm>
        </p:spPr>
        <p:txBody>
          <a:bodyPr anchor="ctr"/>
          <a:lstStyle>
            <a:lvl1pPr marL="0" indent="0">
              <a:spcAft>
                <a:spcPts val="0"/>
              </a:spcAft>
              <a:buNone/>
              <a:defRPr sz="1600">
                <a:solidFill>
                  <a:schemeClr val="accent5"/>
                </a:solidFill>
                <a:latin typeface="+mj-lt"/>
              </a:defRPr>
            </a:lvl1pPr>
          </a:lstStyle>
          <a:p>
            <a:pPr lvl="0"/>
            <a:r>
              <a:rPr lang="en-US" dirty="0"/>
              <a:t>Heading</a:t>
            </a:r>
          </a:p>
        </p:txBody>
      </p:sp>
      <p:sp>
        <p:nvSpPr>
          <p:cNvPr id="27" name="Picture Placeholder 3">
            <a:extLst>
              <a:ext uri="{FF2B5EF4-FFF2-40B4-BE49-F238E27FC236}">
                <a16:creationId xmlns:a16="http://schemas.microsoft.com/office/drawing/2014/main" id="{FC83B583-51BF-F117-8EAB-16719367BBB6}"/>
              </a:ext>
            </a:extLst>
          </p:cNvPr>
          <p:cNvSpPr>
            <a:spLocks noGrp="1"/>
          </p:cNvSpPr>
          <p:nvPr>
            <p:ph type="pic" sz="quarter" idx="23"/>
          </p:nvPr>
        </p:nvSpPr>
        <p:spPr>
          <a:xfrm>
            <a:off x="6194522" y="1994854"/>
            <a:ext cx="2697480" cy="4082096"/>
          </a:xfrm>
        </p:spPr>
        <p:txBody>
          <a:bodyPr anchor="ctr"/>
          <a:lstStyle>
            <a:lvl1pPr marL="0" indent="0" algn="ctr">
              <a:buNone/>
              <a:defRPr sz="1400"/>
            </a:lvl1pPr>
          </a:lstStyle>
          <a:p>
            <a:r>
              <a:rPr lang="fr-FR"/>
              <a:t>Cliquez sur l'icône pour ajouter une image</a:t>
            </a:r>
            <a:endParaRPr lang="en-US" dirty="0"/>
          </a:p>
        </p:txBody>
      </p:sp>
      <p:sp>
        <p:nvSpPr>
          <p:cNvPr id="6" name="Text Placeholder 3">
            <a:extLst>
              <a:ext uri="{FF2B5EF4-FFF2-40B4-BE49-F238E27FC236}">
                <a16:creationId xmlns:a16="http://schemas.microsoft.com/office/drawing/2014/main" id="{DE7EB277-5C78-54AF-0C0C-DA543BC54271}"/>
              </a:ext>
            </a:extLst>
          </p:cNvPr>
          <p:cNvSpPr>
            <a:spLocks noGrp="1"/>
          </p:cNvSpPr>
          <p:nvPr>
            <p:ph type="body" sz="quarter" idx="28" hasCustomPrompt="1"/>
          </p:nvPr>
        </p:nvSpPr>
        <p:spPr>
          <a:xfrm>
            <a:off x="9077470" y="1446213"/>
            <a:ext cx="2697480" cy="548640"/>
          </a:xfrm>
        </p:spPr>
        <p:txBody>
          <a:bodyPr anchor="ctr"/>
          <a:lstStyle>
            <a:lvl1pPr marL="0" indent="0">
              <a:spcAft>
                <a:spcPts val="0"/>
              </a:spcAft>
              <a:buNone/>
              <a:defRPr sz="1600">
                <a:solidFill>
                  <a:schemeClr val="accent6"/>
                </a:solidFill>
                <a:latin typeface="+mj-lt"/>
              </a:defRPr>
            </a:lvl1pPr>
          </a:lstStyle>
          <a:p>
            <a:pPr lvl="0"/>
            <a:r>
              <a:rPr lang="en-US" dirty="0"/>
              <a:t>Heading</a:t>
            </a:r>
          </a:p>
        </p:txBody>
      </p:sp>
      <p:sp>
        <p:nvSpPr>
          <p:cNvPr id="26" name="Picture Placeholder 3">
            <a:extLst>
              <a:ext uri="{FF2B5EF4-FFF2-40B4-BE49-F238E27FC236}">
                <a16:creationId xmlns:a16="http://schemas.microsoft.com/office/drawing/2014/main" id="{A45CB8E2-394E-796C-52EE-17D17DF169E6}"/>
              </a:ext>
            </a:extLst>
          </p:cNvPr>
          <p:cNvSpPr>
            <a:spLocks noGrp="1"/>
          </p:cNvSpPr>
          <p:nvPr>
            <p:ph type="pic" sz="quarter" idx="22"/>
          </p:nvPr>
        </p:nvSpPr>
        <p:spPr>
          <a:xfrm>
            <a:off x="9077470" y="1994854"/>
            <a:ext cx="2697480" cy="4082096"/>
          </a:xfrm>
        </p:spPr>
        <p:txBody>
          <a:bodyPr anchor="ctr"/>
          <a:lstStyle>
            <a:lvl1pPr marL="0" indent="0" algn="ctr">
              <a:buNone/>
              <a:defRPr sz="1400"/>
            </a:lvl1pPr>
          </a:lstStyle>
          <a:p>
            <a:r>
              <a:rPr lang="fr-FR"/>
              <a:t>Cliquez sur l'icône pour ajouter une image</a:t>
            </a:r>
            <a:endParaRPr lang="en-US" dirty="0"/>
          </a:p>
        </p:txBody>
      </p:sp>
      <p:sp>
        <p:nvSpPr>
          <p:cNvPr id="7" name="Slide Number Placeholder 5">
            <a:extLst>
              <a:ext uri="{FF2B5EF4-FFF2-40B4-BE49-F238E27FC236}">
                <a16:creationId xmlns:a16="http://schemas.microsoft.com/office/drawing/2014/main" id="{F695E5FE-6AE6-5F54-59EB-08105E1B8272}"/>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4359391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lumn pictur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25" name="Picture Placeholder 3">
            <a:extLst>
              <a:ext uri="{FF2B5EF4-FFF2-40B4-BE49-F238E27FC236}">
                <a16:creationId xmlns:a16="http://schemas.microsoft.com/office/drawing/2014/main" id="{7F7ACD8F-903F-4AA5-CF40-F541838B617A}"/>
              </a:ext>
            </a:extLst>
          </p:cNvPr>
          <p:cNvSpPr>
            <a:spLocks noGrp="1"/>
          </p:cNvSpPr>
          <p:nvPr>
            <p:ph type="pic" sz="quarter" idx="21"/>
          </p:nvPr>
        </p:nvSpPr>
        <p:spPr>
          <a:xfrm>
            <a:off x="428624" y="1446213"/>
            <a:ext cx="5486400" cy="1522607"/>
          </a:xfrm>
        </p:spPr>
        <p:txBody>
          <a:bodyPr anchor="ctr"/>
          <a:lstStyle>
            <a:lvl1pPr marL="0" indent="0" algn="ctr">
              <a:buNone/>
              <a:defRPr sz="1400"/>
            </a:lvl1pPr>
          </a:lstStyle>
          <a:p>
            <a:r>
              <a:rPr lang="fr-FR"/>
              <a:t>Cliquez sur l'icône pour ajouter une image</a:t>
            </a:r>
            <a:endParaRPr lang="en-US" dirty="0"/>
          </a:p>
        </p:txBody>
      </p:sp>
      <p:sp>
        <p:nvSpPr>
          <p:cNvPr id="5" name="Text Placeholder 3">
            <a:extLst>
              <a:ext uri="{FF2B5EF4-FFF2-40B4-BE49-F238E27FC236}">
                <a16:creationId xmlns:a16="http://schemas.microsoft.com/office/drawing/2014/main" id="{14016A94-A7DE-DAE3-0EE2-A8FF8619D3F5}"/>
              </a:ext>
            </a:extLst>
          </p:cNvPr>
          <p:cNvSpPr>
            <a:spLocks noGrp="1"/>
          </p:cNvSpPr>
          <p:nvPr>
            <p:ph type="body" sz="quarter" idx="22" hasCustomPrompt="1"/>
          </p:nvPr>
        </p:nvSpPr>
        <p:spPr>
          <a:xfrm>
            <a:off x="428624" y="2968820"/>
            <a:ext cx="5486400" cy="548640"/>
          </a:xfrm>
        </p:spPr>
        <p:txBody>
          <a:bodyPr anchor="ctr"/>
          <a:lstStyle>
            <a:lvl1pPr marL="0" indent="0">
              <a:spcAft>
                <a:spcPts val="0"/>
              </a:spcAft>
              <a:buNone/>
              <a:defRPr sz="1800">
                <a:solidFill>
                  <a:schemeClr val="accent1"/>
                </a:solidFill>
                <a:latin typeface="+mj-lt"/>
              </a:defRPr>
            </a:lvl1pPr>
          </a:lstStyle>
          <a:p>
            <a:pPr lvl="0"/>
            <a:r>
              <a:rPr lang="en-US" dirty="0"/>
              <a:t>Heading</a:t>
            </a:r>
          </a:p>
        </p:txBody>
      </p:sp>
      <p:sp>
        <p:nvSpPr>
          <p:cNvPr id="9" name="Content Placeholder 2">
            <a:extLst>
              <a:ext uri="{FF2B5EF4-FFF2-40B4-BE49-F238E27FC236}">
                <a16:creationId xmlns:a16="http://schemas.microsoft.com/office/drawing/2014/main" id="{8145BD5C-F8FB-36C9-4EE1-AB37715D6736}"/>
              </a:ext>
            </a:extLst>
          </p:cNvPr>
          <p:cNvSpPr>
            <a:spLocks noGrp="1"/>
          </p:cNvSpPr>
          <p:nvPr>
            <p:ph idx="12" hasCustomPrompt="1"/>
          </p:nvPr>
        </p:nvSpPr>
        <p:spPr>
          <a:xfrm>
            <a:off x="428624" y="3517460"/>
            <a:ext cx="5486400" cy="2559490"/>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28" name="Picture Placeholder 3">
            <a:extLst>
              <a:ext uri="{FF2B5EF4-FFF2-40B4-BE49-F238E27FC236}">
                <a16:creationId xmlns:a16="http://schemas.microsoft.com/office/drawing/2014/main" id="{96B97E46-018E-5555-A397-28255F5CD3CF}"/>
              </a:ext>
            </a:extLst>
          </p:cNvPr>
          <p:cNvSpPr>
            <a:spLocks noGrp="1"/>
          </p:cNvSpPr>
          <p:nvPr>
            <p:ph type="pic" sz="quarter" idx="24"/>
          </p:nvPr>
        </p:nvSpPr>
        <p:spPr>
          <a:xfrm>
            <a:off x="6276978" y="1446213"/>
            <a:ext cx="5486400" cy="1522607"/>
          </a:xfrm>
        </p:spPr>
        <p:txBody>
          <a:bodyPr anchor="ctr"/>
          <a:lstStyle>
            <a:lvl1pPr marL="0" indent="0" algn="ctr">
              <a:buNone/>
              <a:defRPr sz="1400"/>
            </a:lvl1pPr>
          </a:lstStyle>
          <a:p>
            <a:r>
              <a:rPr lang="fr-FR"/>
              <a:t>Cliquez sur l'icône pour ajouter une image</a:t>
            </a:r>
            <a:endParaRPr lang="en-US" dirty="0"/>
          </a:p>
        </p:txBody>
      </p:sp>
      <p:sp>
        <p:nvSpPr>
          <p:cNvPr id="6" name="Text Placeholder 3">
            <a:extLst>
              <a:ext uri="{FF2B5EF4-FFF2-40B4-BE49-F238E27FC236}">
                <a16:creationId xmlns:a16="http://schemas.microsoft.com/office/drawing/2014/main" id="{0005BD77-4BBE-2F03-AFA8-87F126BB6A24}"/>
              </a:ext>
            </a:extLst>
          </p:cNvPr>
          <p:cNvSpPr>
            <a:spLocks noGrp="1"/>
          </p:cNvSpPr>
          <p:nvPr>
            <p:ph type="body" sz="quarter" idx="26" hasCustomPrompt="1"/>
          </p:nvPr>
        </p:nvSpPr>
        <p:spPr>
          <a:xfrm>
            <a:off x="6276978" y="2968820"/>
            <a:ext cx="5486400" cy="548640"/>
          </a:xfrm>
        </p:spPr>
        <p:txBody>
          <a:bodyPr anchor="ctr"/>
          <a:lstStyle>
            <a:lvl1pPr marL="0" indent="0">
              <a:spcAft>
                <a:spcPts val="0"/>
              </a:spcAft>
              <a:buNone/>
              <a:defRPr sz="1800">
                <a:solidFill>
                  <a:schemeClr val="accent3"/>
                </a:solidFill>
                <a:latin typeface="+mj-lt"/>
              </a:defRPr>
            </a:lvl1pPr>
          </a:lstStyle>
          <a:p>
            <a:pPr lvl="0"/>
            <a:r>
              <a:rPr lang="en-US" dirty="0"/>
              <a:t>Heading</a:t>
            </a:r>
          </a:p>
        </p:txBody>
      </p:sp>
      <p:sp>
        <p:nvSpPr>
          <p:cNvPr id="10" name="Content Placeholder 2">
            <a:extLst>
              <a:ext uri="{FF2B5EF4-FFF2-40B4-BE49-F238E27FC236}">
                <a16:creationId xmlns:a16="http://schemas.microsoft.com/office/drawing/2014/main" id="{4DA3DC55-D289-438E-D71E-EB8529434583}"/>
              </a:ext>
            </a:extLst>
          </p:cNvPr>
          <p:cNvSpPr>
            <a:spLocks noGrp="1"/>
          </p:cNvSpPr>
          <p:nvPr>
            <p:ph idx="27" hasCustomPrompt="1"/>
          </p:nvPr>
        </p:nvSpPr>
        <p:spPr>
          <a:xfrm>
            <a:off x="6276978" y="3517460"/>
            <a:ext cx="5486400" cy="2559490"/>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7" name="Slide Number Placeholder 5">
            <a:extLst>
              <a:ext uri="{FF2B5EF4-FFF2-40B4-BE49-F238E27FC236}">
                <a16:creationId xmlns:a16="http://schemas.microsoft.com/office/drawing/2014/main" id="{DF72C938-C047-38AD-D83C-189C1AC036A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17461230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column pictur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25" name="Picture Placeholder 3">
            <a:extLst>
              <a:ext uri="{FF2B5EF4-FFF2-40B4-BE49-F238E27FC236}">
                <a16:creationId xmlns:a16="http://schemas.microsoft.com/office/drawing/2014/main" id="{7F7ACD8F-903F-4AA5-CF40-F541838B617A}"/>
              </a:ext>
            </a:extLst>
          </p:cNvPr>
          <p:cNvSpPr>
            <a:spLocks noGrp="1"/>
          </p:cNvSpPr>
          <p:nvPr>
            <p:ph type="pic" sz="quarter" idx="21"/>
          </p:nvPr>
        </p:nvSpPr>
        <p:spPr>
          <a:xfrm>
            <a:off x="428624" y="1446213"/>
            <a:ext cx="3566160" cy="1522607"/>
          </a:xfrm>
        </p:spPr>
        <p:txBody>
          <a:bodyPr anchor="ctr"/>
          <a:lstStyle>
            <a:lvl1pPr marL="0" indent="0" algn="ctr">
              <a:buNone/>
              <a:defRPr sz="1400"/>
            </a:lvl1pPr>
          </a:lstStyle>
          <a:p>
            <a:r>
              <a:rPr lang="fr-FR"/>
              <a:t>Cliquez sur l'icône pour ajouter une image</a:t>
            </a:r>
            <a:endParaRPr lang="en-US" dirty="0"/>
          </a:p>
        </p:txBody>
      </p:sp>
      <p:sp>
        <p:nvSpPr>
          <p:cNvPr id="6" name="Text Placeholder 3">
            <a:extLst>
              <a:ext uri="{FF2B5EF4-FFF2-40B4-BE49-F238E27FC236}">
                <a16:creationId xmlns:a16="http://schemas.microsoft.com/office/drawing/2014/main" id="{2C979499-D739-73B9-FE75-660BB28AD740}"/>
              </a:ext>
            </a:extLst>
          </p:cNvPr>
          <p:cNvSpPr>
            <a:spLocks noGrp="1"/>
          </p:cNvSpPr>
          <p:nvPr>
            <p:ph type="body" sz="quarter" idx="22" hasCustomPrompt="1"/>
          </p:nvPr>
        </p:nvSpPr>
        <p:spPr>
          <a:xfrm>
            <a:off x="428624" y="2968820"/>
            <a:ext cx="3566160" cy="548640"/>
          </a:xfrm>
        </p:spPr>
        <p:txBody>
          <a:bodyPr anchor="ctr"/>
          <a:lstStyle>
            <a:lvl1pPr marL="0" indent="0">
              <a:spcAft>
                <a:spcPts val="0"/>
              </a:spcAft>
              <a:buNone/>
              <a:defRPr sz="1600">
                <a:solidFill>
                  <a:schemeClr val="accent1"/>
                </a:solidFill>
                <a:latin typeface="+mj-lt"/>
              </a:defRPr>
            </a:lvl1pPr>
          </a:lstStyle>
          <a:p>
            <a:pPr lvl="0"/>
            <a:r>
              <a:rPr lang="en-US" dirty="0"/>
              <a:t>Heading</a:t>
            </a:r>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428624" y="3517460"/>
            <a:ext cx="3566160" cy="2559490"/>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28" name="Picture Placeholder 3">
            <a:extLst>
              <a:ext uri="{FF2B5EF4-FFF2-40B4-BE49-F238E27FC236}">
                <a16:creationId xmlns:a16="http://schemas.microsoft.com/office/drawing/2014/main" id="{96B97E46-018E-5555-A397-28255F5CD3CF}"/>
              </a:ext>
            </a:extLst>
          </p:cNvPr>
          <p:cNvSpPr>
            <a:spLocks noGrp="1"/>
          </p:cNvSpPr>
          <p:nvPr>
            <p:ph type="pic" sz="quarter" idx="24"/>
          </p:nvPr>
        </p:nvSpPr>
        <p:spPr>
          <a:xfrm>
            <a:off x="4312920" y="1446213"/>
            <a:ext cx="3566160" cy="1522607"/>
          </a:xfrm>
        </p:spPr>
        <p:txBody>
          <a:bodyPr anchor="ctr"/>
          <a:lstStyle>
            <a:lvl1pPr marL="0" indent="0" algn="ctr">
              <a:buNone/>
              <a:defRPr sz="1400"/>
            </a:lvl1pPr>
          </a:lstStyle>
          <a:p>
            <a:r>
              <a:rPr lang="fr-FR"/>
              <a:t>Cliquez sur l'icône pour ajouter une image</a:t>
            </a:r>
            <a:endParaRPr lang="en-US" dirty="0"/>
          </a:p>
        </p:txBody>
      </p:sp>
      <p:sp>
        <p:nvSpPr>
          <p:cNvPr id="7" name="Text Placeholder 3">
            <a:extLst>
              <a:ext uri="{FF2B5EF4-FFF2-40B4-BE49-F238E27FC236}">
                <a16:creationId xmlns:a16="http://schemas.microsoft.com/office/drawing/2014/main" id="{30756F07-9227-C871-FCFC-7AA0F5D4A4FB}"/>
              </a:ext>
            </a:extLst>
          </p:cNvPr>
          <p:cNvSpPr>
            <a:spLocks noGrp="1"/>
          </p:cNvSpPr>
          <p:nvPr>
            <p:ph type="body" sz="quarter" idx="27" hasCustomPrompt="1"/>
          </p:nvPr>
        </p:nvSpPr>
        <p:spPr>
          <a:xfrm>
            <a:off x="4312920" y="2968820"/>
            <a:ext cx="3566160" cy="548640"/>
          </a:xfrm>
        </p:spPr>
        <p:txBody>
          <a:bodyPr anchor="ctr"/>
          <a:lstStyle>
            <a:lvl1pPr marL="0" indent="0">
              <a:spcAft>
                <a:spcPts val="0"/>
              </a:spcAft>
              <a:buNone/>
              <a:defRPr sz="1600">
                <a:solidFill>
                  <a:schemeClr val="accent3"/>
                </a:solidFill>
                <a:latin typeface="+mj-lt"/>
              </a:defRPr>
            </a:lvl1pPr>
          </a:lstStyle>
          <a:p>
            <a:pPr lvl="0"/>
            <a:r>
              <a:rPr lang="en-US" dirty="0"/>
              <a:t>Heading</a:t>
            </a:r>
          </a:p>
        </p:txBody>
      </p:sp>
      <p:sp>
        <p:nvSpPr>
          <p:cNvPr id="4" name="Text Placeholder 11">
            <a:extLst>
              <a:ext uri="{FF2B5EF4-FFF2-40B4-BE49-F238E27FC236}">
                <a16:creationId xmlns:a16="http://schemas.microsoft.com/office/drawing/2014/main" id="{C5932779-A5A3-2204-2100-9B029C79E90C}"/>
              </a:ext>
            </a:extLst>
          </p:cNvPr>
          <p:cNvSpPr>
            <a:spLocks noGrp="1"/>
          </p:cNvSpPr>
          <p:nvPr>
            <p:ph type="body" sz="quarter" idx="25" hasCustomPrompt="1"/>
          </p:nvPr>
        </p:nvSpPr>
        <p:spPr>
          <a:xfrm>
            <a:off x="4312920" y="3517460"/>
            <a:ext cx="3566160" cy="2559490"/>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27" name="Picture Placeholder 3">
            <a:extLst>
              <a:ext uri="{FF2B5EF4-FFF2-40B4-BE49-F238E27FC236}">
                <a16:creationId xmlns:a16="http://schemas.microsoft.com/office/drawing/2014/main" id="{FC83B583-51BF-F117-8EAB-16719367BBB6}"/>
              </a:ext>
            </a:extLst>
          </p:cNvPr>
          <p:cNvSpPr>
            <a:spLocks noGrp="1"/>
          </p:cNvSpPr>
          <p:nvPr>
            <p:ph type="pic" sz="quarter" idx="23"/>
          </p:nvPr>
        </p:nvSpPr>
        <p:spPr>
          <a:xfrm>
            <a:off x="8197215" y="1446213"/>
            <a:ext cx="3566160" cy="1522607"/>
          </a:xfrm>
        </p:spPr>
        <p:txBody>
          <a:bodyPr anchor="ctr"/>
          <a:lstStyle>
            <a:lvl1pPr marL="0" indent="0" algn="ctr">
              <a:buNone/>
              <a:defRPr sz="1400"/>
            </a:lvl1pPr>
          </a:lstStyle>
          <a:p>
            <a:r>
              <a:rPr lang="fr-FR"/>
              <a:t>Cliquez sur l'icône pour ajouter une image</a:t>
            </a:r>
            <a:endParaRPr lang="en-US" dirty="0"/>
          </a:p>
        </p:txBody>
      </p:sp>
      <p:sp>
        <p:nvSpPr>
          <p:cNvPr id="9" name="Text Placeholder 3">
            <a:extLst>
              <a:ext uri="{FF2B5EF4-FFF2-40B4-BE49-F238E27FC236}">
                <a16:creationId xmlns:a16="http://schemas.microsoft.com/office/drawing/2014/main" id="{2B6D4682-833F-2E78-0271-A3BC65DC1283}"/>
              </a:ext>
            </a:extLst>
          </p:cNvPr>
          <p:cNvSpPr>
            <a:spLocks noGrp="1"/>
          </p:cNvSpPr>
          <p:nvPr>
            <p:ph type="body" sz="quarter" idx="28" hasCustomPrompt="1"/>
          </p:nvPr>
        </p:nvSpPr>
        <p:spPr>
          <a:xfrm>
            <a:off x="8197215" y="2968820"/>
            <a:ext cx="3566160" cy="548640"/>
          </a:xfrm>
        </p:spPr>
        <p:txBody>
          <a:bodyPr anchor="ctr"/>
          <a:lstStyle>
            <a:lvl1pPr marL="0" indent="0">
              <a:spcAft>
                <a:spcPts val="0"/>
              </a:spcAft>
              <a:buNone/>
              <a:defRPr sz="1600">
                <a:solidFill>
                  <a:schemeClr val="accent5"/>
                </a:solidFill>
                <a:latin typeface="+mj-lt"/>
              </a:defRPr>
            </a:lvl1pPr>
          </a:lstStyle>
          <a:p>
            <a:pPr lvl="0"/>
            <a:r>
              <a:rPr lang="en-US" dirty="0"/>
              <a:t>Heading</a:t>
            </a:r>
          </a:p>
        </p:txBody>
      </p:sp>
      <p:sp>
        <p:nvSpPr>
          <p:cNvPr id="5" name="Text Placeholder 11">
            <a:extLst>
              <a:ext uri="{FF2B5EF4-FFF2-40B4-BE49-F238E27FC236}">
                <a16:creationId xmlns:a16="http://schemas.microsoft.com/office/drawing/2014/main" id="{11F392C6-99EB-D1AC-BECC-4494D2B1CBFF}"/>
              </a:ext>
            </a:extLst>
          </p:cNvPr>
          <p:cNvSpPr>
            <a:spLocks noGrp="1"/>
          </p:cNvSpPr>
          <p:nvPr>
            <p:ph type="body" sz="quarter" idx="26" hasCustomPrompt="1"/>
          </p:nvPr>
        </p:nvSpPr>
        <p:spPr>
          <a:xfrm>
            <a:off x="8197215" y="3517460"/>
            <a:ext cx="3566160" cy="2559490"/>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10" name="Slide Number Placeholder 5">
            <a:extLst>
              <a:ext uri="{FF2B5EF4-FFF2-40B4-BE49-F238E27FC236}">
                <a16:creationId xmlns:a16="http://schemas.microsoft.com/office/drawing/2014/main" id="{08CA3288-0FCF-ED06-AD6E-E7CB3C8DC965}"/>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41922170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ur column pictur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25" name="Picture Placeholder 3">
            <a:extLst>
              <a:ext uri="{FF2B5EF4-FFF2-40B4-BE49-F238E27FC236}">
                <a16:creationId xmlns:a16="http://schemas.microsoft.com/office/drawing/2014/main" id="{7F7ACD8F-903F-4AA5-CF40-F541838B617A}"/>
              </a:ext>
            </a:extLst>
          </p:cNvPr>
          <p:cNvSpPr>
            <a:spLocks noGrp="1"/>
          </p:cNvSpPr>
          <p:nvPr>
            <p:ph type="pic" sz="quarter" idx="21"/>
          </p:nvPr>
        </p:nvSpPr>
        <p:spPr>
          <a:xfrm>
            <a:off x="428624" y="1446213"/>
            <a:ext cx="2697480" cy="1522607"/>
          </a:xfrm>
        </p:spPr>
        <p:txBody>
          <a:bodyPr anchor="ctr"/>
          <a:lstStyle>
            <a:lvl1pPr marL="0" indent="0" algn="ctr">
              <a:buNone/>
              <a:defRPr sz="1400"/>
            </a:lvl1pPr>
          </a:lstStyle>
          <a:p>
            <a:r>
              <a:rPr lang="fr-FR"/>
              <a:t>Cliquez sur l'icône pour ajouter une image</a:t>
            </a:r>
            <a:endParaRPr lang="en-US" dirty="0"/>
          </a:p>
        </p:txBody>
      </p:sp>
      <p:sp>
        <p:nvSpPr>
          <p:cNvPr id="6" name="Text Placeholder 3">
            <a:extLst>
              <a:ext uri="{FF2B5EF4-FFF2-40B4-BE49-F238E27FC236}">
                <a16:creationId xmlns:a16="http://schemas.microsoft.com/office/drawing/2014/main" id="{58EA87E5-B00B-294C-9BEB-D8AB1DA7D633}"/>
              </a:ext>
            </a:extLst>
          </p:cNvPr>
          <p:cNvSpPr>
            <a:spLocks noGrp="1"/>
          </p:cNvSpPr>
          <p:nvPr>
            <p:ph type="body" sz="quarter" idx="28" hasCustomPrompt="1"/>
          </p:nvPr>
        </p:nvSpPr>
        <p:spPr>
          <a:xfrm>
            <a:off x="428624" y="2968820"/>
            <a:ext cx="2697480" cy="548640"/>
          </a:xfrm>
        </p:spPr>
        <p:txBody>
          <a:bodyPr anchor="ctr"/>
          <a:lstStyle>
            <a:lvl1pPr marL="0" indent="0">
              <a:spcAft>
                <a:spcPts val="0"/>
              </a:spcAft>
              <a:buNone/>
              <a:defRPr sz="1600">
                <a:solidFill>
                  <a:schemeClr val="accent1"/>
                </a:solidFill>
                <a:latin typeface="+mj-lt"/>
              </a:defRPr>
            </a:lvl1pPr>
          </a:lstStyle>
          <a:p>
            <a:pPr lvl="0"/>
            <a:r>
              <a:rPr lang="en-US" dirty="0"/>
              <a:t>Heading</a:t>
            </a:r>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428624"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28" name="Picture Placeholder 3">
            <a:extLst>
              <a:ext uri="{FF2B5EF4-FFF2-40B4-BE49-F238E27FC236}">
                <a16:creationId xmlns:a16="http://schemas.microsoft.com/office/drawing/2014/main" id="{96B97E46-018E-5555-A397-28255F5CD3CF}"/>
              </a:ext>
            </a:extLst>
          </p:cNvPr>
          <p:cNvSpPr>
            <a:spLocks noGrp="1"/>
          </p:cNvSpPr>
          <p:nvPr>
            <p:ph type="pic" sz="quarter" idx="24"/>
          </p:nvPr>
        </p:nvSpPr>
        <p:spPr>
          <a:xfrm>
            <a:off x="3311573" y="1446213"/>
            <a:ext cx="2697480" cy="1522607"/>
          </a:xfrm>
        </p:spPr>
        <p:txBody>
          <a:bodyPr anchor="ctr"/>
          <a:lstStyle>
            <a:lvl1pPr marL="0" indent="0" algn="ctr">
              <a:buNone/>
              <a:defRPr sz="1400"/>
            </a:lvl1pPr>
          </a:lstStyle>
          <a:p>
            <a:r>
              <a:rPr lang="fr-FR"/>
              <a:t>Cliquez sur l'icône pour ajouter une image</a:t>
            </a:r>
            <a:endParaRPr lang="en-US" dirty="0"/>
          </a:p>
        </p:txBody>
      </p:sp>
      <p:sp>
        <p:nvSpPr>
          <p:cNvPr id="7" name="Text Placeholder 3">
            <a:extLst>
              <a:ext uri="{FF2B5EF4-FFF2-40B4-BE49-F238E27FC236}">
                <a16:creationId xmlns:a16="http://schemas.microsoft.com/office/drawing/2014/main" id="{2CC21B11-4BB9-E7F7-2D10-7A711FE51A2C}"/>
              </a:ext>
            </a:extLst>
          </p:cNvPr>
          <p:cNvSpPr>
            <a:spLocks noGrp="1"/>
          </p:cNvSpPr>
          <p:nvPr>
            <p:ph type="body" sz="quarter" idx="29" hasCustomPrompt="1"/>
          </p:nvPr>
        </p:nvSpPr>
        <p:spPr>
          <a:xfrm>
            <a:off x="3311573" y="2968820"/>
            <a:ext cx="2697480" cy="548640"/>
          </a:xfrm>
        </p:spPr>
        <p:txBody>
          <a:bodyPr anchor="ctr"/>
          <a:lstStyle>
            <a:lvl1pPr marL="0" indent="0">
              <a:spcAft>
                <a:spcPts val="0"/>
              </a:spcAft>
              <a:buNone/>
              <a:defRPr sz="1600">
                <a:solidFill>
                  <a:schemeClr val="accent3"/>
                </a:solidFill>
                <a:latin typeface="+mj-lt"/>
              </a:defRPr>
            </a:lvl1pPr>
          </a:lstStyle>
          <a:p>
            <a:pPr lvl="0"/>
            <a:r>
              <a:rPr lang="en-US" dirty="0"/>
              <a:t>Heading</a:t>
            </a:r>
          </a:p>
        </p:txBody>
      </p:sp>
      <p:sp>
        <p:nvSpPr>
          <p:cNvPr id="4" name="Text Placeholder 11">
            <a:extLst>
              <a:ext uri="{FF2B5EF4-FFF2-40B4-BE49-F238E27FC236}">
                <a16:creationId xmlns:a16="http://schemas.microsoft.com/office/drawing/2014/main" id="{C5932779-A5A3-2204-2100-9B029C79E90C}"/>
              </a:ext>
            </a:extLst>
          </p:cNvPr>
          <p:cNvSpPr>
            <a:spLocks noGrp="1"/>
          </p:cNvSpPr>
          <p:nvPr>
            <p:ph type="body" sz="quarter" idx="25" hasCustomPrompt="1"/>
          </p:nvPr>
        </p:nvSpPr>
        <p:spPr>
          <a:xfrm>
            <a:off x="3311573"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27" name="Picture Placeholder 3">
            <a:extLst>
              <a:ext uri="{FF2B5EF4-FFF2-40B4-BE49-F238E27FC236}">
                <a16:creationId xmlns:a16="http://schemas.microsoft.com/office/drawing/2014/main" id="{FC83B583-51BF-F117-8EAB-16719367BBB6}"/>
              </a:ext>
            </a:extLst>
          </p:cNvPr>
          <p:cNvSpPr>
            <a:spLocks noGrp="1"/>
          </p:cNvSpPr>
          <p:nvPr>
            <p:ph type="pic" sz="quarter" idx="23"/>
          </p:nvPr>
        </p:nvSpPr>
        <p:spPr>
          <a:xfrm>
            <a:off x="6194522" y="1446213"/>
            <a:ext cx="2697480" cy="1522607"/>
          </a:xfrm>
        </p:spPr>
        <p:txBody>
          <a:bodyPr anchor="ctr"/>
          <a:lstStyle>
            <a:lvl1pPr marL="0" indent="0" algn="ctr">
              <a:buNone/>
              <a:defRPr sz="1400"/>
            </a:lvl1pPr>
          </a:lstStyle>
          <a:p>
            <a:r>
              <a:rPr lang="fr-FR"/>
              <a:t>Cliquez sur l'icône pour ajouter une image</a:t>
            </a:r>
            <a:endParaRPr lang="en-US" dirty="0"/>
          </a:p>
        </p:txBody>
      </p:sp>
      <p:sp>
        <p:nvSpPr>
          <p:cNvPr id="11" name="Text Placeholder 3">
            <a:extLst>
              <a:ext uri="{FF2B5EF4-FFF2-40B4-BE49-F238E27FC236}">
                <a16:creationId xmlns:a16="http://schemas.microsoft.com/office/drawing/2014/main" id="{60624600-098D-4116-2BA4-B77914ACDD08}"/>
              </a:ext>
            </a:extLst>
          </p:cNvPr>
          <p:cNvSpPr>
            <a:spLocks noGrp="1"/>
          </p:cNvSpPr>
          <p:nvPr>
            <p:ph type="body" sz="quarter" idx="30" hasCustomPrompt="1"/>
          </p:nvPr>
        </p:nvSpPr>
        <p:spPr>
          <a:xfrm>
            <a:off x="6194522" y="2968820"/>
            <a:ext cx="2697480" cy="548640"/>
          </a:xfrm>
        </p:spPr>
        <p:txBody>
          <a:bodyPr anchor="ctr"/>
          <a:lstStyle>
            <a:lvl1pPr marL="0" indent="0">
              <a:spcAft>
                <a:spcPts val="0"/>
              </a:spcAft>
              <a:buNone/>
              <a:defRPr sz="1600">
                <a:solidFill>
                  <a:schemeClr val="accent5"/>
                </a:solidFill>
                <a:latin typeface="+mj-lt"/>
              </a:defRPr>
            </a:lvl1pPr>
          </a:lstStyle>
          <a:p>
            <a:pPr lvl="0"/>
            <a:r>
              <a:rPr lang="en-US" dirty="0"/>
              <a:t>Heading</a:t>
            </a:r>
          </a:p>
        </p:txBody>
      </p:sp>
      <p:sp>
        <p:nvSpPr>
          <p:cNvPr id="5" name="Text Placeholder 11">
            <a:extLst>
              <a:ext uri="{FF2B5EF4-FFF2-40B4-BE49-F238E27FC236}">
                <a16:creationId xmlns:a16="http://schemas.microsoft.com/office/drawing/2014/main" id="{11F392C6-99EB-D1AC-BECC-4494D2B1CBFF}"/>
              </a:ext>
            </a:extLst>
          </p:cNvPr>
          <p:cNvSpPr>
            <a:spLocks noGrp="1"/>
          </p:cNvSpPr>
          <p:nvPr>
            <p:ph type="body" sz="quarter" idx="26" hasCustomPrompt="1"/>
          </p:nvPr>
        </p:nvSpPr>
        <p:spPr>
          <a:xfrm>
            <a:off x="6194522"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26" name="Picture Placeholder 3">
            <a:extLst>
              <a:ext uri="{FF2B5EF4-FFF2-40B4-BE49-F238E27FC236}">
                <a16:creationId xmlns:a16="http://schemas.microsoft.com/office/drawing/2014/main" id="{A45CB8E2-394E-796C-52EE-17D17DF169E6}"/>
              </a:ext>
            </a:extLst>
          </p:cNvPr>
          <p:cNvSpPr>
            <a:spLocks noGrp="1"/>
          </p:cNvSpPr>
          <p:nvPr>
            <p:ph type="pic" sz="quarter" idx="22"/>
          </p:nvPr>
        </p:nvSpPr>
        <p:spPr>
          <a:xfrm>
            <a:off x="9077470" y="1446213"/>
            <a:ext cx="2697480" cy="1522607"/>
          </a:xfrm>
        </p:spPr>
        <p:txBody>
          <a:bodyPr anchor="ctr"/>
          <a:lstStyle>
            <a:lvl1pPr marL="0" indent="0" algn="ctr">
              <a:buNone/>
              <a:defRPr sz="1400"/>
            </a:lvl1pPr>
          </a:lstStyle>
          <a:p>
            <a:r>
              <a:rPr lang="fr-FR"/>
              <a:t>Cliquez sur l'icône pour ajouter une image</a:t>
            </a:r>
            <a:endParaRPr lang="en-US" dirty="0"/>
          </a:p>
        </p:txBody>
      </p:sp>
      <p:sp>
        <p:nvSpPr>
          <p:cNvPr id="13" name="Text Placeholder 3">
            <a:extLst>
              <a:ext uri="{FF2B5EF4-FFF2-40B4-BE49-F238E27FC236}">
                <a16:creationId xmlns:a16="http://schemas.microsoft.com/office/drawing/2014/main" id="{FBA7EB72-6B8C-7C86-47F1-FB927F697C15}"/>
              </a:ext>
            </a:extLst>
          </p:cNvPr>
          <p:cNvSpPr>
            <a:spLocks noGrp="1"/>
          </p:cNvSpPr>
          <p:nvPr>
            <p:ph type="body" sz="quarter" idx="31" hasCustomPrompt="1"/>
          </p:nvPr>
        </p:nvSpPr>
        <p:spPr>
          <a:xfrm>
            <a:off x="9077470" y="2968820"/>
            <a:ext cx="2697480" cy="548640"/>
          </a:xfrm>
        </p:spPr>
        <p:txBody>
          <a:bodyPr anchor="ctr"/>
          <a:lstStyle>
            <a:lvl1pPr marL="0" indent="0">
              <a:spcAft>
                <a:spcPts val="0"/>
              </a:spcAft>
              <a:buNone/>
              <a:defRPr sz="1600">
                <a:solidFill>
                  <a:schemeClr val="accent6"/>
                </a:solidFill>
                <a:latin typeface="+mj-lt"/>
              </a:defRPr>
            </a:lvl1pPr>
          </a:lstStyle>
          <a:p>
            <a:pPr lvl="0"/>
            <a:r>
              <a:rPr lang="en-US" dirty="0"/>
              <a:t>Heading</a:t>
            </a:r>
          </a:p>
        </p:txBody>
      </p:sp>
      <p:sp>
        <p:nvSpPr>
          <p:cNvPr id="9" name="Text Placeholder 11">
            <a:extLst>
              <a:ext uri="{FF2B5EF4-FFF2-40B4-BE49-F238E27FC236}">
                <a16:creationId xmlns:a16="http://schemas.microsoft.com/office/drawing/2014/main" id="{0FB8ABDB-A570-09B0-47F8-17E0EAF3EA3E}"/>
              </a:ext>
            </a:extLst>
          </p:cNvPr>
          <p:cNvSpPr>
            <a:spLocks noGrp="1"/>
          </p:cNvSpPr>
          <p:nvPr>
            <p:ph type="body" sz="quarter" idx="27" hasCustomPrompt="1"/>
          </p:nvPr>
        </p:nvSpPr>
        <p:spPr>
          <a:xfrm>
            <a:off x="9077470"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10" name="Slide Number Placeholder 5">
            <a:extLst>
              <a:ext uri="{FF2B5EF4-FFF2-40B4-BE49-F238E27FC236}">
                <a16:creationId xmlns:a16="http://schemas.microsoft.com/office/drawing/2014/main" id="{D8D0839C-757C-586E-BFC4-95B70BCF5722}"/>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39188710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ue bo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10" name="Text Placeholder 11">
            <a:extLst>
              <a:ext uri="{FF2B5EF4-FFF2-40B4-BE49-F238E27FC236}">
                <a16:creationId xmlns:a16="http://schemas.microsoft.com/office/drawing/2014/main" id="{E75B62F6-55F7-EC3C-2ED6-BBCF8B1F3040}"/>
              </a:ext>
            </a:extLst>
          </p:cNvPr>
          <p:cNvSpPr>
            <a:spLocks noGrp="1"/>
          </p:cNvSpPr>
          <p:nvPr>
            <p:ph type="body" sz="quarter" idx="14" hasCustomPrompt="1"/>
          </p:nvPr>
        </p:nvSpPr>
        <p:spPr>
          <a:xfrm>
            <a:off x="428624" y="1446213"/>
            <a:ext cx="2697480" cy="4630737"/>
          </a:xfrm>
          <a:solidFill>
            <a:schemeClr val="accent1"/>
          </a:solidFill>
        </p:spPr>
        <p:txBody>
          <a:bodyPr lIns="91440" tIns="91440" rIns="91440" bIns="45720" anchor="t">
            <a:noAutofit/>
          </a:bodyPr>
          <a:lstStyle>
            <a:lvl1pPr marL="0" indent="0" algn="l">
              <a:buNone/>
              <a:defRPr sz="2000">
                <a:solidFill>
                  <a:schemeClr val="bg1"/>
                </a:solidFill>
                <a:latin typeface="+mj-lt"/>
              </a:defRPr>
            </a:lvl1pPr>
          </a:lstStyle>
          <a:p>
            <a:pPr lvl="0"/>
            <a:r>
              <a:rPr lang="en-US" dirty="0"/>
              <a:t>Heading</a:t>
            </a:r>
          </a:p>
        </p:txBody>
      </p:sp>
      <p:sp>
        <p:nvSpPr>
          <p:cNvPr id="5" name="Content Placeholder 2">
            <a:extLst>
              <a:ext uri="{FF2B5EF4-FFF2-40B4-BE49-F238E27FC236}">
                <a16:creationId xmlns:a16="http://schemas.microsoft.com/office/drawing/2014/main" id="{10E88463-50FF-3CD8-E203-3C696879E54D}"/>
              </a:ext>
            </a:extLst>
          </p:cNvPr>
          <p:cNvSpPr>
            <a:spLocks noGrp="1"/>
          </p:cNvSpPr>
          <p:nvPr>
            <p:ph idx="12" hasCustomPrompt="1"/>
          </p:nvPr>
        </p:nvSpPr>
        <p:spPr>
          <a:xfrm>
            <a:off x="3126104" y="1446213"/>
            <a:ext cx="8640446" cy="4630737"/>
          </a:xfrm>
        </p:spPr>
        <p:txBody>
          <a:bodyPr lIns="137160" tIns="91440" rIns="91440" bIns="4572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4" name="Slide Number Placeholder 5">
            <a:extLst>
              <a:ext uri="{FF2B5EF4-FFF2-40B4-BE49-F238E27FC236}">
                <a16:creationId xmlns:a16="http://schemas.microsoft.com/office/drawing/2014/main" id="{A1B59311-C109-90D5-373E-703450BE437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1832050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Imag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Picture Placeholder 3">
            <a:extLst>
              <a:ext uri="{FF2B5EF4-FFF2-40B4-BE49-F238E27FC236}">
                <a16:creationId xmlns:a16="http://schemas.microsoft.com/office/drawing/2014/main" id="{78F88F08-9355-72DC-FA2D-5379EE038153}"/>
              </a:ext>
            </a:extLst>
          </p:cNvPr>
          <p:cNvSpPr>
            <a:spLocks noGrp="1"/>
          </p:cNvSpPr>
          <p:nvPr>
            <p:ph type="pic" sz="quarter" idx="21"/>
          </p:nvPr>
        </p:nvSpPr>
        <p:spPr>
          <a:xfrm>
            <a:off x="428624" y="1446213"/>
            <a:ext cx="2697480" cy="4630737"/>
          </a:xfrm>
        </p:spPr>
        <p:txBody>
          <a:bodyPr anchor="ctr"/>
          <a:lstStyle>
            <a:lvl1pPr marL="0" indent="0" algn="ctr">
              <a:buNone/>
              <a:defRPr sz="1600"/>
            </a:lvl1pPr>
          </a:lstStyle>
          <a:p>
            <a:r>
              <a:rPr lang="fr-FR"/>
              <a:t>Cliquez sur l'icône pour ajouter une image</a:t>
            </a:r>
            <a:endParaRPr lang="en-US" dirty="0"/>
          </a:p>
        </p:txBody>
      </p:sp>
      <p:sp>
        <p:nvSpPr>
          <p:cNvPr id="6" name="Content Placeholder 2">
            <a:extLst>
              <a:ext uri="{FF2B5EF4-FFF2-40B4-BE49-F238E27FC236}">
                <a16:creationId xmlns:a16="http://schemas.microsoft.com/office/drawing/2014/main" id="{2BCEDC2E-0B96-BB68-C6CE-4DEBC490BB97}"/>
              </a:ext>
            </a:extLst>
          </p:cNvPr>
          <p:cNvSpPr>
            <a:spLocks noGrp="1"/>
          </p:cNvSpPr>
          <p:nvPr>
            <p:ph idx="12" hasCustomPrompt="1"/>
          </p:nvPr>
        </p:nvSpPr>
        <p:spPr>
          <a:xfrm>
            <a:off x="3126104" y="1446213"/>
            <a:ext cx="8640446" cy="4630737"/>
          </a:xfrm>
        </p:spPr>
        <p:txBody>
          <a:bodyPr lIns="137160" tIns="91440" rIns="91440" bIns="4572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2816F5F7-DC15-93E3-03C3-BC68295C29D3}"/>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30829841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icon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10" name="Picture Placeholder 9">
            <a:extLst>
              <a:ext uri="{FF2B5EF4-FFF2-40B4-BE49-F238E27FC236}">
                <a16:creationId xmlns:a16="http://schemas.microsoft.com/office/drawing/2014/main" id="{7B65EF11-27C6-3489-DD6F-30BE392A095F}"/>
              </a:ext>
            </a:extLst>
          </p:cNvPr>
          <p:cNvSpPr>
            <a:spLocks noGrp="1" noChangeAspect="1"/>
          </p:cNvSpPr>
          <p:nvPr>
            <p:ph type="pic" sz="quarter" idx="20" hasCustomPrompt="1"/>
          </p:nvPr>
        </p:nvSpPr>
        <p:spPr>
          <a:xfrm>
            <a:off x="425450" y="1583373"/>
            <a:ext cx="1188720" cy="1188720"/>
          </a:xfrm>
          <a:prstGeom prst="rect">
            <a:avLst/>
          </a:prstGeom>
        </p:spPr>
        <p:txBody>
          <a:bodyPr anchor="ctr"/>
          <a:lstStyle>
            <a:lvl1pPr marL="0" indent="0" algn="ctr">
              <a:buNone/>
              <a:defRPr sz="1200"/>
            </a:lvl1pPr>
          </a:lstStyle>
          <a:p>
            <a:r>
              <a:rPr lang="en-US" dirty="0"/>
              <a:t>Click here to add icon</a:t>
            </a:r>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1801504" y="1469073"/>
            <a:ext cx="9965046" cy="141732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cxnSp>
        <p:nvCxnSpPr>
          <p:cNvPr id="4" name="Straight Connector 3">
            <a:extLst>
              <a:ext uri="{FF2B5EF4-FFF2-40B4-BE49-F238E27FC236}">
                <a16:creationId xmlns:a16="http://schemas.microsoft.com/office/drawing/2014/main" id="{B7476357-305F-5973-5369-7AC81D8D5961}"/>
              </a:ext>
            </a:extLst>
          </p:cNvPr>
          <p:cNvCxnSpPr>
            <a:cxnSpLocks/>
          </p:cNvCxnSpPr>
          <p:nvPr userDrawn="1"/>
        </p:nvCxnSpPr>
        <p:spPr>
          <a:xfrm>
            <a:off x="1799590" y="2975372"/>
            <a:ext cx="996696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Picture Placeholder 9">
            <a:extLst>
              <a:ext uri="{FF2B5EF4-FFF2-40B4-BE49-F238E27FC236}">
                <a16:creationId xmlns:a16="http://schemas.microsoft.com/office/drawing/2014/main" id="{34FDC33C-83ED-0DED-F0E9-23BB9B01EA18}"/>
              </a:ext>
            </a:extLst>
          </p:cNvPr>
          <p:cNvSpPr>
            <a:spLocks noGrp="1" noChangeAspect="1"/>
          </p:cNvSpPr>
          <p:nvPr>
            <p:ph type="pic" sz="quarter" idx="21" hasCustomPrompt="1"/>
          </p:nvPr>
        </p:nvSpPr>
        <p:spPr>
          <a:xfrm>
            <a:off x="425450" y="3178652"/>
            <a:ext cx="1188720" cy="1188720"/>
          </a:xfrm>
          <a:prstGeom prst="rect">
            <a:avLst/>
          </a:prstGeom>
        </p:spPr>
        <p:txBody>
          <a:bodyPr anchor="ctr"/>
          <a:lstStyle>
            <a:lvl1pPr marL="0" indent="0" algn="ctr">
              <a:buNone/>
              <a:defRPr sz="1200"/>
            </a:lvl1pPr>
          </a:lstStyle>
          <a:p>
            <a:pPr marL="0" marR="0" lvl="0" indent="0" algn="ctr"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None/>
              <a:tabLst/>
              <a:defRPr/>
            </a:pPr>
            <a:r>
              <a:rPr lang="en-US" dirty="0"/>
              <a:t>Click here to add icon</a:t>
            </a:r>
          </a:p>
        </p:txBody>
      </p:sp>
      <p:sp>
        <p:nvSpPr>
          <p:cNvPr id="5" name="Text Placeholder 11">
            <a:extLst>
              <a:ext uri="{FF2B5EF4-FFF2-40B4-BE49-F238E27FC236}">
                <a16:creationId xmlns:a16="http://schemas.microsoft.com/office/drawing/2014/main" id="{A1AB26F9-0173-EB8B-A0B2-71203D4C68A5}"/>
              </a:ext>
            </a:extLst>
          </p:cNvPr>
          <p:cNvSpPr>
            <a:spLocks noGrp="1"/>
          </p:cNvSpPr>
          <p:nvPr>
            <p:ph type="body" sz="quarter" idx="23" hasCustomPrompt="1"/>
          </p:nvPr>
        </p:nvSpPr>
        <p:spPr>
          <a:xfrm>
            <a:off x="1801504" y="3064352"/>
            <a:ext cx="9965046" cy="1417320"/>
          </a:xfrm>
        </p:spPr>
        <p:txBody>
          <a:bodyPr lIns="0" tIns="45720" rIns="0" bIns="45720" anchor="ctr"/>
          <a:lstStyle>
            <a:lvl1pPr marL="0" indent="0">
              <a:spcAft>
                <a:spcPts val="200"/>
              </a:spcAft>
              <a:buNone/>
              <a:defRPr sz="1600">
                <a:solidFill>
                  <a:schemeClr val="accent3"/>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cxnSp>
        <p:nvCxnSpPr>
          <p:cNvPr id="7" name="Straight Connector 6">
            <a:extLst>
              <a:ext uri="{FF2B5EF4-FFF2-40B4-BE49-F238E27FC236}">
                <a16:creationId xmlns:a16="http://schemas.microsoft.com/office/drawing/2014/main" id="{FD72055C-7159-2B40-7017-C8F627D20E68}"/>
              </a:ext>
            </a:extLst>
          </p:cNvPr>
          <p:cNvCxnSpPr>
            <a:cxnSpLocks/>
          </p:cNvCxnSpPr>
          <p:nvPr userDrawn="1"/>
        </p:nvCxnSpPr>
        <p:spPr>
          <a:xfrm>
            <a:off x="1799590" y="4570651"/>
            <a:ext cx="996696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5" name="Picture Placeholder 9">
            <a:extLst>
              <a:ext uri="{FF2B5EF4-FFF2-40B4-BE49-F238E27FC236}">
                <a16:creationId xmlns:a16="http://schemas.microsoft.com/office/drawing/2014/main" id="{C01BBE2D-9FF8-C873-8A2E-50CE50A2A903}"/>
              </a:ext>
            </a:extLst>
          </p:cNvPr>
          <p:cNvSpPr>
            <a:spLocks noGrp="1" noChangeAspect="1"/>
          </p:cNvSpPr>
          <p:nvPr>
            <p:ph type="pic" sz="quarter" idx="22" hasCustomPrompt="1"/>
          </p:nvPr>
        </p:nvSpPr>
        <p:spPr>
          <a:xfrm>
            <a:off x="425450" y="4773930"/>
            <a:ext cx="1188720" cy="1188720"/>
          </a:xfrm>
          <a:prstGeom prst="rect">
            <a:avLst/>
          </a:prstGeom>
        </p:spPr>
        <p:txBody>
          <a:bodyPr anchor="ctr"/>
          <a:lstStyle>
            <a:lvl1pPr marL="0" indent="0" algn="ctr">
              <a:buNone/>
              <a:defRPr sz="1200"/>
            </a:lvl1pPr>
          </a:lstStyle>
          <a:p>
            <a:pPr marL="0" marR="0" lvl="0" indent="0" algn="ctr"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None/>
              <a:tabLst/>
              <a:defRPr/>
            </a:pPr>
            <a:r>
              <a:rPr lang="en-US" dirty="0"/>
              <a:t>Click here to add icon</a:t>
            </a:r>
          </a:p>
        </p:txBody>
      </p:sp>
      <p:sp>
        <p:nvSpPr>
          <p:cNvPr id="6" name="Text Placeholder 11">
            <a:extLst>
              <a:ext uri="{FF2B5EF4-FFF2-40B4-BE49-F238E27FC236}">
                <a16:creationId xmlns:a16="http://schemas.microsoft.com/office/drawing/2014/main" id="{C5BC671B-E3BA-C641-C295-075806A97A8B}"/>
              </a:ext>
            </a:extLst>
          </p:cNvPr>
          <p:cNvSpPr>
            <a:spLocks noGrp="1"/>
          </p:cNvSpPr>
          <p:nvPr>
            <p:ph type="body" sz="quarter" idx="24" hasCustomPrompt="1"/>
          </p:nvPr>
        </p:nvSpPr>
        <p:spPr>
          <a:xfrm>
            <a:off x="1801504" y="4659630"/>
            <a:ext cx="9965046" cy="1417320"/>
          </a:xfrm>
        </p:spPr>
        <p:txBody>
          <a:bodyPr lIns="0" tIns="45720" rIns="0" bIns="45720" anchor="ctr"/>
          <a:lstStyle>
            <a:lvl1pPr marL="0" indent="0">
              <a:spcAft>
                <a:spcPts val="200"/>
              </a:spcAft>
              <a:buNone/>
              <a:defRPr sz="1600">
                <a:solidFill>
                  <a:schemeClr val="accent5"/>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sp>
        <p:nvSpPr>
          <p:cNvPr id="9" name="Slide Number Placeholder 5">
            <a:extLst>
              <a:ext uri="{FF2B5EF4-FFF2-40B4-BE49-F238E27FC236}">
                <a16:creationId xmlns:a16="http://schemas.microsoft.com/office/drawing/2014/main" id="{B8D7EE73-BD0F-1407-31F4-45DE38083EA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31733361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ight icon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24" name="Picture Placeholder 9">
            <a:extLst>
              <a:ext uri="{FF2B5EF4-FFF2-40B4-BE49-F238E27FC236}">
                <a16:creationId xmlns:a16="http://schemas.microsoft.com/office/drawing/2014/main" id="{B43F4B7B-2CB6-3C5D-41D4-F0733252324A}"/>
              </a:ext>
            </a:extLst>
          </p:cNvPr>
          <p:cNvSpPr>
            <a:spLocks noGrp="1" noChangeAspect="1"/>
          </p:cNvSpPr>
          <p:nvPr>
            <p:ph type="pic" sz="quarter" idx="28" hasCustomPrompt="1"/>
          </p:nvPr>
        </p:nvSpPr>
        <p:spPr>
          <a:xfrm>
            <a:off x="425450" y="1352743"/>
            <a:ext cx="914400" cy="914400"/>
          </a:xfrm>
          <a:prstGeom prst="rect">
            <a:avLst/>
          </a:prstGeom>
        </p:spPr>
        <p:txBody>
          <a:bodyPr anchor="ctr"/>
          <a:lstStyle>
            <a:lvl1pPr marL="0" indent="0" algn="ctr">
              <a:buNone/>
              <a:defRPr sz="1200"/>
            </a:lvl1pPr>
          </a:lstStyle>
          <a:p>
            <a:r>
              <a:rPr lang="en-US" dirty="0"/>
              <a:t>Click here to add icon</a:t>
            </a:r>
          </a:p>
        </p:txBody>
      </p:sp>
      <p:sp>
        <p:nvSpPr>
          <p:cNvPr id="11" name="Text Placeholder 11">
            <a:extLst>
              <a:ext uri="{FF2B5EF4-FFF2-40B4-BE49-F238E27FC236}">
                <a16:creationId xmlns:a16="http://schemas.microsoft.com/office/drawing/2014/main" id="{AD89EBC5-7786-3168-7F27-AA8125DACF78}"/>
              </a:ext>
            </a:extLst>
          </p:cNvPr>
          <p:cNvSpPr>
            <a:spLocks noGrp="1"/>
          </p:cNvSpPr>
          <p:nvPr>
            <p:ph type="body" sz="quarter" idx="36" hasCustomPrompt="1"/>
          </p:nvPr>
        </p:nvSpPr>
        <p:spPr>
          <a:xfrm>
            <a:off x="1512137" y="1307023"/>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cxnSp>
        <p:nvCxnSpPr>
          <p:cNvPr id="6" name="Straight Connector 5">
            <a:extLst>
              <a:ext uri="{FF2B5EF4-FFF2-40B4-BE49-F238E27FC236}">
                <a16:creationId xmlns:a16="http://schemas.microsoft.com/office/drawing/2014/main" id="{3C5E0B42-4FAD-B122-9855-574B2EA9EF99}"/>
              </a:ext>
            </a:extLst>
          </p:cNvPr>
          <p:cNvCxnSpPr>
            <a:cxnSpLocks/>
          </p:cNvCxnSpPr>
          <p:nvPr userDrawn="1"/>
        </p:nvCxnSpPr>
        <p:spPr>
          <a:xfrm>
            <a:off x="1512137" y="2437484"/>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6" name="Picture Placeholder 9">
            <a:extLst>
              <a:ext uri="{FF2B5EF4-FFF2-40B4-BE49-F238E27FC236}">
                <a16:creationId xmlns:a16="http://schemas.microsoft.com/office/drawing/2014/main" id="{EB7D8D35-559F-0ECB-0A77-87FEE0425347}"/>
              </a:ext>
            </a:extLst>
          </p:cNvPr>
          <p:cNvSpPr>
            <a:spLocks noGrp="1" noChangeAspect="1"/>
          </p:cNvSpPr>
          <p:nvPr>
            <p:ph type="pic" sz="quarter" idx="30" hasCustomPrompt="1"/>
          </p:nvPr>
        </p:nvSpPr>
        <p:spPr>
          <a:xfrm>
            <a:off x="425450" y="2607825"/>
            <a:ext cx="914400" cy="914400"/>
          </a:xfrm>
          <a:prstGeom prst="rect">
            <a:avLst/>
          </a:prstGeom>
        </p:spPr>
        <p:txBody>
          <a:bodyPr anchor="ctr"/>
          <a:lstStyle>
            <a:lvl1pPr marL="0" indent="0" algn="ctr">
              <a:buNone/>
              <a:defRPr sz="1200"/>
            </a:lvl1pPr>
          </a:lstStyle>
          <a:p>
            <a:r>
              <a:rPr lang="en-US" dirty="0"/>
              <a:t>Click here to add icon</a:t>
            </a:r>
          </a:p>
        </p:txBody>
      </p:sp>
      <p:sp>
        <p:nvSpPr>
          <p:cNvPr id="15" name="Text Placeholder 11">
            <a:extLst>
              <a:ext uri="{FF2B5EF4-FFF2-40B4-BE49-F238E27FC236}">
                <a16:creationId xmlns:a16="http://schemas.microsoft.com/office/drawing/2014/main" id="{12771577-6DF7-C28B-98C1-13903E641423}"/>
              </a:ext>
            </a:extLst>
          </p:cNvPr>
          <p:cNvSpPr>
            <a:spLocks noGrp="1"/>
          </p:cNvSpPr>
          <p:nvPr>
            <p:ph type="body" sz="quarter" idx="39" hasCustomPrompt="1"/>
          </p:nvPr>
        </p:nvSpPr>
        <p:spPr>
          <a:xfrm>
            <a:off x="1512137" y="2562105"/>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cxnSp>
        <p:nvCxnSpPr>
          <p:cNvPr id="5" name="Straight Connector 4">
            <a:extLst>
              <a:ext uri="{FF2B5EF4-FFF2-40B4-BE49-F238E27FC236}">
                <a16:creationId xmlns:a16="http://schemas.microsoft.com/office/drawing/2014/main" id="{8B11C842-3283-E596-DE19-3297AED53101}"/>
              </a:ext>
            </a:extLst>
          </p:cNvPr>
          <p:cNvCxnSpPr>
            <a:cxnSpLocks/>
          </p:cNvCxnSpPr>
          <p:nvPr userDrawn="1"/>
        </p:nvCxnSpPr>
        <p:spPr>
          <a:xfrm>
            <a:off x="1512137" y="3692566"/>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8" name="Picture Placeholder 9">
            <a:extLst>
              <a:ext uri="{FF2B5EF4-FFF2-40B4-BE49-F238E27FC236}">
                <a16:creationId xmlns:a16="http://schemas.microsoft.com/office/drawing/2014/main" id="{0815622D-F593-5765-4DE3-9C3B3DA20081}"/>
              </a:ext>
            </a:extLst>
          </p:cNvPr>
          <p:cNvSpPr>
            <a:spLocks noGrp="1" noChangeAspect="1"/>
          </p:cNvSpPr>
          <p:nvPr>
            <p:ph type="pic" sz="quarter" idx="32" hasCustomPrompt="1"/>
          </p:nvPr>
        </p:nvSpPr>
        <p:spPr>
          <a:xfrm>
            <a:off x="425450" y="3862907"/>
            <a:ext cx="914400" cy="914400"/>
          </a:xfrm>
          <a:prstGeom prst="rect">
            <a:avLst/>
          </a:prstGeom>
        </p:spPr>
        <p:txBody>
          <a:bodyPr anchor="ctr"/>
          <a:lstStyle>
            <a:lvl1pPr marL="0" indent="0" algn="ctr">
              <a:buNone/>
              <a:defRPr sz="1200"/>
            </a:lvl1pPr>
          </a:lstStyle>
          <a:p>
            <a:r>
              <a:rPr lang="en-US" dirty="0"/>
              <a:t>Click here to add icon</a:t>
            </a:r>
          </a:p>
        </p:txBody>
      </p:sp>
      <p:sp>
        <p:nvSpPr>
          <p:cNvPr id="13" name="Text Placeholder 11">
            <a:extLst>
              <a:ext uri="{FF2B5EF4-FFF2-40B4-BE49-F238E27FC236}">
                <a16:creationId xmlns:a16="http://schemas.microsoft.com/office/drawing/2014/main" id="{70C21BF9-98CF-2439-2FC3-3163C556C2CB}"/>
              </a:ext>
            </a:extLst>
          </p:cNvPr>
          <p:cNvSpPr>
            <a:spLocks noGrp="1"/>
          </p:cNvSpPr>
          <p:nvPr>
            <p:ph type="body" sz="quarter" idx="38" hasCustomPrompt="1"/>
          </p:nvPr>
        </p:nvSpPr>
        <p:spPr>
          <a:xfrm>
            <a:off x="1512137" y="3817187"/>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cxnSp>
        <p:nvCxnSpPr>
          <p:cNvPr id="7" name="Straight Connector 6">
            <a:extLst>
              <a:ext uri="{FF2B5EF4-FFF2-40B4-BE49-F238E27FC236}">
                <a16:creationId xmlns:a16="http://schemas.microsoft.com/office/drawing/2014/main" id="{21378A91-CE46-5522-9C0B-EA8A8EEE264C}"/>
              </a:ext>
            </a:extLst>
          </p:cNvPr>
          <p:cNvCxnSpPr>
            <a:cxnSpLocks/>
          </p:cNvCxnSpPr>
          <p:nvPr userDrawn="1"/>
        </p:nvCxnSpPr>
        <p:spPr>
          <a:xfrm>
            <a:off x="1512137" y="4947648"/>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0" name="Picture Placeholder 9">
            <a:extLst>
              <a:ext uri="{FF2B5EF4-FFF2-40B4-BE49-F238E27FC236}">
                <a16:creationId xmlns:a16="http://schemas.microsoft.com/office/drawing/2014/main" id="{B1B97117-9F24-6123-995B-5C808A68E78F}"/>
              </a:ext>
            </a:extLst>
          </p:cNvPr>
          <p:cNvSpPr>
            <a:spLocks noGrp="1" noChangeAspect="1"/>
          </p:cNvSpPr>
          <p:nvPr>
            <p:ph type="pic" sz="quarter" idx="34" hasCustomPrompt="1"/>
          </p:nvPr>
        </p:nvSpPr>
        <p:spPr>
          <a:xfrm>
            <a:off x="425450" y="5117990"/>
            <a:ext cx="914400" cy="914400"/>
          </a:xfrm>
          <a:prstGeom prst="rect">
            <a:avLst/>
          </a:prstGeom>
        </p:spPr>
        <p:txBody>
          <a:bodyPr anchor="ctr"/>
          <a:lstStyle>
            <a:lvl1pPr marL="0" indent="0" algn="ctr">
              <a:buNone/>
              <a:defRPr sz="1200"/>
            </a:lvl1pPr>
          </a:lstStyle>
          <a:p>
            <a:r>
              <a:rPr lang="en-US" dirty="0"/>
              <a:t>Click here to add icon</a:t>
            </a:r>
          </a:p>
        </p:txBody>
      </p:sp>
      <p:sp>
        <p:nvSpPr>
          <p:cNvPr id="12" name="Text Placeholder 11">
            <a:extLst>
              <a:ext uri="{FF2B5EF4-FFF2-40B4-BE49-F238E27FC236}">
                <a16:creationId xmlns:a16="http://schemas.microsoft.com/office/drawing/2014/main" id="{8ACBFC19-88E9-647B-456B-987298401E2E}"/>
              </a:ext>
            </a:extLst>
          </p:cNvPr>
          <p:cNvSpPr>
            <a:spLocks noGrp="1"/>
          </p:cNvSpPr>
          <p:nvPr>
            <p:ph type="body" sz="quarter" idx="37" hasCustomPrompt="1"/>
          </p:nvPr>
        </p:nvSpPr>
        <p:spPr>
          <a:xfrm>
            <a:off x="1512137" y="5072270"/>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sp>
        <p:nvSpPr>
          <p:cNvPr id="25" name="Picture Placeholder 9">
            <a:extLst>
              <a:ext uri="{FF2B5EF4-FFF2-40B4-BE49-F238E27FC236}">
                <a16:creationId xmlns:a16="http://schemas.microsoft.com/office/drawing/2014/main" id="{0D74B06B-61ED-CEFB-E3B3-9FC646969EA4}"/>
              </a:ext>
            </a:extLst>
          </p:cNvPr>
          <p:cNvSpPr>
            <a:spLocks noGrp="1" noChangeAspect="1"/>
          </p:cNvSpPr>
          <p:nvPr>
            <p:ph type="pic" sz="quarter" idx="29" hasCustomPrompt="1"/>
          </p:nvPr>
        </p:nvSpPr>
        <p:spPr>
          <a:xfrm>
            <a:off x="6305389" y="1352743"/>
            <a:ext cx="914400" cy="914400"/>
          </a:xfrm>
          <a:prstGeom prst="rect">
            <a:avLst/>
          </a:prstGeom>
        </p:spPr>
        <p:txBody>
          <a:bodyPr anchor="ctr"/>
          <a:lstStyle>
            <a:lvl1pPr marL="0" indent="0" algn="ctr">
              <a:buNone/>
              <a:defRPr sz="1200"/>
            </a:lvl1pPr>
          </a:lstStyle>
          <a:p>
            <a:r>
              <a:rPr lang="en-US" dirty="0"/>
              <a:t>Click here to add icon</a:t>
            </a:r>
          </a:p>
        </p:txBody>
      </p:sp>
      <p:sp>
        <p:nvSpPr>
          <p:cNvPr id="18" name="Text Placeholder 11">
            <a:extLst>
              <a:ext uri="{FF2B5EF4-FFF2-40B4-BE49-F238E27FC236}">
                <a16:creationId xmlns:a16="http://schemas.microsoft.com/office/drawing/2014/main" id="{E7C72D8B-534B-6DE5-0B48-3CB97967D311}"/>
              </a:ext>
            </a:extLst>
          </p:cNvPr>
          <p:cNvSpPr>
            <a:spLocks noGrp="1"/>
          </p:cNvSpPr>
          <p:nvPr>
            <p:ph type="body" sz="quarter" idx="40" hasCustomPrompt="1"/>
          </p:nvPr>
        </p:nvSpPr>
        <p:spPr>
          <a:xfrm>
            <a:off x="7385531" y="1307023"/>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cxnSp>
        <p:nvCxnSpPr>
          <p:cNvPr id="23" name="Straight Connector 22">
            <a:extLst>
              <a:ext uri="{FF2B5EF4-FFF2-40B4-BE49-F238E27FC236}">
                <a16:creationId xmlns:a16="http://schemas.microsoft.com/office/drawing/2014/main" id="{4455D23A-01AB-588F-517A-144079958FC2}"/>
              </a:ext>
            </a:extLst>
          </p:cNvPr>
          <p:cNvCxnSpPr>
            <a:cxnSpLocks/>
          </p:cNvCxnSpPr>
          <p:nvPr userDrawn="1"/>
        </p:nvCxnSpPr>
        <p:spPr>
          <a:xfrm>
            <a:off x="7385531" y="2437484"/>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Picture Placeholder 9">
            <a:extLst>
              <a:ext uri="{FF2B5EF4-FFF2-40B4-BE49-F238E27FC236}">
                <a16:creationId xmlns:a16="http://schemas.microsoft.com/office/drawing/2014/main" id="{C8F1CBD6-68D2-0E56-C57A-4BB197422862}"/>
              </a:ext>
            </a:extLst>
          </p:cNvPr>
          <p:cNvSpPr>
            <a:spLocks noGrp="1" noChangeAspect="1"/>
          </p:cNvSpPr>
          <p:nvPr>
            <p:ph type="pic" sz="quarter" idx="31" hasCustomPrompt="1"/>
          </p:nvPr>
        </p:nvSpPr>
        <p:spPr>
          <a:xfrm>
            <a:off x="6305389" y="2607825"/>
            <a:ext cx="914400" cy="914400"/>
          </a:xfrm>
          <a:prstGeom prst="rect">
            <a:avLst/>
          </a:prstGeom>
        </p:spPr>
        <p:txBody>
          <a:bodyPr anchor="ctr"/>
          <a:lstStyle>
            <a:lvl1pPr marL="0" indent="0" algn="ctr">
              <a:buNone/>
              <a:defRPr sz="1200"/>
            </a:lvl1pPr>
          </a:lstStyle>
          <a:p>
            <a:r>
              <a:rPr lang="en-US" dirty="0"/>
              <a:t>Click here to add icon</a:t>
            </a:r>
          </a:p>
        </p:txBody>
      </p:sp>
      <p:sp>
        <p:nvSpPr>
          <p:cNvPr id="19" name="Text Placeholder 11">
            <a:extLst>
              <a:ext uri="{FF2B5EF4-FFF2-40B4-BE49-F238E27FC236}">
                <a16:creationId xmlns:a16="http://schemas.microsoft.com/office/drawing/2014/main" id="{E56446B9-85DF-3D97-4D7B-6A4467036639}"/>
              </a:ext>
            </a:extLst>
          </p:cNvPr>
          <p:cNvSpPr>
            <a:spLocks noGrp="1"/>
          </p:cNvSpPr>
          <p:nvPr>
            <p:ph type="body" sz="quarter" idx="41" hasCustomPrompt="1"/>
          </p:nvPr>
        </p:nvSpPr>
        <p:spPr>
          <a:xfrm>
            <a:off x="7385531" y="2562105"/>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cxnSp>
        <p:nvCxnSpPr>
          <p:cNvPr id="22" name="Straight Connector 21">
            <a:extLst>
              <a:ext uri="{FF2B5EF4-FFF2-40B4-BE49-F238E27FC236}">
                <a16:creationId xmlns:a16="http://schemas.microsoft.com/office/drawing/2014/main" id="{EE326F57-826B-3ACC-E1E9-43A337E58CE7}"/>
              </a:ext>
            </a:extLst>
          </p:cNvPr>
          <p:cNvCxnSpPr>
            <a:cxnSpLocks/>
          </p:cNvCxnSpPr>
          <p:nvPr userDrawn="1"/>
        </p:nvCxnSpPr>
        <p:spPr>
          <a:xfrm>
            <a:off x="7385531" y="3692566"/>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9" name="Picture Placeholder 9">
            <a:extLst>
              <a:ext uri="{FF2B5EF4-FFF2-40B4-BE49-F238E27FC236}">
                <a16:creationId xmlns:a16="http://schemas.microsoft.com/office/drawing/2014/main" id="{8A4B5D9B-DD42-E12C-B8B1-D148773ADFC2}"/>
              </a:ext>
            </a:extLst>
          </p:cNvPr>
          <p:cNvSpPr>
            <a:spLocks noGrp="1" noChangeAspect="1"/>
          </p:cNvSpPr>
          <p:nvPr>
            <p:ph type="pic" sz="quarter" idx="33" hasCustomPrompt="1"/>
          </p:nvPr>
        </p:nvSpPr>
        <p:spPr>
          <a:xfrm>
            <a:off x="6305389" y="3862907"/>
            <a:ext cx="914400" cy="914400"/>
          </a:xfrm>
          <a:prstGeom prst="rect">
            <a:avLst/>
          </a:prstGeom>
        </p:spPr>
        <p:txBody>
          <a:bodyPr anchor="ctr"/>
          <a:lstStyle>
            <a:lvl1pPr marL="0" indent="0" algn="ctr">
              <a:buNone/>
              <a:defRPr sz="1200"/>
            </a:lvl1pPr>
          </a:lstStyle>
          <a:p>
            <a:r>
              <a:rPr lang="en-US" dirty="0"/>
              <a:t>Click here to add icon</a:t>
            </a:r>
          </a:p>
        </p:txBody>
      </p:sp>
      <p:sp>
        <p:nvSpPr>
          <p:cNvPr id="32" name="Text Placeholder 11">
            <a:extLst>
              <a:ext uri="{FF2B5EF4-FFF2-40B4-BE49-F238E27FC236}">
                <a16:creationId xmlns:a16="http://schemas.microsoft.com/office/drawing/2014/main" id="{CE2966E9-E5B2-905D-1BF4-C087E4D1BD05}"/>
              </a:ext>
            </a:extLst>
          </p:cNvPr>
          <p:cNvSpPr>
            <a:spLocks noGrp="1"/>
          </p:cNvSpPr>
          <p:nvPr>
            <p:ph type="body" sz="quarter" idx="42" hasCustomPrompt="1"/>
          </p:nvPr>
        </p:nvSpPr>
        <p:spPr>
          <a:xfrm>
            <a:off x="7385531" y="3817187"/>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cxnSp>
        <p:nvCxnSpPr>
          <p:cNvPr id="10" name="Straight Connector 9">
            <a:extLst>
              <a:ext uri="{FF2B5EF4-FFF2-40B4-BE49-F238E27FC236}">
                <a16:creationId xmlns:a16="http://schemas.microsoft.com/office/drawing/2014/main" id="{19BA8E10-C301-B50F-BA49-15050943AAD9}"/>
              </a:ext>
            </a:extLst>
          </p:cNvPr>
          <p:cNvCxnSpPr>
            <a:cxnSpLocks/>
          </p:cNvCxnSpPr>
          <p:nvPr userDrawn="1"/>
        </p:nvCxnSpPr>
        <p:spPr>
          <a:xfrm>
            <a:off x="7385531" y="4947648"/>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1" name="Picture Placeholder 9">
            <a:extLst>
              <a:ext uri="{FF2B5EF4-FFF2-40B4-BE49-F238E27FC236}">
                <a16:creationId xmlns:a16="http://schemas.microsoft.com/office/drawing/2014/main" id="{4FE3643B-04DC-9C04-EC21-6FC260035471}"/>
              </a:ext>
            </a:extLst>
          </p:cNvPr>
          <p:cNvSpPr>
            <a:spLocks noGrp="1" noChangeAspect="1"/>
          </p:cNvSpPr>
          <p:nvPr>
            <p:ph type="pic" sz="quarter" idx="35" hasCustomPrompt="1"/>
          </p:nvPr>
        </p:nvSpPr>
        <p:spPr>
          <a:xfrm>
            <a:off x="6305389" y="5117990"/>
            <a:ext cx="914400" cy="914400"/>
          </a:xfrm>
          <a:prstGeom prst="rect">
            <a:avLst/>
          </a:prstGeom>
        </p:spPr>
        <p:txBody>
          <a:bodyPr anchor="ctr"/>
          <a:lstStyle>
            <a:lvl1pPr marL="0" indent="0" algn="ctr">
              <a:buNone/>
              <a:defRPr sz="1200"/>
            </a:lvl1pPr>
          </a:lstStyle>
          <a:p>
            <a:r>
              <a:rPr lang="en-US" dirty="0"/>
              <a:t>Click here to add icon</a:t>
            </a:r>
          </a:p>
        </p:txBody>
      </p:sp>
      <p:sp>
        <p:nvSpPr>
          <p:cNvPr id="33" name="Text Placeholder 11">
            <a:extLst>
              <a:ext uri="{FF2B5EF4-FFF2-40B4-BE49-F238E27FC236}">
                <a16:creationId xmlns:a16="http://schemas.microsoft.com/office/drawing/2014/main" id="{2291F0A7-9B4B-3796-A3FB-37ECE65A9A89}"/>
              </a:ext>
            </a:extLst>
          </p:cNvPr>
          <p:cNvSpPr>
            <a:spLocks noGrp="1"/>
          </p:cNvSpPr>
          <p:nvPr>
            <p:ph type="body" sz="quarter" idx="43" hasCustomPrompt="1"/>
          </p:nvPr>
        </p:nvSpPr>
        <p:spPr>
          <a:xfrm>
            <a:off x="7385531" y="5072270"/>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sp>
        <p:nvSpPr>
          <p:cNvPr id="3" name="Slide Number Placeholder 5">
            <a:extLst>
              <a:ext uri="{FF2B5EF4-FFF2-40B4-BE49-F238E27FC236}">
                <a16:creationId xmlns:a16="http://schemas.microsoft.com/office/drawing/2014/main" id="{88F45AF8-A8C0-A223-DBED-02A7C9E91BF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166490713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circle tex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11" name="Text Placeholder 11">
            <a:extLst>
              <a:ext uri="{FF2B5EF4-FFF2-40B4-BE49-F238E27FC236}">
                <a16:creationId xmlns:a16="http://schemas.microsoft.com/office/drawing/2014/main" id="{A89770E9-16F2-7FFA-DCB8-9440D4376679}"/>
              </a:ext>
            </a:extLst>
          </p:cNvPr>
          <p:cNvSpPr>
            <a:spLocks noGrp="1" noChangeAspect="1"/>
          </p:cNvSpPr>
          <p:nvPr>
            <p:ph type="body" sz="quarter" idx="14" hasCustomPrompt="1"/>
          </p:nvPr>
        </p:nvSpPr>
        <p:spPr>
          <a:xfrm>
            <a:off x="425450" y="1446213"/>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4" name="Text Placeholder 11">
            <a:extLst>
              <a:ext uri="{FF2B5EF4-FFF2-40B4-BE49-F238E27FC236}">
                <a16:creationId xmlns:a16="http://schemas.microsoft.com/office/drawing/2014/main" id="{F190266A-6EA5-DA1F-2689-9203581580EC}"/>
              </a:ext>
            </a:extLst>
          </p:cNvPr>
          <p:cNvSpPr>
            <a:spLocks noGrp="1"/>
          </p:cNvSpPr>
          <p:nvPr>
            <p:ph type="body" sz="quarter" idx="36" hasCustomPrompt="1"/>
          </p:nvPr>
        </p:nvSpPr>
        <p:spPr>
          <a:xfrm>
            <a:off x="1643606" y="1469073"/>
            <a:ext cx="10122944"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cxnSp>
        <p:nvCxnSpPr>
          <p:cNvPr id="20" name="Straight Connector 19">
            <a:extLst>
              <a:ext uri="{FF2B5EF4-FFF2-40B4-BE49-F238E27FC236}">
                <a16:creationId xmlns:a16="http://schemas.microsoft.com/office/drawing/2014/main" id="{B9FCB7CB-F0E3-E9F1-33DB-E06C950D986F}"/>
              </a:ext>
            </a:extLst>
          </p:cNvPr>
          <p:cNvCxnSpPr/>
          <p:nvPr userDrawn="1"/>
        </p:nvCxnSpPr>
        <p:spPr>
          <a:xfrm>
            <a:off x="1643606" y="2568119"/>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Text Placeholder 11">
            <a:extLst>
              <a:ext uri="{FF2B5EF4-FFF2-40B4-BE49-F238E27FC236}">
                <a16:creationId xmlns:a16="http://schemas.microsoft.com/office/drawing/2014/main" id="{51F13AE0-9183-D602-5CE3-A9A8CFB65524}"/>
              </a:ext>
            </a:extLst>
          </p:cNvPr>
          <p:cNvSpPr>
            <a:spLocks noGrp="1" noChangeAspect="1"/>
          </p:cNvSpPr>
          <p:nvPr>
            <p:ph type="body" sz="quarter" idx="15" hasCustomPrompt="1"/>
          </p:nvPr>
        </p:nvSpPr>
        <p:spPr>
          <a:xfrm>
            <a:off x="425450" y="2638464"/>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5" name="Text Placeholder 11">
            <a:extLst>
              <a:ext uri="{FF2B5EF4-FFF2-40B4-BE49-F238E27FC236}">
                <a16:creationId xmlns:a16="http://schemas.microsoft.com/office/drawing/2014/main" id="{5401359C-8F5C-6329-FB4C-ACDB3E530D46}"/>
              </a:ext>
            </a:extLst>
          </p:cNvPr>
          <p:cNvSpPr>
            <a:spLocks noGrp="1"/>
          </p:cNvSpPr>
          <p:nvPr>
            <p:ph type="body" sz="quarter" idx="37" hasCustomPrompt="1"/>
          </p:nvPr>
        </p:nvSpPr>
        <p:spPr>
          <a:xfrm>
            <a:off x="1643606" y="2661324"/>
            <a:ext cx="10122944" cy="1005840"/>
          </a:xfrm>
        </p:spPr>
        <p:txBody>
          <a:bodyPr lIns="0" tIns="45720" rIns="0" bIns="45720" anchor="ctr"/>
          <a:lstStyle>
            <a:lvl1pPr marL="0" indent="0">
              <a:spcAft>
                <a:spcPts val="200"/>
              </a:spcAft>
              <a:buNone/>
              <a:defRPr sz="1600">
                <a:solidFill>
                  <a:schemeClr val="accent3"/>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cxnSp>
        <p:nvCxnSpPr>
          <p:cNvPr id="21" name="Straight Connector 20">
            <a:extLst>
              <a:ext uri="{FF2B5EF4-FFF2-40B4-BE49-F238E27FC236}">
                <a16:creationId xmlns:a16="http://schemas.microsoft.com/office/drawing/2014/main" id="{AD6C658A-1C1E-8319-759A-C14D8B1EDFF1}"/>
              </a:ext>
            </a:extLst>
          </p:cNvPr>
          <p:cNvCxnSpPr/>
          <p:nvPr userDrawn="1"/>
        </p:nvCxnSpPr>
        <p:spPr>
          <a:xfrm>
            <a:off x="1643606" y="3761178"/>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Text Placeholder 11">
            <a:extLst>
              <a:ext uri="{FF2B5EF4-FFF2-40B4-BE49-F238E27FC236}">
                <a16:creationId xmlns:a16="http://schemas.microsoft.com/office/drawing/2014/main" id="{9AAE432B-E20C-7DDA-7B74-202DD9899130}"/>
              </a:ext>
            </a:extLst>
          </p:cNvPr>
          <p:cNvSpPr>
            <a:spLocks noGrp="1" noChangeAspect="1"/>
          </p:cNvSpPr>
          <p:nvPr>
            <p:ph type="body" sz="quarter" idx="16" hasCustomPrompt="1"/>
          </p:nvPr>
        </p:nvSpPr>
        <p:spPr>
          <a:xfrm>
            <a:off x="425450" y="3832331"/>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6" name="Text Placeholder 11">
            <a:extLst>
              <a:ext uri="{FF2B5EF4-FFF2-40B4-BE49-F238E27FC236}">
                <a16:creationId xmlns:a16="http://schemas.microsoft.com/office/drawing/2014/main" id="{46420016-65BB-65D1-7A9B-BC72F9D6828A}"/>
              </a:ext>
            </a:extLst>
          </p:cNvPr>
          <p:cNvSpPr>
            <a:spLocks noGrp="1"/>
          </p:cNvSpPr>
          <p:nvPr>
            <p:ph type="body" sz="quarter" idx="38" hasCustomPrompt="1"/>
          </p:nvPr>
        </p:nvSpPr>
        <p:spPr>
          <a:xfrm>
            <a:off x="1643606" y="3855191"/>
            <a:ext cx="10122944"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cxnSp>
        <p:nvCxnSpPr>
          <p:cNvPr id="22" name="Straight Connector 21">
            <a:extLst>
              <a:ext uri="{FF2B5EF4-FFF2-40B4-BE49-F238E27FC236}">
                <a16:creationId xmlns:a16="http://schemas.microsoft.com/office/drawing/2014/main" id="{CDCFDCD5-F742-BE4C-C5AC-89AD0A324771}"/>
              </a:ext>
            </a:extLst>
          </p:cNvPr>
          <p:cNvCxnSpPr/>
          <p:nvPr userDrawn="1"/>
        </p:nvCxnSpPr>
        <p:spPr>
          <a:xfrm>
            <a:off x="1643606" y="4954641"/>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5" name="Text Placeholder 11">
            <a:extLst>
              <a:ext uri="{FF2B5EF4-FFF2-40B4-BE49-F238E27FC236}">
                <a16:creationId xmlns:a16="http://schemas.microsoft.com/office/drawing/2014/main" id="{6AA48CE4-D48F-1815-952F-AE9234ABC8B0}"/>
              </a:ext>
            </a:extLst>
          </p:cNvPr>
          <p:cNvSpPr>
            <a:spLocks noGrp="1" noChangeAspect="1"/>
          </p:cNvSpPr>
          <p:nvPr>
            <p:ph type="body" sz="quarter" idx="17" hasCustomPrompt="1"/>
          </p:nvPr>
        </p:nvSpPr>
        <p:spPr>
          <a:xfrm>
            <a:off x="425450" y="5025390"/>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7" name="Text Placeholder 11">
            <a:extLst>
              <a:ext uri="{FF2B5EF4-FFF2-40B4-BE49-F238E27FC236}">
                <a16:creationId xmlns:a16="http://schemas.microsoft.com/office/drawing/2014/main" id="{2E30510B-0B2F-B2B8-13C1-8A4B008236D0}"/>
              </a:ext>
            </a:extLst>
          </p:cNvPr>
          <p:cNvSpPr>
            <a:spLocks noGrp="1"/>
          </p:cNvSpPr>
          <p:nvPr>
            <p:ph type="body" sz="quarter" idx="39" hasCustomPrompt="1"/>
          </p:nvPr>
        </p:nvSpPr>
        <p:spPr>
          <a:xfrm>
            <a:off x="1643606" y="5048250"/>
            <a:ext cx="10122944" cy="1005840"/>
          </a:xfrm>
        </p:spPr>
        <p:txBody>
          <a:bodyPr lIns="0" tIns="45720" rIns="0" bIns="45720" anchor="ctr"/>
          <a:lstStyle>
            <a:lvl1pPr marL="0" indent="0">
              <a:spcAft>
                <a:spcPts val="200"/>
              </a:spcAft>
              <a:buNone/>
              <a:defRPr sz="1600">
                <a:solidFill>
                  <a:schemeClr val="accent3"/>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sp>
        <p:nvSpPr>
          <p:cNvPr id="3" name="Slide Number Placeholder 5">
            <a:extLst>
              <a:ext uri="{FF2B5EF4-FFF2-40B4-BE49-F238E27FC236}">
                <a16:creationId xmlns:a16="http://schemas.microsoft.com/office/drawing/2014/main" id="{B7F83E17-8512-7962-C5E1-591C2FB9ADD6}"/>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5756285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ircle tex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Text Placeholder 11">
            <a:extLst>
              <a:ext uri="{FF2B5EF4-FFF2-40B4-BE49-F238E27FC236}">
                <a16:creationId xmlns:a16="http://schemas.microsoft.com/office/drawing/2014/main" id="{D73F7F6A-A03C-29C6-C5D4-5A7B3542360A}"/>
              </a:ext>
            </a:extLst>
          </p:cNvPr>
          <p:cNvSpPr>
            <a:spLocks noGrp="1" noChangeAspect="1"/>
          </p:cNvSpPr>
          <p:nvPr>
            <p:ph type="body" sz="quarter" idx="14" hasCustomPrompt="1"/>
          </p:nvPr>
        </p:nvSpPr>
        <p:spPr>
          <a:xfrm>
            <a:off x="425450" y="1446213"/>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1643606" y="1469073"/>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cxnSp>
        <p:nvCxnSpPr>
          <p:cNvPr id="20" name="Straight Connector 19">
            <a:extLst>
              <a:ext uri="{FF2B5EF4-FFF2-40B4-BE49-F238E27FC236}">
                <a16:creationId xmlns:a16="http://schemas.microsoft.com/office/drawing/2014/main" id="{B9FCB7CB-F0E3-E9F1-33DB-E06C950D986F}"/>
              </a:ext>
            </a:extLst>
          </p:cNvPr>
          <p:cNvCxnSpPr/>
          <p:nvPr userDrawn="1"/>
        </p:nvCxnSpPr>
        <p:spPr>
          <a:xfrm>
            <a:off x="1643606" y="2568119"/>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ext Placeholder 11">
            <a:extLst>
              <a:ext uri="{FF2B5EF4-FFF2-40B4-BE49-F238E27FC236}">
                <a16:creationId xmlns:a16="http://schemas.microsoft.com/office/drawing/2014/main" id="{B7BFB2D0-1EAF-DCB0-6345-DF88DCCF0E69}"/>
              </a:ext>
            </a:extLst>
          </p:cNvPr>
          <p:cNvSpPr>
            <a:spLocks noGrp="1" noChangeAspect="1"/>
          </p:cNvSpPr>
          <p:nvPr>
            <p:ph type="body" sz="quarter" idx="15" hasCustomPrompt="1"/>
          </p:nvPr>
        </p:nvSpPr>
        <p:spPr>
          <a:xfrm>
            <a:off x="425450" y="2638464"/>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16" name="Text Placeholder 11">
            <a:extLst>
              <a:ext uri="{FF2B5EF4-FFF2-40B4-BE49-F238E27FC236}">
                <a16:creationId xmlns:a16="http://schemas.microsoft.com/office/drawing/2014/main" id="{4735C080-32FA-626B-8BAA-894D7FBECC72}"/>
              </a:ext>
            </a:extLst>
          </p:cNvPr>
          <p:cNvSpPr>
            <a:spLocks noGrp="1"/>
          </p:cNvSpPr>
          <p:nvPr>
            <p:ph type="body" sz="quarter" idx="18" hasCustomPrompt="1"/>
          </p:nvPr>
        </p:nvSpPr>
        <p:spPr>
          <a:xfrm>
            <a:off x="1643606" y="2661324"/>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cxnSp>
        <p:nvCxnSpPr>
          <p:cNvPr id="21" name="Straight Connector 20">
            <a:extLst>
              <a:ext uri="{FF2B5EF4-FFF2-40B4-BE49-F238E27FC236}">
                <a16:creationId xmlns:a16="http://schemas.microsoft.com/office/drawing/2014/main" id="{AD6C658A-1C1E-8319-759A-C14D8B1EDFF1}"/>
              </a:ext>
            </a:extLst>
          </p:cNvPr>
          <p:cNvCxnSpPr/>
          <p:nvPr userDrawn="1"/>
        </p:nvCxnSpPr>
        <p:spPr>
          <a:xfrm>
            <a:off x="1643606" y="3761178"/>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 Placeholder 11">
            <a:extLst>
              <a:ext uri="{FF2B5EF4-FFF2-40B4-BE49-F238E27FC236}">
                <a16:creationId xmlns:a16="http://schemas.microsoft.com/office/drawing/2014/main" id="{42951087-268C-82C9-8EE2-ACDB75F9C8F8}"/>
              </a:ext>
            </a:extLst>
          </p:cNvPr>
          <p:cNvSpPr>
            <a:spLocks noGrp="1" noChangeAspect="1"/>
          </p:cNvSpPr>
          <p:nvPr>
            <p:ph type="body" sz="quarter" idx="16" hasCustomPrompt="1"/>
          </p:nvPr>
        </p:nvSpPr>
        <p:spPr>
          <a:xfrm>
            <a:off x="425450" y="3832331"/>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17" name="Text Placeholder 11">
            <a:extLst>
              <a:ext uri="{FF2B5EF4-FFF2-40B4-BE49-F238E27FC236}">
                <a16:creationId xmlns:a16="http://schemas.microsoft.com/office/drawing/2014/main" id="{B27BDBB0-751D-2EB5-F060-4BB0656BBE51}"/>
              </a:ext>
            </a:extLst>
          </p:cNvPr>
          <p:cNvSpPr>
            <a:spLocks noGrp="1"/>
          </p:cNvSpPr>
          <p:nvPr>
            <p:ph type="body" sz="quarter" idx="19" hasCustomPrompt="1"/>
          </p:nvPr>
        </p:nvSpPr>
        <p:spPr>
          <a:xfrm>
            <a:off x="1643606" y="3855191"/>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cxnSp>
        <p:nvCxnSpPr>
          <p:cNvPr id="22" name="Straight Connector 21">
            <a:extLst>
              <a:ext uri="{FF2B5EF4-FFF2-40B4-BE49-F238E27FC236}">
                <a16:creationId xmlns:a16="http://schemas.microsoft.com/office/drawing/2014/main" id="{CDCFDCD5-F742-BE4C-C5AC-89AD0A324771}"/>
              </a:ext>
            </a:extLst>
          </p:cNvPr>
          <p:cNvCxnSpPr/>
          <p:nvPr userDrawn="1"/>
        </p:nvCxnSpPr>
        <p:spPr>
          <a:xfrm>
            <a:off x="1643606" y="4954641"/>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Text Placeholder 11">
            <a:extLst>
              <a:ext uri="{FF2B5EF4-FFF2-40B4-BE49-F238E27FC236}">
                <a16:creationId xmlns:a16="http://schemas.microsoft.com/office/drawing/2014/main" id="{D6FBDD42-ED0C-5362-9314-8816E840A6CF}"/>
              </a:ext>
            </a:extLst>
          </p:cNvPr>
          <p:cNvSpPr>
            <a:spLocks noGrp="1" noChangeAspect="1"/>
          </p:cNvSpPr>
          <p:nvPr>
            <p:ph type="body" sz="quarter" idx="17" hasCustomPrompt="1"/>
          </p:nvPr>
        </p:nvSpPr>
        <p:spPr>
          <a:xfrm>
            <a:off x="425450" y="5025390"/>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18" name="Text Placeholder 11">
            <a:extLst>
              <a:ext uri="{FF2B5EF4-FFF2-40B4-BE49-F238E27FC236}">
                <a16:creationId xmlns:a16="http://schemas.microsoft.com/office/drawing/2014/main" id="{25BAE7B8-AA80-9379-0D79-99D8A5FB8883}"/>
              </a:ext>
            </a:extLst>
          </p:cNvPr>
          <p:cNvSpPr>
            <a:spLocks noGrp="1"/>
          </p:cNvSpPr>
          <p:nvPr>
            <p:ph type="body" sz="quarter" idx="20" hasCustomPrompt="1"/>
          </p:nvPr>
        </p:nvSpPr>
        <p:spPr>
          <a:xfrm>
            <a:off x="1643606" y="5048250"/>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sp>
        <p:nvSpPr>
          <p:cNvPr id="9" name="Slide Number Placeholder 5">
            <a:extLst>
              <a:ext uri="{FF2B5EF4-FFF2-40B4-BE49-F238E27FC236}">
                <a16:creationId xmlns:a16="http://schemas.microsoft.com/office/drawing/2014/main" id="{25805B27-E793-67C5-14F5-AF176406658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45201706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ight circl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11" name="Text Placeholder 11">
            <a:extLst>
              <a:ext uri="{FF2B5EF4-FFF2-40B4-BE49-F238E27FC236}">
                <a16:creationId xmlns:a16="http://schemas.microsoft.com/office/drawing/2014/main" id="{A89770E9-16F2-7FFA-DCB8-9440D4376679}"/>
              </a:ext>
            </a:extLst>
          </p:cNvPr>
          <p:cNvSpPr>
            <a:spLocks noGrp="1" noChangeAspect="1"/>
          </p:cNvSpPr>
          <p:nvPr>
            <p:ph type="body" sz="quarter" idx="14" hasCustomPrompt="1"/>
          </p:nvPr>
        </p:nvSpPr>
        <p:spPr>
          <a:xfrm>
            <a:off x="425450" y="1469073"/>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1585732" y="1469073"/>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cxnSp>
        <p:nvCxnSpPr>
          <p:cNvPr id="6" name="Straight Connector 5">
            <a:extLst>
              <a:ext uri="{FF2B5EF4-FFF2-40B4-BE49-F238E27FC236}">
                <a16:creationId xmlns:a16="http://schemas.microsoft.com/office/drawing/2014/main" id="{3C5E0B42-4FAD-B122-9855-574B2EA9EF99}"/>
              </a:ext>
            </a:extLst>
          </p:cNvPr>
          <p:cNvCxnSpPr>
            <a:cxnSpLocks/>
          </p:cNvCxnSpPr>
          <p:nvPr userDrawn="1"/>
        </p:nvCxnSpPr>
        <p:spPr>
          <a:xfrm>
            <a:off x="1585732" y="2572332"/>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 Placeholder 11">
            <a:extLst>
              <a:ext uri="{FF2B5EF4-FFF2-40B4-BE49-F238E27FC236}">
                <a16:creationId xmlns:a16="http://schemas.microsoft.com/office/drawing/2014/main" id="{F21F880F-FB7C-4634-306F-F1211CD4DE2E}"/>
              </a:ext>
            </a:extLst>
          </p:cNvPr>
          <p:cNvSpPr>
            <a:spLocks noGrp="1" noChangeAspect="1"/>
          </p:cNvSpPr>
          <p:nvPr>
            <p:ph type="body" sz="quarter" idx="27" hasCustomPrompt="1"/>
          </p:nvPr>
        </p:nvSpPr>
        <p:spPr>
          <a:xfrm>
            <a:off x="425450" y="2669752"/>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16" name="Text Placeholder 11">
            <a:extLst>
              <a:ext uri="{FF2B5EF4-FFF2-40B4-BE49-F238E27FC236}">
                <a16:creationId xmlns:a16="http://schemas.microsoft.com/office/drawing/2014/main" id="{4735C080-32FA-626B-8BAA-894D7FBECC72}"/>
              </a:ext>
            </a:extLst>
          </p:cNvPr>
          <p:cNvSpPr>
            <a:spLocks noGrp="1"/>
          </p:cNvSpPr>
          <p:nvPr>
            <p:ph type="body" sz="quarter" idx="18" hasCustomPrompt="1"/>
          </p:nvPr>
        </p:nvSpPr>
        <p:spPr>
          <a:xfrm>
            <a:off x="1585732" y="2669751"/>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cxnSp>
        <p:nvCxnSpPr>
          <p:cNvPr id="5" name="Straight Connector 4">
            <a:extLst>
              <a:ext uri="{FF2B5EF4-FFF2-40B4-BE49-F238E27FC236}">
                <a16:creationId xmlns:a16="http://schemas.microsoft.com/office/drawing/2014/main" id="{8B11C842-3283-E596-DE19-3297AED53101}"/>
              </a:ext>
            </a:extLst>
          </p:cNvPr>
          <p:cNvCxnSpPr>
            <a:cxnSpLocks/>
          </p:cNvCxnSpPr>
          <p:nvPr userDrawn="1"/>
        </p:nvCxnSpPr>
        <p:spPr>
          <a:xfrm>
            <a:off x="1585732" y="3773010"/>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 Placeholder 11">
            <a:extLst>
              <a:ext uri="{FF2B5EF4-FFF2-40B4-BE49-F238E27FC236}">
                <a16:creationId xmlns:a16="http://schemas.microsoft.com/office/drawing/2014/main" id="{279C447D-3CA9-F6B7-7D94-8FE95A45534D}"/>
              </a:ext>
            </a:extLst>
          </p:cNvPr>
          <p:cNvSpPr>
            <a:spLocks noGrp="1" noChangeAspect="1"/>
          </p:cNvSpPr>
          <p:nvPr>
            <p:ph type="body" sz="quarter" idx="28" hasCustomPrompt="1"/>
          </p:nvPr>
        </p:nvSpPr>
        <p:spPr>
          <a:xfrm>
            <a:off x="425450" y="3870431"/>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17" name="Text Placeholder 11">
            <a:extLst>
              <a:ext uri="{FF2B5EF4-FFF2-40B4-BE49-F238E27FC236}">
                <a16:creationId xmlns:a16="http://schemas.microsoft.com/office/drawing/2014/main" id="{B27BDBB0-751D-2EB5-F060-4BB0656BBE51}"/>
              </a:ext>
            </a:extLst>
          </p:cNvPr>
          <p:cNvSpPr>
            <a:spLocks noGrp="1"/>
          </p:cNvSpPr>
          <p:nvPr>
            <p:ph type="body" sz="quarter" idx="19" hasCustomPrompt="1"/>
          </p:nvPr>
        </p:nvSpPr>
        <p:spPr>
          <a:xfrm>
            <a:off x="1585732" y="3870429"/>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cxnSp>
        <p:nvCxnSpPr>
          <p:cNvPr id="7" name="Straight Connector 6">
            <a:extLst>
              <a:ext uri="{FF2B5EF4-FFF2-40B4-BE49-F238E27FC236}">
                <a16:creationId xmlns:a16="http://schemas.microsoft.com/office/drawing/2014/main" id="{6CDB6E7F-7626-2933-1F97-7A46A34A7E06}"/>
              </a:ext>
            </a:extLst>
          </p:cNvPr>
          <p:cNvCxnSpPr>
            <a:cxnSpLocks/>
          </p:cNvCxnSpPr>
          <p:nvPr userDrawn="1"/>
        </p:nvCxnSpPr>
        <p:spPr>
          <a:xfrm>
            <a:off x="1585732" y="4973688"/>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4" name="Text Placeholder 11">
            <a:extLst>
              <a:ext uri="{FF2B5EF4-FFF2-40B4-BE49-F238E27FC236}">
                <a16:creationId xmlns:a16="http://schemas.microsoft.com/office/drawing/2014/main" id="{E8B13DF0-07C0-23DB-928E-C1C480CADC08}"/>
              </a:ext>
            </a:extLst>
          </p:cNvPr>
          <p:cNvSpPr>
            <a:spLocks noGrp="1" noChangeAspect="1"/>
          </p:cNvSpPr>
          <p:nvPr>
            <p:ph type="body" sz="quarter" idx="29" hasCustomPrompt="1"/>
          </p:nvPr>
        </p:nvSpPr>
        <p:spPr>
          <a:xfrm>
            <a:off x="425450" y="5071110"/>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4" name="Text Placeholder 11">
            <a:extLst>
              <a:ext uri="{FF2B5EF4-FFF2-40B4-BE49-F238E27FC236}">
                <a16:creationId xmlns:a16="http://schemas.microsoft.com/office/drawing/2014/main" id="{A275FC47-DC0A-178E-6514-4A3C25D30369}"/>
              </a:ext>
            </a:extLst>
          </p:cNvPr>
          <p:cNvSpPr>
            <a:spLocks noGrp="1"/>
          </p:cNvSpPr>
          <p:nvPr>
            <p:ph type="body" sz="quarter" idx="26" hasCustomPrompt="1"/>
          </p:nvPr>
        </p:nvSpPr>
        <p:spPr>
          <a:xfrm>
            <a:off x="1585732" y="5071110"/>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sp>
        <p:nvSpPr>
          <p:cNvPr id="26" name="Text Placeholder 11">
            <a:extLst>
              <a:ext uri="{FF2B5EF4-FFF2-40B4-BE49-F238E27FC236}">
                <a16:creationId xmlns:a16="http://schemas.microsoft.com/office/drawing/2014/main" id="{38FFF44D-3DD9-2074-EE5A-CD230E0EF2E3}"/>
              </a:ext>
            </a:extLst>
          </p:cNvPr>
          <p:cNvSpPr>
            <a:spLocks noGrp="1" noChangeAspect="1"/>
          </p:cNvSpPr>
          <p:nvPr>
            <p:ph type="body" sz="quarter" idx="31" hasCustomPrompt="1"/>
          </p:nvPr>
        </p:nvSpPr>
        <p:spPr>
          <a:xfrm>
            <a:off x="6277612" y="1469073"/>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25" name="Text Placeholder 11">
            <a:extLst>
              <a:ext uri="{FF2B5EF4-FFF2-40B4-BE49-F238E27FC236}">
                <a16:creationId xmlns:a16="http://schemas.microsoft.com/office/drawing/2014/main" id="{2FD121F6-8F18-F351-DBC7-3754FAF17745}"/>
              </a:ext>
            </a:extLst>
          </p:cNvPr>
          <p:cNvSpPr>
            <a:spLocks noGrp="1"/>
          </p:cNvSpPr>
          <p:nvPr>
            <p:ph type="body" sz="quarter" idx="30" hasCustomPrompt="1"/>
          </p:nvPr>
        </p:nvSpPr>
        <p:spPr>
          <a:xfrm>
            <a:off x="7437894" y="1469073"/>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cxnSp>
        <p:nvCxnSpPr>
          <p:cNvPr id="30" name="Straight Connector 29">
            <a:extLst>
              <a:ext uri="{FF2B5EF4-FFF2-40B4-BE49-F238E27FC236}">
                <a16:creationId xmlns:a16="http://schemas.microsoft.com/office/drawing/2014/main" id="{01415C93-4DCF-B7CB-80ED-110311DD037A}"/>
              </a:ext>
            </a:extLst>
          </p:cNvPr>
          <p:cNvCxnSpPr>
            <a:cxnSpLocks/>
          </p:cNvCxnSpPr>
          <p:nvPr userDrawn="1"/>
        </p:nvCxnSpPr>
        <p:spPr>
          <a:xfrm>
            <a:off x="7437894" y="2572332"/>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3" name="Text Placeholder 11">
            <a:extLst>
              <a:ext uri="{FF2B5EF4-FFF2-40B4-BE49-F238E27FC236}">
                <a16:creationId xmlns:a16="http://schemas.microsoft.com/office/drawing/2014/main" id="{E8B77CFA-033A-8C42-DC31-5E9EB70B6CB6}"/>
              </a:ext>
            </a:extLst>
          </p:cNvPr>
          <p:cNvSpPr>
            <a:spLocks noGrp="1" noChangeAspect="1"/>
          </p:cNvSpPr>
          <p:nvPr>
            <p:ph type="body" sz="quarter" idx="35" hasCustomPrompt="1"/>
          </p:nvPr>
        </p:nvSpPr>
        <p:spPr>
          <a:xfrm>
            <a:off x="6277612" y="2669752"/>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27" name="Text Placeholder 11">
            <a:extLst>
              <a:ext uri="{FF2B5EF4-FFF2-40B4-BE49-F238E27FC236}">
                <a16:creationId xmlns:a16="http://schemas.microsoft.com/office/drawing/2014/main" id="{767642CB-C789-58FD-115F-E4DFAD0EB09C}"/>
              </a:ext>
            </a:extLst>
          </p:cNvPr>
          <p:cNvSpPr>
            <a:spLocks noGrp="1"/>
          </p:cNvSpPr>
          <p:nvPr>
            <p:ph type="body" sz="quarter" idx="32" hasCustomPrompt="1"/>
          </p:nvPr>
        </p:nvSpPr>
        <p:spPr>
          <a:xfrm>
            <a:off x="7437894" y="2669751"/>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cxnSp>
        <p:nvCxnSpPr>
          <p:cNvPr id="29" name="Straight Connector 28">
            <a:extLst>
              <a:ext uri="{FF2B5EF4-FFF2-40B4-BE49-F238E27FC236}">
                <a16:creationId xmlns:a16="http://schemas.microsoft.com/office/drawing/2014/main" id="{7A2FDD71-D37A-FD5D-32D8-73CE6AAACBFF}"/>
              </a:ext>
            </a:extLst>
          </p:cNvPr>
          <p:cNvCxnSpPr>
            <a:cxnSpLocks/>
          </p:cNvCxnSpPr>
          <p:nvPr userDrawn="1"/>
        </p:nvCxnSpPr>
        <p:spPr>
          <a:xfrm>
            <a:off x="7437894" y="3773010"/>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4" name="Text Placeholder 11">
            <a:extLst>
              <a:ext uri="{FF2B5EF4-FFF2-40B4-BE49-F238E27FC236}">
                <a16:creationId xmlns:a16="http://schemas.microsoft.com/office/drawing/2014/main" id="{763A6193-E0FB-D95B-DE6F-0B20335C56ED}"/>
              </a:ext>
            </a:extLst>
          </p:cNvPr>
          <p:cNvSpPr>
            <a:spLocks noGrp="1" noChangeAspect="1"/>
          </p:cNvSpPr>
          <p:nvPr>
            <p:ph type="body" sz="quarter" idx="36" hasCustomPrompt="1"/>
          </p:nvPr>
        </p:nvSpPr>
        <p:spPr>
          <a:xfrm>
            <a:off x="6277612" y="3870431"/>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28" name="Text Placeholder 11">
            <a:extLst>
              <a:ext uri="{FF2B5EF4-FFF2-40B4-BE49-F238E27FC236}">
                <a16:creationId xmlns:a16="http://schemas.microsoft.com/office/drawing/2014/main" id="{303C1E23-393C-1C89-1D7F-C9C3B6C502F6}"/>
              </a:ext>
            </a:extLst>
          </p:cNvPr>
          <p:cNvSpPr>
            <a:spLocks noGrp="1"/>
          </p:cNvSpPr>
          <p:nvPr>
            <p:ph type="body" sz="quarter" idx="33" hasCustomPrompt="1"/>
          </p:nvPr>
        </p:nvSpPr>
        <p:spPr>
          <a:xfrm>
            <a:off x="7437894" y="3870429"/>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cxnSp>
        <p:nvCxnSpPr>
          <p:cNvPr id="32" name="Straight Connector 31">
            <a:extLst>
              <a:ext uri="{FF2B5EF4-FFF2-40B4-BE49-F238E27FC236}">
                <a16:creationId xmlns:a16="http://schemas.microsoft.com/office/drawing/2014/main" id="{3F9CE9F6-6355-A268-FC3F-D648B8F23A64}"/>
              </a:ext>
            </a:extLst>
          </p:cNvPr>
          <p:cNvCxnSpPr>
            <a:cxnSpLocks/>
          </p:cNvCxnSpPr>
          <p:nvPr userDrawn="1"/>
        </p:nvCxnSpPr>
        <p:spPr>
          <a:xfrm>
            <a:off x="7437894" y="4973688"/>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11">
            <a:extLst>
              <a:ext uri="{FF2B5EF4-FFF2-40B4-BE49-F238E27FC236}">
                <a16:creationId xmlns:a16="http://schemas.microsoft.com/office/drawing/2014/main" id="{91EE428F-3890-D952-4727-56BDAAAEACA7}"/>
              </a:ext>
            </a:extLst>
          </p:cNvPr>
          <p:cNvSpPr>
            <a:spLocks noGrp="1" noChangeAspect="1"/>
          </p:cNvSpPr>
          <p:nvPr>
            <p:ph type="body" sz="quarter" idx="37" hasCustomPrompt="1"/>
          </p:nvPr>
        </p:nvSpPr>
        <p:spPr>
          <a:xfrm>
            <a:off x="6277612" y="5071110"/>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31" name="Text Placeholder 11">
            <a:extLst>
              <a:ext uri="{FF2B5EF4-FFF2-40B4-BE49-F238E27FC236}">
                <a16:creationId xmlns:a16="http://schemas.microsoft.com/office/drawing/2014/main" id="{3E87BD83-BA4C-45EB-3B54-F2529CA84476}"/>
              </a:ext>
            </a:extLst>
          </p:cNvPr>
          <p:cNvSpPr>
            <a:spLocks noGrp="1"/>
          </p:cNvSpPr>
          <p:nvPr>
            <p:ph type="body" sz="quarter" idx="34" hasCustomPrompt="1"/>
          </p:nvPr>
        </p:nvSpPr>
        <p:spPr>
          <a:xfrm>
            <a:off x="7437894" y="5071110"/>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sp>
        <p:nvSpPr>
          <p:cNvPr id="12" name="Slide Number Placeholder 5">
            <a:extLst>
              <a:ext uri="{FF2B5EF4-FFF2-40B4-BE49-F238E27FC236}">
                <a16:creationId xmlns:a16="http://schemas.microsoft.com/office/drawing/2014/main" id="{59A5C8E2-2ADE-518A-D8DD-1D93CC3C251F}"/>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245232548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ircle curv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8298687"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4" y="709990"/>
            <a:ext cx="8298686"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Content Placeholder 2">
            <a:extLst>
              <a:ext uri="{FF2B5EF4-FFF2-40B4-BE49-F238E27FC236}">
                <a16:creationId xmlns:a16="http://schemas.microsoft.com/office/drawing/2014/main" id="{A3280943-14D9-E1AA-7579-C65E38FD82CA}"/>
              </a:ext>
            </a:extLst>
          </p:cNvPr>
          <p:cNvSpPr>
            <a:spLocks noGrp="1"/>
          </p:cNvSpPr>
          <p:nvPr>
            <p:ph idx="13" hasCustomPrompt="1"/>
          </p:nvPr>
        </p:nvSpPr>
        <p:spPr>
          <a:xfrm>
            <a:off x="428624" y="1446212"/>
            <a:ext cx="5394960" cy="4630737"/>
          </a:xfrm>
        </p:spPr>
        <p:txBody>
          <a:bodyPr lIns="0" tIns="0" rIns="0" bIns="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grpSp>
        <p:nvGrpSpPr>
          <p:cNvPr id="10" name="Group 9">
            <a:extLst>
              <a:ext uri="{FF2B5EF4-FFF2-40B4-BE49-F238E27FC236}">
                <a16:creationId xmlns:a16="http://schemas.microsoft.com/office/drawing/2014/main" id="{5A042A46-97C5-F787-43FC-5F9827AA18E8}"/>
              </a:ext>
              <a:ext uri="{C183D7F6-B498-43B3-948B-1728B52AA6E4}">
                <adec:decorative xmlns:adec="http://schemas.microsoft.com/office/drawing/2017/decorative" val="1"/>
              </a:ext>
            </a:extLst>
          </p:cNvPr>
          <p:cNvGrpSpPr/>
          <p:nvPr userDrawn="1"/>
        </p:nvGrpSpPr>
        <p:grpSpPr>
          <a:xfrm>
            <a:off x="5961999" y="274592"/>
            <a:ext cx="5812951" cy="5812951"/>
            <a:chOff x="6364404" y="688572"/>
            <a:chExt cx="5398971" cy="5398971"/>
          </a:xfrm>
        </p:grpSpPr>
        <p:pic>
          <p:nvPicPr>
            <p:cNvPr id="6" name="Graphic 5">
              <a:extLst>
                <a:ext uri="{FF2B5EF4-FFF2-40B4-BE49-F238E27FC236}">
                  <a16:creationId xmlns:a16="http://schemas.microsoft.com/office/drawing/2014/main" id="{19388112-1510-8BE1-AA73-ACED720525D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7" name="Graphic 6">
              <a:extLst>
                <a:ext uri="{FF2B5EF4-FFF2-40B4-BE49-F238E27FC236}">
                  <a16:creationId xmlns:a16="http://schemas.microsoft.com/office/drawing/2014/main" id="{BD334C72-E7A6-7287-6BE0-BD3FDACC0AC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9" name="Picture Placeholder 6">
            <a:extLst>
              <a:ext uri="{FF2B5EF4-FFF2-40B4-BE49-F238E27FC236}">
                <a16:creationId xmlns:a16="http://schemas.microsoft.com/office/drawing/2014/main" id="{3C6A4090-631D-D30D-81B3-FF74F215083D}"/>
              </a:ext>
            </a:extLst>
          </p:cNvPr>
          <p:cNvSpPr>
            <a:spLocks noGrp="1" noChangeAspect="1"/>
          </p:cNvSpPr>
          <p:nvPr>
            <p:ph type="pic" sz="quarter" idx="11"/>
          </p:nvPr>
        </p:nvSpPr>
        <p:spPr>
          <a:xfrm>
            <a:off x="7130379" y="1441448"/>
            <a:ext cx="3474722" cy="3474720"/>
          </a:xfrm>
          <a:prstGeom prst="ellipse">
            <a:avLst/>
          </a:prstGeom>
        </p:spPr>
        <p:txBody>
          <a:bodyPr anchor="ctr"/>
          <a:lstStyle>
            <a:lvl1pPr marL="0" indent="0" algn="ctr">
              <a:buNone/>
              <a:defRPr/>
            </a:lvl1pPr>
          </a:lstStyle>
          <a:p>
            <a:r>
              <a:rPr lang="fr-FR"/>
              <a:t>Cliquez sur l'icône pour ajouter une image</a:t>
            </a:r>
            <a:endParaRPr lang="en-US" dirty="0"/>
          </a:p>
        </p:txBody>
      </p:sp>
      <p:sp>
        <p:nvSpPr>
          <p:cNvPr id="3" name="Slide Number Placeholder 5">
            <a:extLst>
              <a:ext uri="{FF2B5EF4-FFF2-40B4-BE49-F238E27FC236}">
                <a16:creationId xmlns:a16="http://schemas.microsoft.com/office/drawing/2014/main" id="{29F78020-D828-4016-3BC7-400A2B1744A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2703643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ircle curv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3514164" y="291451"/>
            <a:ext cx="8252386"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3514164" y="709990"/>
            <a:ext cx="8252386"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grpSp>
        <p:nvGrpSpPr>
          <p:cNvPr id="10" name="Group 9">
            <a:extLst>
              <a:ext uri="{FF2B5EF4-FFF2-40B4-BE49-F238E27FC236}">
                <a16:creationId xmlns:a16="http://schemas.microsoft.com/office/drawing/2014/main" id="{5A042A46-97C5-F787-43FC-5F9827AA18E8}"/>
              </a:ext>
              <a:ext uri="{C183D7F6-B498-43B3-948B-1728B52AA6E4}">
                <adec:decorative xmlns:adec="http://schemas.microsoft.com/office/drawing/2017/decorative" val="1"/>
              </a:ext>
            </a:extLst>
          </p:cNvPr>
          <p:cNvGrpSpPr/>
          <p:nvPr userDrawn="1"/>
        </p:nvGrpSpPr>
        <p:grpSpPr>
          <a:xfrm flipH="1">
            <a:off x="428623" y="274592"/>
            <a:ext cx="5812951" cy="5812951"/>
            <a:chOff x="6364404" y="688572"/>
            <a:chExt cx="5398971" cy="5398971"/>
          </a:xfrm>
        </p:grpSpPr>
        <p:pic>
          <p:nvPicPr>
            <p:cNvPr id="6" name="Graphic 5">
              <a:extLst>
                <a:ext uri="{FF2B5EF4-FFF2-40B4-BE49-F238E27FC236}">
                  <a16:creationId xmlns:a16="http://schemas.microsoft.com/office/drawing/2014/main" id="{19388112-1510-8BE1-AA73-ACED720525D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7" name="Graphic 6">
              <a:extLst>
                <a:ext uri="{FF2B5EF4-FFF2-40B4-BE49-F238E27FC236}">
                  <a16:creationId xmlns:a16="http://schemas.microsoft.com/office/drawing/2014/main" id="{BD334C72-E7A6-7287-6BE0-BD3FDACC0AC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9" name="Picture Placeholder 6">
            <a:extLst>
              <a:ext uri="{FF2B5EF4-FFF2-40B4-BE49-F238E27FC236}">
                <a16:creationId xmlns:a16="http://schemas.microsoft.com/office/drawing/2014/main" id="{3C6A4090-631D-D30D-81B3-FF74F215083D}"/>
              </a:ext>
            </a:extLst>
          </p:cNvPr>
          <p:cNvSpPr>
            <a:spLocks noGrp="1" noChangeAspect="1"/>
          </p:cNvSpPr>
          <p:nvPr>
            <p:ph type="pic" sz="quarter" idx="11"/>
          </p:nvPr>
        </p:nvSpPr>
        <p:spPr>
          <a:xfrm>
            <a:off x="1597003" y="1441448"/>
            <a:ext cx="3474722" cy="3474720"/>
          </a:xfrm>
          <a:prstGeom prst="ellipse">
            <a:avLst/>
          </a:prstGeom>
        </p:spPr>
        <p:txBody>
          <a:bodyPr anchor="ctr"/>
          <a:lstStyle>
            <a:lvl1pPr marL="0" indent="0" algn="ctr">
              <a:buNone/>
              <a:defRPr/>
            </a:lvl1pPr>
          </a:lstStyle>
          <a:p>
            <a:r>
              <a:rPr lang="fr-FR"/>
              <a:t>Cliquez sur l'icône pour ajouter une image</a:t>
            </a:r>
            <a:endParaRPr lang="en-US" dirty="0"/>
          </a:p>
        </p:txBody>
      </p:sp>
      <p:sp>
        <p:nvSpPr>
          <p:cNvPr id="4" name="Content Placeholder 2">
            <a:extLst>
              <a:ext uri="{FF2B5EF4-FFF2-40B4-BE49-F238E27FC236}">
                <a16:creationId xmlns:a16="http://schemas.microsoft.com/office/drawing/2014/main" id="{1754A373-88C4-A82B-E350-FCFB019D452F}"/>
              </a:ext>
            </a:extLst>
          </p:cNvPr>
          <p:cNvSpPr>
            <a:spLocks noGrp="1"/>
          </p:cNvSpPr>
          <p:nvPr>
            <p:ph idx="13" hasCustomPrompt="1"/>
          </p:nvPr>
        </p:nvSpPr>
        <p:spPr>
          <a:xfrm>
            <a:off x="6450568" y="1446212"/>
            <a:ext cx="5315982" cy="4630737"/>
          </a:xfrm>
        </p:spPr>
        <p:txBody>
          <a:bodyPr lIns="0" tIns="0" rIns="0" bIns="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3" name="Slide Number Placeholder 5">
            <a:extLst>
              <a:ext uri="{FF2B5EF4-FFF2-40B4-BE49-F238E27FC236}">
                <a16:creationId xmlns:a16="http://schemas.microsoft.com/office/drawing/2014/main" id="{516BDD6C-589C-E59D-505F-90F87C6A5387}"/>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5022127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ircle curv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grpSp>
        <p:nvGrpSpPr>
          <p:cNvPr id="4" name="Group 3">
            <a:extLst>
              <a:ext uri="{FF2B5EF4-FFF2-40B4-BE49-F238E27FC236}">
                <a16:creationId xmlns:a16="http://schemas.microsoft.com/office/drawing/2014/main" id="{37533B7B-CFCE-C743-5F19-2A8A364B144A}"/>
              </a:ext>
              <a:ext uri="{C183D7F6-B498-43B3-948B-1728B52AA6E4}">
                <adec:decorative xmlns:adec="http://schemas.microsoft.com/office/drawing/2017/decorative" val="1"/>
              </a:ext>
            </a:extLst>
          </p:cNvPr>
          <p:cNvGrpSpPr/>
          <p:nvPr userDrawn="1"/>
        </p:nvGrpSpPr>
        <p:grpSpPr>
          <a:xfrm flipH="1">
            <a:off x="428625" y="1456405"/>
            <a:ext cx="4631138" cy="4631138"/>
            <a:chOff x="6364404" y="688572"/>
            <a:chExt cx="5398971" cy="5398971"/>
          </a:xfrm>
        </p:grpSpPr>
        <p:pic>
          <p:nvPicPr>
            <p:cNvPr id="5" name="Graphic 4">
              <a:extLst>
                <a:ext uri="{FF2B5EF4-FFF2-40B4-BE49-F238E27FC236}">
                  <a16:creationId xmlns:a16="http://schemas.microsoft.com/office/drawing/2014/main" id="{F0EA9041-DFBD-0DC8-66E1-193CA3018FF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6" name="Graphic 5">
              <a:extLst>
                <a:ext uri="{FF2B5EF4-FFF2-40B4-BE49-F238E27FC236}">
                  <a16:creationId xmlns:a16="http://schemas.microsoft.com/office/drawing/2014/main" id="{14ADEFBA-0047-A23F-7A01-9D71C4274E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7" name="Picture Placeholder 6">
            <a:extLst>
              <a:ext uri="{FF2B5EF4-FFF2-40B4-BE49-F238E27FC236}">
                <a16:creationId xmlns:a16="http://schemas.microsoft.com/office/drawing/2014/main" id="{4A8ACBE3-F84F-9311-A090-BF6945A40482}"/>
              </a:ext>
            </a:extLst>
          </p:cNvPr>
          <p:cNvSpPr>
            <a:spLocks noGrp="1" noChangeAspect="1"/>
          </p:cNvSpPr>
          <p:nvPr>
            <p:ph type="pic" sz="quarter" idx="11"/>
          </p:nvPr>
        </p:nvSpPr>
        <p:spPr>
          <a:xfrm>
            <a:off x="1358739" y="2390067"/>
            <a:ext cx="2765586" cy="2765584"/>
          </a:xfrm>
          <a:prstGeom prst="ellipse">
            <a:avLst/>
          </a:prstGeom>
        </p:spPr>
        <p:txBody>
          <a:bodyPr anchor="ctr"/>
          <a:lstStyle>
            <a:lvl1pPr marL="0" indent="0" algn="ctr">
              <a:buNone/>
              <a:defRPr/>
            </a:lvl1pPr>
          </a:lstStyle>
          <a:p>
            <a:r>
              <a:rPr lang="fr-FR"/>
              <a:t>Cliquez sur l'icône pour ajouter une image</a:t>
            </a:r>
            <a:endParaRPr lang="en-US" dirty="0"/>
          </a:p>
        </p:txBody>
      </p:sp>
      <p:sp>
        <p:nvSpPr>
          <p:cNvPr id="10" name="Content Placeholder 2">
            <a:extLst>
              <a:ext uri="{FF2B5EF4-FFF2-40B4-BE49-F238E27FC236}">
                <a16:creationId xmlns:a16="http://schemas.microsoft.com/office/drawing/2014/main" id="{15D281C0-60B3-6172-E427-F7E32C30796B}"/>
              </a:ext>
            </a:extLst>
          </p:cNvPr>
          <p:cNvSpPr>
            <a:spLocks noGrp="1"/>
          </p:cNvSpPr>
          <p:nvPr>
            <p:ph idx="13" hasCustomPrompt="1"/>
          </p:nvPr>
        </p:nvSpPr>
        <p:spPr>
          <a:xfrm>
            <a:off x="5254906" y="1446212"/>
            <a:ext cx="6511644" cy="4630737"/>
          </a:xfrm>
        </p:spPr>
        <p:txBody>
          <a:bodyPr lIns="0" tIns="0" rIns="0" bIns="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9" name="Slide Number Placeholder 5">
            <a:extLst>
              <a:ext uri="{FF2B5EF4-FFF2-40B4-BE49-F238E27FC236}">
                <a16:creationId xmlns:a16="http://schemas.microsoft.com/office/drawing/2014/main" id="{7708C7AB-438A-DC8C-37D8-D7D68BAB13CD}"/>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27326355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ircle curve quot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608C7D-CAC2-E061-16C4-46C8B746882D}"/>
              </a:ext>
            </a:extLst>
          </p:cNvPr>
          <p:cNvSpPr>
            <a:spLocks noGrp="1"/>
          </p:cNvSpPr>
          <p:nvPr>
            <p:ph type="title"/>
          </p:nvPr>
        </p:nvSpPr>
        <p:spPr>
          <a:xfrm>
            <a:off x="428624" y="-972518"/>
            <a:ext cx="11337925" cy="796568"/>
          </a:xfrm>
        </p:spPr>
        <p:txBody>
          <a:bodyPr anchor="b"/>
          <a:lstStyle/>
          <a:p>
            <a:r>
              <a:rPr lang="fr-FR"/>
              <a:t>Modifiez le style du titre</a:t>
            </a:r>
            <a:endParaRPr lang="en-US" dirty="0"/>
          </a:p>
        </p:txBody>
      </p:sp>
      <p:grpSp>
        <p:nvGrpSpPr>
          <p:cNvPr id="6" name="Group 5">
            <a:extLst>
              <a:ext uri="{FF2B5EF4-FFF2-40B4-BE49-F238E27FC236}">
                <a16:creationId xmlns:a16="http://schemas.microsoft.com/office/drawing/2014/main" id="{19778ECC-DF3B-21C8-2028-9C37F39EDD7F}"/>
              </a:ext>
              <a:ext uri="{C183D7F6-B498-43B3-948B-1728B52AA6E4}">
                <adec:decorative xmlns:adec="http://schemas.microsoft.com/office/drawing/2017/decorative" val="1"/>
              </a:ext>
            </a:extLst>
          </p:cNvPr>
          <p:cNvGrpSpPr/>
          <p:nvPr userDrawn="1"/>
        </p:nvGrpSpPr>
        <p:grpSpPr>
          <a:xfrm>
            <a:off x="428625" y="688572"/>
            <a:ext cx="5398971" cy="5398971"/>
            <a:chOff x="428625" y="688572"/>
            <a:chExt cx="5398971" cy="5398971"/>
          </a:xfrm>
        </p:grpSpPr>
        <p:pic>
          <p:nvPicPr>
            <p:cNvPr id="12" name="Graphic 11">
              <a:extLst>
                <a:ext uri="{FF2B5EF4-FFF2-40B4-BE49-F238E27FC236}">
                  <a16:creationId xmlns:a16="http://schemas.microsoft.com/office/drawing/2014/main" id="{DDD74B7C-D695-9400-9632-BD81C62538E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428625" y="3388057"/>
              <a:ext cx="2699486" cy="2699486"/>
            </a:xfrm>
            <a:prstGeom prst="rect">
              <a:avLst/>
            </a:prstGeom>
          </p:spPr>
        </p:pic>
        <p:pic>
          <p:nvPicPr>
            <p:cNvPr id="13" name="Graphic 12">
              <a:extLst>
                <a:ext uri="{FF2B5EF4-FFF2-40B4-BE49-F238E27FC236}">
                  <a16:creationId xmlns:a16="http://schemas.microsoft.com/office/drawing/2014/main" id="{867E329A-F569-FD2D-40BC-C949E9EC7C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3128110" y="688572"/>
              <a:ext cx="2699486" cy="2699486"/>
            </a:xfrm>
            <a:prstGeom prst="rect">
              <a:avLst/>
            </a:prstGeom>
          </p:spPr>
        </p:pic>
      </p:grpSp>
      <p:sp>
        <p:nvSpPr>
          <p:cNvPr id="7" name="Picture Placeholder 6">
            <a:extLst>
              <a:ext uri="{FF2B5EF4-FFF2-40B4-BE49-F238E27FC236}">
                <a16:creationId xmlns:a16="http://schemas.microsoft.com/office/drawing/2014/main" id="{7BB21A47-0ACD-51C0-D2C7-23A1141D8604}"/>
              </a:ext>
            </a:extLst>
          </p:cNvPr>
          <p:cNvSpPr>
            <a:spLocks noGrp="1" noChangeAspect="1"/>
          </p:cNvSpPr>
          <p:nvPr>
            <p:ph type="pic" sz="quarter" idx="11"/>
          </p:nvPr>
        </p:nvSpPr>
        <p:spPr>
          <a:xfrm>
            <a:off x="1516747" y="1776294"/>
            <a:ext cx="3218690" cy="3218688"/>
          </a:xfrm>
          <a:prstGeom prst="ellipse">
            <a:avLst/>
          </a:prstGeom>
        </p:spPr>
        <p:txBody>
          <a:bodyPr anchor="ctr"/>
          <a:lstStyle>
            <a:lvl1pPr marL="0" indent="0" algn="ctr">
              <a:buNone/>
              <a:defRPr/>
            </a:lvl1pPr>
          </a:lstStyle>
          <a:p>
            <a:r>
              <a:rPr lang="fr-FR"/>
              <a:t>Cliquez sur l'icône pour ajouter une image</a:t>
            </a:r>
            <a:endParaRPr lang="en-US" dirty="0"/>
          </a:p>
        </p:txBody>
      </p:sp>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6458857" y="477673"/>
            <a:ext cx="5304517" cy="5599278"/>
          </a:xfrm>
        </p:spPr>
        <p:txBody>
          <a:bodyPr wrap="square">
            <a:noAutofit/>
          </a:bodyPr>
          <a:lstStyle>
            <a:lvl1pPr marL="0" indent="0">
              <a:spcAft>
                <a:spcPts val="600"/>
              </a:spcAft>
              <a:buNone/>
              <a:defRPr sz="2000">
                <a:solidFill>
                  <a:schemeClr val="bg1"/>
                </a:solidFill>
                <a:latin typeface="+mn-lt"/>
              </a:defRPr>
            </a:lvl1pPr>
            <a:lvl2pPr marL="228600" indent="0">
              <a:buNone/>
              <a:defRPr/>
            </a:lvl2pPr>
            <a:lvl3pPr marL="457200" indent="0">
              <a:buNone/>
              <a:defRPr/>
            </a:lvl3pPr>
            <a:lvl4pPr marL="685800" indent="0">
              <a:buNone/>
              <a:defRPr/>
            </a:lvl4pPr>
            <a:lvl5pPr marL="914400" indent="0">
              <a:buNone/>
              <a:defRPr/>
            </a:lvl5pPr>
          </a:lstStyle>
          <a:p>
            <a:r>
              <a:rPr lang="en-US" dirty="0"/>
              <a:t>Quote/Body text</a:t>
            </a:r>
          </a:p>
        </p:txBody>
      </p:sp>
      <p:sp>
        <p:nvSpPr>
          <p:cNvPr id="5" name="Graphique 10">
            <a:extLst>
              <a:ext uri="{FF2B5EF4-FFF2-40B4-BE49-F238E27FC236}">
                <a16:creationId xmlns:a16="http://schemas.microsoft.com/office/drawing/2014/main" id="{025140E0-C2C6-A3A5-0B7E-678902A455D4}"/>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
        <p:nvSpPr>
          <p:cNvPr id="2" name="Slide Number Placeholder 5">
            <a:extLst>
              <a:ext uri="{FF2B5EF4-FFF2-40B4-BE49-F238E27FC236}">
                <a16:creationId xmlns:a16="http://schemas.microsoft.com/office/drawing/2014/main" id="{512E530A-B778-4B96-FF9C-7B751B733D7B}"/>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25723667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ircle curve quote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5FD19C8-A9BF-5C73-C5BC-BA598A545343}"/>
              </a:ext>
              <a:ext uri="{C183D7F6-B498-43B3-948B-1728B52AA6E4}">
                <adec:decorative xmlns:adec="http://schemas.microsoft.com/office/drawing/2017/decorative" val="1"/>
              </a:ext>
            </a:extLst>
          </p:cNvPr>
          <p:cNvGrpSpPr/>
          <p:nvPr userDrawn="1"/>
        </p:nvGrpSpPr>
        <p:grpSpPr>
          <a:xfrm>
            <a:off x="428625" y="688572"/>
            <a:ext cx="5398971" cy="5398971"/>
            <a:chOff x="428625" y="688572"/>
            <a:chExt cx="5398971" cy="5398971"/>
          </a:xfrm>
        </p:grpSpPr>
        <p:pic>
          <p:nvPicPr>
            <p:cNvPr id="12" name="Graphic 11">
              <a:extLst>
                <a:ext uri="{FF2B5EF4-FFF2-40B4-BE49-F238E27FC236}">
                  <a16:creationId xmlns:a16="http://schemas.microsoft.com/office/drawing/2014/main" id="{DDD74B7C-D695-9400-9632-BD81C62538E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428625" y="3388057"/>
              <a:ext cx="2699486" cy="2699486"/>
            </a:xfrm>
            <a:prstGeom prst="rect">
              <a:avLst/>
            </a:prstGeom>
          </p:spPr>
        </p:pic>
        <p:pic>
          <p:nvPicPr>
            <p:cNvPr id="13" name="Graphic 12">
              <a:extLst>
                <a:ext uri="{FF2B5EF4-FFF2-40B4-BE49-F238E27FC236}">
                  <a16:creationId xmlns:a16="http://schemas.microsoft.com/office/drawing/2014/main" id="{867E329A-F569-FD2D-40BC-C949E9EC7C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3128110" y="688572"/>
              <a:ext cx="2699486" cy="2699486"/>
            </a:xfrm>
            <a:prstGeom prst="rect">
              <a:avLst/>
            </a:prstGeom>
          </p:spPr>
        </p:pic>
      </p:grpSp>
      <p:sp>
        <p:nvSpPr>
          <p:cNvPr id="7" name="Title 6">
            <a:extLst>
              <a:ext uri="{FF2B5EF4-FFF2-40B4-BE49-F238E27FC236}">
                <a16:creationId xmlns:a16="http://schemas.microsoft.com/office/drawing/2014/main" id="{571E8B8B-07EF-1513-B4C6-C31171443239}"/>
              </a:ext>
            </a:extLst>
          </p:cNvPr>
          <p:cNvSpPr>
            <a:spLocks noGrp="1"/>
          </p:cNvSpPr>
          <p:nvPr>
            <p:ph type="title" hasCustomPrompt="1"/>
          </p:nvPr>
        </p:nvSpPr>
        <p:spPr>
          <a:xfrm>
            <a:off x="1518765" y="1778713"/>
            <a:ext cx="3218690" cy="3218688"/>
          </a:xfrm>
        </p:spPr>
        <p:txBody>
          <a:bodyPr anchor="ctr"/>
          <a:lstStyle>
            <a:lvl1pPr algn="ctr">
              <a:defRPr>
                <a:solidFill>
                  <a:schemeClr val="accent3"/>
                </a:solidFill>
              </a:defRPr>
            </a:lvl1pPr>
          </a:lstStyle>
          <a:p>
            <a:r>
              <a:rPr lang="en-US" dirty="0"/>
              <a:t>Title example </a:t>
            </a:r>
            <a:br>
              <a:rPr lang="en-US" dirty="0"/>
            </a:br>
            <a:r>
              <a:rPr lang="en-US" dirty="0"/>
              <a:t>over two lines</a:t>
            </a:r>
          </a:p>
        </p:txBody>
      </p:sp>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6458857" y="477673"/>
            <a:ext cx="5304517" cy="5599278"/>
          </a:xfrm>
        </p:spPr>
        <p:txBody>
          <a:bodyPr wrap="square">
            <a:noAutofit/>
          </a:bodyPr>
          <a:lstStyle>
            <a:lvl1pPr marL="0" indent="0">
              <a:spcAft>
                <a:spcPts val="600"/>
              </a:spcAft>
              <a:buNone/>
              <a:defRPr sz="2000">
                <a:solidFill>
                  <a:schemeClr val="bg1"/>
                </a:solidFill>
                <a:latin typeface="+mn-lt"/>
              </a:defRPr>
            </a:lvl1pPr>
            <a:lvl2pPr marL="228600" indent="0">
              <a:buNone/>
              <a:defRPr/>
            </a:lvl2pPr>
            <a:lvl3pPr marL="457200" indent="0">
              <a:buNone/>
              <a:defRPr/>
            </a:lvl3pPr>
            <a:lvl4pPr marL="685800" indent="0">
              <a:buNone/>
              <a:defRPr/>
            </a:lvl4pPr>
            <a:lvl5pPr marL="914400" indent="0">
              <a:buNone/>
              <a:defRPr/>
            </a:lvl5pPr>
          </a:lstStyle>
          <a:p>
            <a:r>
              <a:rPr lang="en-US" dirty="0"/>
              <a:t>Quote/Body text</a:t>
            </a:r>
          </a:p>
        </p:txBody>
      </p:sp>
      <p:sp>
        <p:nvSpPr>
          <p:cNvPr id="5" name="Graphique 10">
            <a:extLst>
              <a:ext uri="{FF2B5EF4-FFF2-40B4-BE49-F238E27FC236}">
                <a16:creationId xmlns:a16="http://schemas.microsoft.com/office/drawing/2014/main" id="{025140E0-C2C6-A3A5-0B7E-678902A455D4}"/>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
        <p:nvSpPr>
          <p:cNvPr id="2" name="Slide Number Placeholder 5">
            <a:extLst>
              <a:ext uri="{FF2B5EF4-FFF2-40B4-BE49-F238E27FC236}">
                <a16:creationId xmlns:a16="http://schemas.microsoft.com/office/drawing/2014/main" id="{9D9D97E0-3D8D-7FAB-987B-9840782C00B0}"/>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38678148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ustomer use cas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5" y="291451"/>
            <a:ext cx="10217944" cy="912315"/>
          </a:xfrm>
        </p:spPr>
        <p:txBody>
          <a:bodyPr/>
          <a:lstStyle>
            <a:lvl1pPr>
              <a:defRPr/>
            </a:lvl1pPr>
          </a:lstStyle>
          <a:p>
            <a:r>
              <a:rPr lang="en-US" noProof="0" dirty="0"/>
              <a:t>Customer Name or “Leading Company in Industry” 1</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6" y="709990"/>
            <a:ext cx="10217944"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marL="0" marR="0" lvl="0" indent="0" algn="l" defTabSz="914400" rtl="0" eaLnBrk="1" fontAlgn="auto" latinLnBrk="0" hangingPunct="1">
              <a:lnSpc>
                <a:spcPct val="100000"/>
              </a:lnSpc>
              <a:spcBef>
                <a:spcPts val="0"/>
              </a:spcBef>
              <a:spcAft>
                <a:spcPts val="400"/>
              </a:spcAft>
              <a:buClr>
                <a:srgbClr val="FFFFFF"/>
              </a:buClr>
              <a:buSzPct val="100000"/>
              <a:buFont typeface="Arial" panose="020B0604020202020204" pitchFamily="34" charset="0"/>
              <a:buNone/>
              <a:tabLst/>
              <a:defRPr/>
            </a:pPr>
            <a:r>
              <a:rPr lang="en-US" noProof="0" dirty="0"/>
              <a:t>Project Name / Short Project Description</a:t>
            </a:r>
          </a:p>
        </p:txBody>
      </p:sp>
      <p:sp>
        <p:nvSpPr>
          <p:cNvPr id="13" name="Picture Placeholder 12">
            <a:extLst>
              <a:ext uri="{FF2B5EF4-FFF2-40B4-BE49-F238E27FC236}">
                <a16:creationId xmlns:a16="http://schemas.microsoft.com/office/drawing/2014/main" id="{A3671B79-3EC2-65ED-38A8-41F17F6B9984}"/>
              </a:ext>
            </a:extLst>
          </p:cNvPr>
          <p:cNvSpPr>
            <a:spLocks noGrp="1"/>
          </p:cNvSpPr>
          <p:nvPr>
            <p:ph type="pic" sz="quarter" idx="42" hasCustomPrompt="1"/>
          </p:nvPr>
        </p:nvSpPr>
        <p:spPr>
          <a:xfrm>
            <a:off x="10731500" y="291451"/>
            <a:ext cx="1033272" cy="912315"/>
          </a:xfrm>
        </p:spPr>
        <p:txBody>
          <a:bodyPr bIns="18288" anchor="b"/>
          <a:lstStyle>
            <a:lvl1pPr marL="0" indent="0" algn="ctr">
              <a:buNone/>
              <a:defRPr sz="1100"/>
            </a:lvl1pPr>
          </a:lstStyle>
          <a:p>
            <a:r>
              <a:rPr lang="en-US" dirty="0"/>
              <a:t>Click icon to add logo</a:t>
            </a:r>
          </a:p>
        </p:txBody>
      </p:sp>
      <p:sp>
        <p:nvSpPr>
          <p:cNvPr id="6" name="Text Placeholder 3">
            <a:extLst>
              <a:ext uri="{FF2B5EF4-FFF2-40B4-BE49-F238E27FC236}">
                <a16:creationId xmlns:a16="http://schemas.microsoft.com/office/drawing/2014/main" id="{F7CC7CBF-5CAC-89DF-85B0-F8F79253431F}"/>
              </a:ext>
            </a:extLst>
          </p:cNvPr>
          <p:cNvSpPr>
            <a:spLocks noGrp="1"/>
          </p:cNvSpPr>
          <p:nvPr>
            <p:ph type="body" sz="quarter" idx="21" hasCustomPrompt="1"/>
          </p:nvPr>
        </p:nvSpPr>
        <p:spPr>
          <a:xfrm>
            <a:off x="428624" y="1446213"/>
            <a:ext cx="3566160" cy="548640"/>
          </a:xfrm>
        </p:spPr>
        <p:txBody>
          <a:bodyPr anchor="ctr"/>
          <a:lstStyle>
            <a:lvl1pPr marL="0" indent="0">
              <a:spcAft>
                <a:spcPts val="0"/>
              </a:spcAft>
              <a:buNone/>
              <a:defRPr sz="1800">
                <a:solidFill>
                  <a:schemeClr val="accent1"/>
                </a:solidFill>
                <a:latin typeface="+mj-lt"/>
              </a:defRPr>
            </a:lvl1pPr>
          </a:lstStyle>
          <a:p>
            <a:pPr marL="162000" marR="0" lvl="0" indent="-162000" fontAlgn="auto">
              <a:lnSpc>
                <a:spcPct val="100000"/>
              </a:lnSpc>
              <a:buSzTx/>
              <a:tabLst/>
            </a:pPr>
            <a:r>
              <a:rPr lang="en-US" noProof="0" dirty="0"/>
              <a:t>The Challenge</a:t>
            </a:r>
          </a:p>
        </p:txBody>
      </p:sp>
      <p:sp>
        <p:nvSpPr>
          <p:cNvPr id="12" name="Text Placeholder 11">
            <a:extLst>
              <a:ext uri="{FF2B5EF4-FFF2-40B4-BE49-F238E27FC236}">
                <a16:creationId xmlns:a16="http://schemas.microsoft.com/office/drawing/2014/main" id="{59890119-6112-A65C-5D5F-826D3A8F06E7}"/>
              </a:ext>
            </a:extLst>
          </p:cNvPr>
          <p:cNvSpPr>
            <a:spLocks noGrp="1"/>
          </p:cNvSpPr>
          <p:nvPr>
            <p:ph type="body" sz="quarter" idx="13" hasCustomPrompt="1"/>
          </p:nvPr>
        </p:nvSpPr>
        <p:spPr>
          <a:xfrm>
            <a:off x="428624"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noProof="0" dirty="0"/>
              <a:t>Level 01</a:t>
            </a:r>
          </a:p>
          <a:p>
            <a:pPr lvl="1"/>
            <a:r>
              <a:rPr lang="en-US" noProof="0" dirty="0"/>
              <a:t>Level 02</a:t>
            </a:r>
          </a:p>
          <a:p>
            <a:pPr lvl="2"/>
            <a:r>
              <a:rPr lang="en-US" noProof="0" dirty="0"/>
              <a:t>Level 03</a:t>
            </a:r>
          </a:p>
          <a:p>
            <a:pPr lvl="3"/>
            <a:r>
              <a:rPr lang="en-US" noProof="0" dirty="0"/>
              <a:t>Level 04</a:t>
            </a:r>
          </a:p>
        </p:txBody>
      </p:sp>
      <p:sp>
        <p:nvSpPr>
          <p:cNvPr id="4" name="Text Placeholder 3">
            <a:extLst>
              <a:ext uri="{FF2B5EF4-FFF2-40B4-BE49-F238E27FC236}">
                <a16:creationId xmlns:a16="http://schemas.microsoft.com/office/drawing/2014/main" id="{B299E64B-3AEF-5121-CC02-A5BF0E2C2E35}"/>
              </a:ext>
            </a:extLst>
          </p:cNvPr>
          <p:cNvSpPr>
            <a:spLocks noGrp="1"/>
          </p:cNvSpPr>
          <p:nvPr>
            <p:ph type="body" sz="quarter" idx="19" hasCustomPrompt="1"/>
          </p:nvPr>
        </p:nvSpPr>
        <p:spPr>
          <a:xfrm>
            <a:off x="4318707" y="1446213"/>
            <a:ext cx="3566160" cy="548640"/>
          </a:xfrm>
        </p:spPr>
        <p:txBody>
          <a:bodyPr anchor="ctr"/>
          <a:lstStyle>
            <a:lvl1pPr marL="0" indent="0">
              <a:spcAft>
                <a:spcPts val="0"/>
              </a:spcAft>
              <a:buNone/>
              <a:defRPr sz="1800">
                <a:solidFill>
                  <a:schemeClr val="accent3"/>
                </a:solidFill>
                <a:latin typeface="+mj-lt"/>
              </a:defRPr>
            </a:lvl1pPr>
          </a:lstStyle>
          <a:p>
            <a:pPr marL="164592" marR="0" lvl="0" indent="-164592" fontAlgn="auto">
              <a:lnSpc>
                <a:spcPct val="100000"/>
              </a:lnSpc>
              <a:buSzTx/>
              <a:tabLst/>
            </a:pPr>
            <a:r>
              <a:rPr lang="en-US" noProof="0" dirty="0"/>
              <a:t>The Solution</a:t>
            </a:r>
          </a:p>
        </p:txBody>
      </p:sp>
      <p:sp>
        <p:nvSpPr>
          <p:cNvPr id="16" name="Text Placeholder 11">
            <a:extLst>
              <a:ext uri="{FF2B5EF4-FFF2-40B4-BE49-F238E27FC236}">
                <a16:creationId xmlns:a16="http://schemas.microsoft.com/office/drawing/2014/main" id="{12B314BB-47D3-B217-085B-FF4087FD57ED}"/>
              </a:ext>
            </a:extLst>
          </p:cNvPr>
          <p:cNvSpPr>
            <a:spLocks noGrp="1"/>
          </p:cNvSpPr>
          <p:nvPr>
            <p:ph type="body" sz="quarter" idx="15" hasCustomPrompt="1"/>
          </p:nvPr>
        </p:nvSpPr>
        <p:spPr>
          <a:xfrm>
            <a:off x="4318707"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noProof="0" dirty="0"/>
              <a:t>Level 01</a:t>
            </a:r>
          </a:p>
          <a:p>
            <a:pPr lvl="1"/>
            <a:r>
              <a:rPr lang="en-US" noProof="0" dirty="0"/>
              <a:t>Level 02</a:t>
            </a:r>
          </a:p>
          <a:p>
            <a:pPr lvl="2"/>
            <a:r>
              <a:rPr lang="en-US" noProof="0" dirty="0"/>
              <a:t>Level 03</a:t>
            </a:r>
          </a:p>
          <a:p>
            <a:pPr lvl="3"/>
            <a:r>
              <a:rPr lang="en-US" noProof="0" dirty="0"/>
              <a:t>Level 04</a:t>
            </a:r>
          </a:p>
        </p:txBody>
      </p:sp>
      <p:sp>
        <p:nvSpPr>
          <p:cNvPr id="5" name="Text Placeholder 3">
            <a:extLst>
              <a:ext uri="{FF2B5EF4-FFF2-40B4-BE49-F238E27FC236}">
                <a16:creationId xmlns:a16="http://schemas.microsoft.com/office/drawing/2014/main" id="{7F70AEA1-0FFB-C5AB-EE1A-EBC0EB80289D}"/>
              </a:ext>
            </a:extLst>
          </p:cNvPr>
          <p:cNvSpPr>
            <a:spLocks noGrp="1"/>
          </p:cNvSpPr>
          <p:nvPr>
            <p:ph type="body" sz="quarter" idx="20" hasCustomPrompt="1"/>
          </p:nvPr>
        </p:nvSpPr>
        <p:spPr>
          <a:xfrm>
            <a:off x="8208790" y="1446213"/>
            <a:ext cx="3566160" cy="548640"/>
          </a:xfrm>
        </p:spPr>
        <p:txBody>
          <a:bodyPr anchor="ctr"/>
          <a:lstStyle>
            <a:lvl1pPr marL="0" indent="0">
              <a:spcAft>
                <a:spcPts val="0"/>
              </a:spcAft>
              <a:buNone/>
              <a:defRPr sz="1800">
                <a:solidFill>
                  <a:schemeClr val="accent5"/>
                </a:solidFill>
                <a:latin typeface="+mj-lt"/>
              </a:defRPr>
            </a:lvl1pPr>
          </a:lstStyle>
          <a:p>
            <a:pPr marL="164592" marR="0" lvl="0" indent="-164592" fontAlgn="auto">
              <a:lnSpc>
                <a:spcPct val="100000"/>
              </a:lnSpc>
              <a:buSzTx/>
              <a:tabLst/>
            </a:pPr>
            <a:r>
              <a:rPr lang="en-US" noProof="0" dirty="0"/>
              <a:t>The Impact</a:t>
            </a:r>
          </a:p>
        </p:txBody>
      </p:sp>
      <p:sp>
        <p:nvSpPr>
          <p:cNvPr id="18" name="Text Placeholder 11">
            <a:extLst>
              <a:ext uri="{FF2B5EF4-FFF2-40B4-BE49-F238E27FC236}">
                <a16:creationId xmlns:a16="http://schemas.microsoft.com/office/drawing/2014/main" id="{56A08DAB-4054-6D4C-0D9A-23E95A1C1CD2}"/>
              </a:ext>
            </a:extLst>
          </p:cNvPr>
          <p:cNvSpPr>
            <a:spLocks noGrp="1"/>
          </p:cNvSpPr>
          <p:nvPr>
            <p:ph type="body" sz="quarter" idx="17" hasCustomPrompt="1"/>
          </p:nvPr>
        </p:nvSpPr>
        <p:spPr>
          <a:xfrm>
            <a:off x="8208790"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noProof="0" dirty="0"/>
              <a:t>Level 01</a:t>
            </a:r>
          </a:p>
          <a:p>
            <a:pPr lvl="1"/>
            <a:r>
              <a:rPr lang="en-US" noProof="0" dirty="0"/>
              <a:t>Level 02</a:t>
            </a:r>
          </a:p>
          <a:p>
            <a:pPr lvl="2"/>
            <a:r>
              <a:rPr lang="en-US" noProof="0" dirty="0"/>
              <a:t>Level 03</a:t>
            </a:r>
          </a:p>
          <a:p>
            <a:pPr lvl="3"/>
            <a:r>
              <a:rPr lang="en-US" noProof="0" dirty="0"/>
              <a:t>Level 04</a:t>
            </a:r>
          </a:p>
        </p:txBody>
      </p:sp>
      <p:cxnSp>
        <p:nvCxnSpPr>
          <p:cNvPr id="7" name="Straight Connector 6">
            <a:extLst>
              <a:ext uri="{FF2B5EF4-FFF2-40B4-BE49-F238E27FC236}">
                <a16:creationId xmlns:a16="http://schemas.microsoft.com/office/drawing/2014/main" id="{8055F457-6C59-9205-5BC8-37A6E312F763}"/>
              </a:ext>
              <a:ext uri="{C183D7F6-B498-43B3-948B-1728B52AA6E4}">
                <adec:decorative xmlns:adec="http://schemas.microsoft.com/office/drawing/2017/decorative" val="1"/>
              </a:ext>
            </a:extLst>
          </p:cNvPr>
          <p:cNvCxnSpPr>
            <a:cxnSpLocks/>
          </p:cNvCxnSpPr>
          <p:nvPr userDrawn="1"/>
        </p:nvCxnSpPr>
        <p:spPr>
          <a:xfrm>
            <a:off x="4153852"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8317E02-C121-6BA0-DE8E-02D7575D7C7C}"/>
              </a:ext>
              <a:ext uri="{C183D7F6-B498-43B3-948B-1728B52AA6E4}">
                <adec:decorative xmlns:adec="http://schemas.microsoft.com/office/drawing/2017/decorative" val="1"/>
              </a:ext>
            </a:extLst>
          </p:cNvPr>
          <p:cNvCxnSpPr>
            <a:cxnSpLocks/>
          </p:cNvCxnSpPr>
          <p:nvPr userDrawn="1"/>
        </p:nvCxnSpPr>
        <p:spPr>
          <a:xfrm>
            <a:off x="8046829"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86B26CC1-EC68-EFF1-594A-E7D62DC165B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en-US" noProof="0" smtClean="0"/>
              <a:pPr/>
              <a:t>‹N°›</a:t>
            </a:fld>
            <a:endParaRPr lang="en-US" noProof="0"/>
          </a:p>
        </p:txBody>
      </p:sp>
    </p:spTree>
    <p:extLst>
      <p:ext uri="{BB962C8B-B14F-4D97-AF65-F5344CB8AC3E}">
        <p14:creationId xmlns:p14="http://schemas.microsoft.com/office/powerpoint/2010/main" val="15735952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ustomer use cas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5" y="291451"/>
            <a:ext cx="10213848" cy="912315"/>
          </a:xfrm>
        </p:spPr>
        <p:txBody>
          <a:bodyPr/>
          <a:lstStyle>
            <a:lvl1pPr>
              <a:defRPr/>
            </a:lvl1pPr>
          </a:lstStyle>
          <a:p>
            <a:r>
              <a:rPr lang="en-US" noProof="0" dirty="0"/>
              <a:t>Customer Name or “Leading Company in Industry” 2</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6" y="709990"/>
            <a:ext cx="10213848"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marL="0" marR="0" lvl="0" indent="0" algn="l" defTabSz="914400" rtl="0" eaLnBrk="1" fontAlgn="auto" latinLnBrk="0" hangingPunct="1">
              <a:lnSpc>
                <a:spcPct val="100000"/>
              </a:lnSpc>
              <a:spcBef>
                <a:spcPts val="0"/>
              </a:spcBef>
              <a:spcAft>
                <a:spcPts val="400"/>
              </a:spcAft>
              <a:buClr>
                <a:srgbClr val="FFFFFF"/>
              </a:buClr>
              <a:buSzPct val="100000"/>
              <a:buFont typeface="Arial" panose="020B0604020202020204" pitchFamily="34" charset="0"/>
              <a:buNone/>
              <a:tabLst/>
              <a:defRPr/>
            </a:pPr>
            <a:r>
              <a:rPr lang="en-US" noProof="0" dirty="0"/>
              <a:t>Project Name / Short Project Description</a:t>
            </a:r>
          </a:p>
        </p:txBody>
      </p:sp>
      <p:sp>
        <p:nvSpPr>
          <p:cNvPr id="3" name="Picture Placeholder 12">
            <a:extLst>
              <a:ext uri="{FF2B5EF4-FFF2-40B4-BE49-F238E27FC236}">
                <a16:creationId xmlns:a16="http://schemas.microsoft.com/office/drawing/2014/main" id="{DC78E8E0-7425-7DE7-A8EA-599CE44C89A6}"/>
              </a:ext>
            </a:extLst>
          </p:cNvPr>
          <p:cNvSpPr>
            <a:spLocks noGrp="1"/>
          </p:cNvSpPr>
          <p:nvPr>
            <p:ph type="pic" sz="quarter" idx="43" hasCustomPrompt="1"/>
          </p:nvPr>
        </p:nvSpPr>
        <p:spPr>
          <a:xfrm>
            <a:off x="10731500" y="291451"/>
            <a:ext cx="1033272" cy="912315"/>
          </a:xfrm>
        </p:spPr>
        <p:txBody>
          <a:bodyPr bIns="18288" anchor="b"/>
          <a:lstStyle>
            <a:lvl1pPr marL="0" indent="0" algn="ctr">
              <a:buNone/>
              <a:defRPr sz="1100"/>
            </a:lvl1pPr>
          </a:lstStyle>
          <a:p>
            <a:r>
              <a:rPr lang="en-US" dirty="0"/>
              <a:t>Click icon to add logo</a:t>
            </a:r>
          </a:p>
        </p:txBody>
      </p:sp>
      <p:sp>
        <p:nvSpPr>
          <p:cNvPr id="36" name="Picture Placeholder 35">
            <a:extLst>
              <a:ext uri="{FF2B5EF4-FFF2-40B4-BE49-F238E27FC236}">
                <a16:creationId xmlns:a16="http://schemas.microsoft.com/office/drawing/2014/main" id="{FF14D5B5-B2D8-B006-08B8-A5DD901D0FEF}"/>
              </a:ext>
            </a:extLst>
          </p:cNvPr>
          <p:cNvSpPr>
            <a:spLocks noGrp="1"/>
          </p:cNvSpPr>
          <p:nvPr>
            <p:ph type="pic" sz="quarter" idx="42"/>
          </p:nvPr>
        </p:nvSpPr>
        <p:spPr>
          <a:xfrm>
            <a:off x="428624" y="1437190"/>
            <a:ext cx="1793716" cy="2660248"/>
          </a:xfrm>
        </p:spPr>
        <p:txBody>
          <a:bodyPr tIns="914400" bIns="0" anchor="ctr"/>
          <a:lstStyle>
            <a:lvl1pPr marL="0" indent="0" algn="ctr">
              <a:buNone/>
              <a:defRPr sz="1400"/>
            </a:lvl1pPr>
          </a:lstStyle>
          <a:p>
            <a:r>
              <a:rPr lang="fr-FR" noProof="0"/>
              <a:t>Cliquez sur l'icône pour ajouter une image</a:t>
            </a:r>
            <a:endParaRPr lang="en-US" noProof="0" dirty="0"/>
          </a:p>
        </p:txBody>
      </p:sp>
      <p:sp>
        <p:nvSpPr>
          <p:cNvPr id="4" name="Text Placeholder 3">
            <a:extLst>
              <a:ext uri="{FF2B5EF4-FFF2-40B4-BE49-F238E27FC236}">
                <a16:creationId xmlns:a16="http://schemas.microsoft.com/office/drawing/2014/main" id="{13833E4C-1BB6-B045-8122-6405632E37A3}"/>
              </a:ext>
            </a:extLst>
          </p:cNvPr>
          <p:cNvSpPr>
            <a:spLocks noGrp="1"/>
          </p:cNvSpPr>
          <p:nvPr>
            <p:ph type="body" sz="quarter" idx="21" hasCustomPrompt="1"/>
          </p:nvPr>
        </p:nvSpPr>
        <p:spPr>
          <a:xfrm>
            <a:off x="2384377" y="1437190"/>
            <a:ext cx="2926080" cy="548640"/>
          </a:xfrm>
        </p:spPr>
        <p:txBody>
          <a:bodyPr anchor="ctr"/>
          <a:lstStyle>
            <a:lvl1pPr marL="0" indent="0">
              <a:spcAft>
                <a:spcPts val="0"/>
              </a:spcAft>
              <a:buNone/>
              <a:defRPr sz="1800">
                <a:solidFill>
                  <a:schemeClr val="accent1"/>
                </a:solidFill>
                <a:latin typeface="+mj-lt"/>
              </a:defRPr>
            </a:lvl1pPr>
          </a:lstStyle>
          <a:p>
            <a:pPr marL="162000" marR="0" lvl="0" indent="-162000" fontAlgn="auto">
              <a:lnSpc>
                <a:spcPct val="100000"/>
              </a:lnSpc>
              <a:buSzTx/>
              <a:tabLst/>
            </a:pPr>
            <a:r>
              <a:rPr lang="en-US" noProof="0" dirty="0"/>
              <a:t>The Challenge</a:t>
            </a:r>
          </a:p>
        </p:txBody>
      </p:sp>
      <p:sp>
        <p:nvSpPr>
          <p:cNvPr id="7" name="Text Placeholder 11">
            <a:extLst>
              <a:ext uri="{FF2B5EF4-FFF2-40B4-BE49-F238E27FC236}">
                <a16:creationId xmlns:a16="http://schemas.microsoft.com/office/drawing/2014/main" id="{3BD3C084-3FE6-20C0-0ED5-684ED95ACA6C}"/>
              </a:ext>
            </a:extLst>
          </p:cNvPr>
          <p:cNvSpPr>
            <a:spLocks noGrp="1"/>
          </p:cNvSpPr>
          <p:nvPr>
            <p:ph type="body" sz="quarter" idx="13" hasCustomPrompt="1"/>
          </p:nvPr>
        </p:nvSpPr>
        <p:spPr>
          <a:xfrm>
            <a:off x="2384377" y="1998532"/>
            <a:ext cx="2926080" cy="4082096"/>
          </a:xfrm>
        </p:spPr>
        <p:txBody>
          <a:bodyPr lIns="0" tIns="73152" rIns="91440" bIns="45720"/>
          <a:lstStyle>
            <a:lvl1pPr>
              <a:defRPr sz="1400"/>
            </a:lvl1pPr>
            <a:lvl2pPr>
              <a:defRPr sz="1400"/>
            </a:lvl2pPr>
            <a:lvl3pPr>
              <a:defRPr sz="1400"/>
            </a:lvl3pPr>
            <a:lvl4pPr>
              <a:defRPr sz="1400"/>
            </a:lvl4pPr>
          </a:lstStyle>
          <a:p>
            <a:pPr lvl="0"/>
            <a:r>
              <a:rPr lang="en-US" noProof="0" dirty="0"/>
              <a:t>Level 01</a:t>
            </a:r>
          </a:p>
          <a:p>
            <a:pPr lvl="1"/>
            <a:r>
              <a:rPr lang="en-US" noProof="0" dirty="0"/>
              <a:t>Level 02</a:t>
            </a:r>
          </a:p>
          <a:p>
            <a:pPr lvl="2"/>
            <a:r>
              <a:rPr lang="en-US" noProof="0" dirty="0"/>
              <a:t>Level 03</a:t>
            </a:r>
          </a:p>
          <a:p>
            <a:pPr lvl="3"/>
            <a:r>
              <a:rPr lang="en-US" noProof="0" dirty="0"/>
              <a:t>Level 04</a:t>
            </a:r>
          </a:p>
        </p:txBody>
      </p:sp>
      <p:sp>
        <p:nvSpPr>
          <p:cNvPr id="9" name="Text Placeholder 3">
            <a:extLst>
              <a:ext uri="{FF2B5EF4-FFF2-40B4-BE49-F238E27FC236}">
                <a16:creationId xmlns:a16="http://schemas.microsoft.com/office/drawing/2014/main" id="{38E3CACE-2400-3063-1DD0-F9731861AAEE}"/>
              </a:ext>
            </a:extLst>
          </p:cNvPr>
          <p:cNvSpPr>
            <a:spLocks noGrp="1"/>
          </p:cNvSpPr>
          <p:nvPr>
            <p:ph type="body" sz="quarter" idx="19" hasCustomPrompt="1"/>
          </p:nvPr>
        </p:nvSpPr>
        <p:spPr>
          <a:xfrm>
            <a:off x="5612769" y="1437190"/>
            <a:ext cx="2926080" cy="548640"/>
          </a:xfrm>
        </p:spPr>
        <p:txBody>
          <a:bodyPr anchor="ctr"/>
          <a:lstStyle>
            <a:lvl1pPr marL="0" indent="0">
              <a:spcAft>
                <a:spcPts val="0"/>
              </a:spcAft>
              <a:buNone/>
              <a:defRPr sz="1800">
                <a:solidFill>
                  <a:schemeClr val="accent3"/>
                </a:solidFill>
                <a:latin typeface="+mj-lt"/>
              </a:defRPr>
            </a:lvl1pPr>
          </a:lstStyle>
          <a:p>
            <a:pPr marL="164592" marR="0" lvl="0" indent="-164592" fontAlgn="auto">
              <a:lnSpc>
                <a:spcPct val="100000"/>
              </a:lnSpc>
              <a:buSzTx/>
              <a:tabLst/>
            </a:pPr>
            <a:r>
              <a:rPr lang="en-US" noProof="0" dirty="0"/>
              <a:t>The Solution</a:t>
            </a:r>
          </a:p>
        </p:txBody>
      </p:sp>
      <p:sp>
        <p:nvSpPr>
          <p:cNvPr id="10" name="Text Placeholder 11">
            <a:extLst>
              <a:ext uri="{FF2B5EF4-FFF2-40B4-BE49-F238E27FC236}">
                <a16:creationId xmlns:a16="http://schemas.microsoft.com/office/drawing/2014/main" id="{8DF93DBB-C602-2D1A-455D-C4DA9CCA8B5A}"/>
              </a:ext>
            </a:extLst>
          </p:cNvPr>
          <p:cNvSpPr>
            <a:spLocks noGrp="1"/>
          </p:cNvSpPr>
          <p:nvPr>
            <p:ph type="body" sz="quarter" idx="15" hasCustomPrompt="1"/>
          </p:nvPr>
        </p:nvSpPr>
        <p:spPr>
          <a:xfrm>
            <a:off x="5612769" y="1998532"/>
            <a:ext cx="2926080" cy="4082096"/>
          </a:xfrm>
        </p:spPr>
        <p:txBody>
          <a:bodyPr lIns="0" tIns="73152" rIns="91440" bIns="45720"/>
          <a:lstStyle>
            <a:lvl1pPr>
              <a:defRPr sz="1400"/>
            </a:lvl1pPr>
            <a:lvl2pPr>
              <a:defRPr sz="1400"/>
            </a:lvl2pPr>
            <a:lvl3pPr>
              <a:defRPr sz="1400"/>
            </a:lvl3pPr>
            <a:lvl4pPr>
              <a:defRPr sz="1400"/>
            </a:lvl4pPr>
          </a:lstStyle>
          <a:p>
            <a:pPr lvl="0"/>
            <a:r>
              <a:rPr lang="en-US" noProof="0" dirty="0"/>
              <a:t>Level 01</a:t>
            </a:r>
          </a:p>
          <a:p>
            <a:pPr lvl="1"/>
            <a:r>
              <a:rPr lang="en-US" noProof="0" dirty="0"/>
              <a:t>Level 02</a:t>
            </a:r>
          </a:p>
          <a:p>
            <a:pPr lvl="2"/>
            <a:r>
              <a:rPr lang="en-US" noProof="0" dirty="0"/>
              <a:t>Level 03</a:t>
            </a:r>
          </a:p>
          <a:p>
            <a:pPr lvl="3"/>
            <a:r>
              <a:rPr lang="en-US" noProof="0" dirty="0"/>
              <a:t>Level 04</a:t>
            </a:r>
          </a:p>
        </p:txBody>
      </p:sp>
      <p:sp>
        <p:nvSpPr>
          <p:cNvPr id="11" name="Text Placeholder 3">
            <a:extLst>
              <a:ext uri="{FF2B5EF4-FFF2-40B4-BE49-F238E27FC236}">
                <a16:creationId xmlns:a16="http://schemas.microsoft.com/office/drawing/2014/main" id="{78FA5348-338A-AE99-D5EA-25D67EAB207A}"/>
              </a:ext>
            </a:extLst>
          </p:cNvPr>
          <p:cNvSpPr>
            <a:spLocks noGrp="1"/>
          </p:cNvSpPr>
          <p:nvPr>
            <p:ph type="body" sz="quarter" idx="20" hasCustomPrompt="1"/>
          </p:nvPr>
        </p:nvSpPr>
        <p:spPr>
          <a:xfrm>
            <a:off x="8841162" y="1437190"/>
            <a:ext cx="2926080" cy="548640"/>
          </a:xfrm>
        </p:spPr>
        <p:txBody>
          <a:bodyPr anchor="ctr"/>
          <a:lstStyle>
            <a:lvl1pPr marL="0" indent="0">
              <a:spcAft>
                <a:spcPts val="0"/>
              </a:spcAft>
              <a:buNone/>
              <a:defRPr sz="1800">
                <a:solidFill>
                  <a:schemeClr val="accent5"/>
                </a:solidFill>
                <a:latin typeface="+mj-lt"/>
              </a:defRPr>
            </a:lvl1pPr>
          </a:lstStyle>
          <a:p>
            <a:pPr marL="164592" marR="0" lvl="0" indent="-164592" fontAlgn="auto">
              <a:lnSpc>
                <a:spcPct val="100000"/>
              </a:lnSpc>
              <a:buSzTx/>
              <a:tabLst/>
            </a:pPr>
            <a:r>
              <a:rPr lang="en-US" noProof="0" dirty="0"/>
              <a:t>The Impact</a:t>
            </a:r>
          </a:p>
        </p:txBody>
      </p:sp>
      <p:sp>
        <p:nvSpPr>
          <p:cNvPr id="12" name="Text Placeholder 11">
            <a:extLst>
              <a:ext uri="{FF2B5EF4-FFF2-40B4-BE49-F238E27FC236}">
                <a16:creationId xmlns:a16="http://schemas.microsoft.com/office/drawing/2014/main" id="{911C1078-5618-7CE0-6EE1-30E1DACED7D4}"/>
              </a:ext>
            </a:extLst>
          </p:cNvPr>
          <p:cNvSpPr>
            <a:spLocks noGrp="1"/>
          </p:cNvSpPr>
          <p:nvPr>
            <p:ph type="body" sz="quarter" idx="17" hasCustomPrompt="1"/>
          </p:nvPr>
        </p:nvSpPr>
        <p:spPr>
          <a:xfrm>
            <a:off x="8841162" y="1998532"/>
            <a:ext cx="2926080" cy="4082096"/>
          </a:xfrm>
        </p:spPr>
        <p:txBody>
          <a:bodyPr lIns="0" tIns="73152" rIns="91440" bIns="45720"/>
          <a:lstStyle>
            <a:lvl1pPr>
              <a:defRPr sz="1400"/>
            </a:lvl1pPr>
            <a:lvl2pPr>
              <a:defRPr sz="1400"/>
            </a:lvl2pPr>
            <a:lvl3pPr>
              <a:defRPr sz="1400"/>
            </a:lvl3pPr>
            <a:lvl4pPr>
              <a:defRPr sz="1400"/>
            </a:lvl4pPr>
          </a:lstStyle>
          <a:p>
            <a:pPr lvl="0"/>
            <a:r>
              <a:rPr lang="en-US" noProof="0" dirty="0"/>
              <a:t>Level 01</a:t>
            </a:r>
          </a:p>
          <a:p>
            <a:pPr lvl="1"/>
            <a:r>
              <a:rPr lang="en-US" noProof="0" dirty="0"/>
              <a:t>Level 02</a:t>
            </a:r>
          </a:p>
          <a:p>
            <a:pPr lvl="2"/>
            <a:r>
              <a:rPr lang="en-US" noProof="0" dirty="0"/>
              <a:t>Level 03</a:t>
            </a:r>
          </a:p>
          <a:p>
            <a:pPr lvl="3"/>
            <a:r>
              <a:rPr lang="en-US" noProof="0" dirty="0"/>
              <a:t>Level 04</a:t>
            </a:r>
          </a:p>
        </p:txBody>
      </p:sp>
      <p:cxnSp>
        <p:nvCxnSpPr>
          <p:cNvPr id="13" name="Straight Connector 12">
            <a:extLst>
              <a:ext uri="{FF2B5EF4-FFF2-40B4-BE49-F238E27FC236}">
                <a16:creationId xmlns:a16="http://schemas.microsoft.com/office/drawing/2014/main" id="{33D0B758-194E-0A9A-E40E-C6C34AAFD04A}"/>
              </a:ext>
              <a:ext uri="{C183D7F6-B498-43B3-948B-1728B52AA6E4}">
                <adec:decorative xmlns:adec="http://schemas.microsoft.com/office/drawing/2017/decorative" val="1"/>
              </a:ext>
            </a:extLst>
          </p:cNvPr>
          <p:cNvCxnSpPr>
            <a:cxnSpLocks/>
          </p:cNvCxnSpPr>
          <p:nvPr userDrawn="1"/>
        </p:nvCxnSpPr>
        <p:spPr>
          <a:xfrm>
            <a:off x="5461613" y="1449891"/>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3A0C7A4-6A84-922C-7B31-36D64EF259C7}"/>
              </a:ext>
              <a:ext uri="{C183D7F6-B498-43B3-948B-1728B52AA6E4}">
                <adec:decorative xmlns:adec="http://schemas.microsoft.com/office/drawing/2017/decorative" val="1"/>
              </a:ext>
            </a:extLst>
          </p:cNvPr>
          <p:cNvCxnSpPr>
            <a:cxnSpLocks/>
          </p:cNvCxnSpPr>
          <p:nvPr userDrawn="1"/>
        </p:nvCxnSpPr>
        <p:spPr>
          <a:xfrm>
            <a:off x="8690005" y="1437191"/>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34" name="Graphic 33">
            <a:extLst>
              <a:ext uri="{FF2B5EF4-FFF2-40B4-BE49-F238E27FC236}">
                <a16:creationId xmlns:a16="http://schemas.microsoft.com/office/drawing/2014/main" id="{34078EFD-AF40-F302-C5B1-1A383B95E70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5" y="4283232"/>
            <a:ext cx="1793716" cy="1793716"/>
          </a:xfrm>
          <a:prstGeom prst="rect">
            <a:avLst/>
          </a:prstGeom>
        </p:spPr>
      </p:pic>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en-US" noProof="0" smtClean="0"/>
              <a:pPr/>
              <a:t>‹N°›</a:t>
            </a:fld>
            <a:endParaRPr lang="en-US" noProof="0"/>
          </a:p>
        </p:txBody>
      </p:sp>
    </p:spTree>
    <p:extLst>
      <p:ext uri="{BB962C8B-B14F-4D97-AF65-F5344CB8AC3E}">
        <p14:creationId xmlns:p14="http://schemas.microsoft.com/office/powerpoint/2010/main" val="36972687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V">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a:spLocks/>
          </p:cNvSpPr>
          <p:nvPr userDrawn="1"/>
        </p:nvSpPr>
        <p:spPr>
          <a:xfrm>
            <a:off x="0" y="0"/>
            <a:ext cx="12192000" cy="114774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4" name="Group 13">
            <a:extLst>
              <a:ext uri="{FF2B5EF4-FFF2-40B4-BE49-F238E27FC236}">
                <a16:creationId xmlns:a16="http://schemas.microsoft.com/office/drawing/2014/main" id="{87EF5BB1-9EC5-C075-5CF1-D55B8363DFE7}"/>
              </a:ext>
              <a:ext uri="{C183D7F6-B498-43B3-948B-1728B52AA6E4}">
                <adec:decorative xmlns:adec="http://schemas.microsoft.com/office/drawing/2017/decorative" val="1"/>
              </a:ext>
            </a:extLst>
          </p:cNvPr>
          <p:cNvGrpSpPr/>
          <p:nvPr userDrawn="1"/>
        </p:nvGrpSpPr>
        <p:grpSpPr>
          <a:xfrm>
            <a:off x="436910" y="61381"/>
            <a:ext cx="2174616" cy="2174616"/>
            <a:chOff x="428625" y="688572"/>
            <a:chExt cx="5398972" cy="5398972"/>
          </a:xfrm>
        </p:grpSpPr>
        <p:sp>
          <p:nvSpPr>
            <p:cNvPr id="10" name="Graphic 12">
              <a:extLst>
                <a:ext uri="{FF2B5EF4-FFF2-40B4-BE49-F238E27FC236}">
                  <a16:creationId xmlns:a16="http://schemas.microsoft.com/office/drawing/2014/main" id="{867E329A-F569-FD2D-40BC-C949E9EC7C6C}"/>
                </a:ext>
                <a:ext uri="{C183D7F6-B498-43B3-948B-1728B52AA6E4}">
                  <adec:decorative xmlns:adec="http://schemas.microsoft.com/office/drawing/2017/decorative" val="1"/>
                </a:ext>
              </a:extLst>
            </p:cNvPr>
            <p:cNvSpPr/>
            <p:nvPr/>
          </p:nvSpPr>
          <p:spPr>
            <a:xfrm rot="5400000">
              <a:off x="3128111" y="688572"/>
              <a:ext cx="2699486" cy="2699486"/>
            </a:xfrm>
            <a:custGeom>
              <a:avLst/>
              <a:gdLst>
                <a:gd name="connsiteX0" fmla="*/ 0 w 2699486"/>
                <a:gd name="connsiteY0" fmla="*/ 2699486 h 2699486"/>
                <a:gd name="connsiteX1" fmla="*/ 1094417 w 2699486"/>
                <a:gd name="connsiteY1" fmla="*/ 2699486 h 2699486"/>
                <a:gd name="connsiteX2" fmla="*/ 2699486 w 2699486"/>
                <a:gd name="connsiteY2" fmla="*/ 1094417 h 2699486"/>
                <a:gd name="connsiteX3" fmla="*/ 2699486 w 2699486"/>
                <a:gd name="connsiteY3" fmla="*/ 0 h 2699486"/>
                <a:gd name="connsiteX4" fmla="*/ 0 w 2699486"/>
                <a:gd name="connsiteY4" fmla="*/ 2699486 h 269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9486" h="2699486">
                  <a:moveTo>
                    <a:pt x="0" y="2699486"/>
                  </a:moveTo>
                  <a:lnTo>
                    <a:pt x="1094417" y="2699486"/>
                  </a:lnTo>
                  <a:cubicBezTo>
                    <a:pt x="1094417" y="1814505"/>
                    <a:pt x="1814505" y="1094417"/>
                    <a:pt x="2699486" y="1094417"/>
                  </a:cubicBezTo>
                  <a:lnTo>
                    <a:pt x="2699486" y="0"/>
                  </a:lnTo>
                  <a:cubicBezTo>
                    <a:pt x="1210944" y="0"/>
                    <a:pt x="0" y="1210944"/>
                    <a:pt x="0" y="2699486"/>
                  </a:cubicBezTo>
                </a:path>
              </a:pathLst>
            </a:custGeom>
            <a:solidFill>
              <a:schemeClr val="accent2"/>
            </a:solidFill>
            <a:ln w="2246" cap="flat">
              <a:noFill/>
              <a:prstDash val="solid"/>
              <a:miter/>
            </a:ln>
          </p:spPr>
          <p:txBody>
            <a:bodyPr rtlCol="0" anchor="ctr"/>
            <a:lstStyle/>
            <a:p>
              <a:endParaRPr lang="en-US" noProof="0"/>
            </a:p>
          </p:txBody>
        </p:sp>
        <p:sp>
          <p:nvSpPr>
            <p:cNvPr id="11" name="Graphic 11">
              <a:extLst>
                <a:ext uri="{FF2B5EF4-FFF2-40B4-BE49-F238E27FC236}">
                  <a16:creationId xmlns:a16="http://schemas.microsoft.com/office/drawing/2014/main" id="{DDD74B7C-D695-9400-9632-BD81C62538EB}"/>
                </a:ext>
                <a:ext uri="{C183D7F6-B498-43B3-948B-1728B52AA6E4}">
                  <adec:decorative xmlns:adec="http://schemas.microsoft.com/office/drawing/2017/decorative" val="1"/>
                </a:ext>
              </a:extLst>
            </p:cNvPr>
            <p:cNvSpPr/>
            <p:nvPr/>
          </p:nvSpPr>
          <p:spPr>
            <a:xfrm rot="16200000">
              <a:off x="428625" y="3388058"/>
              <a:ext cx="2699486" cy="2699486"/>
            </a:xfrm>
            <a:custGeom>
              <a:avLst/>
              <a:gdLst>
                <a:gd name="connsiteX0" fmla="*/ 0 w 2699486"/>
                <a:gd name="connsiteY0" fmla="*/ 2699486 h 2699486"/>
                <a:gd name="connsiteX1" fmla="*/ 1094417 w 2699486"/>
                <a:gd name="connsiteY1" fmla="*/ 2699486 h 2699486"/>
                <a:gd name="connsiteX2" fmla="*/ 2699486 w 2699486"/>
                <a:gd name="connsiteY2" fmla="*/ 1094417 h 2699486"/>
                <a:gd name="connsiteX3" fmla="*/ 2699486 w 2699486"/>
                <a:gd name="connsiteY3" fmla="*/ 0 h 2699486"/>
                <a:gd name="connsiteX4" fmla="*/ 0 w 2699486"/>
                <a:gd name="connsiteY4" fmla="*/ 2699486 h 269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9486" h="2699486">
                  <a:moveTo>
                    <a:pt x="0" y="2699486"/>
                  </a:moveTo>
                  <a:lnTo>
                    <a:pt x="1094417" y="2699486"/>
                  </a:lnTo>
                  <a:cubicBezTo>
                    <a:pt x="1094417" y="1814505"/>
                    <a:pt x="1814505" y="1094417"/>
                    <a:pt x="2699486" y="1094417"/>
                  </a:cubicBezTo>
                  <a:lnTo>
                    <a:pt x="2699486" y="0"/>
                  </a:lnTo>
                  <a:cubicBezTo>
                    <a:pt x="1210944" y="0"/>
                    <a:pt x="0" y="1210944"/>
                    <a:pt x="0" y="2699486"/>
                  </a:cubicBezTo>
                </a:path>
              </a:pathLst>
            </a:custGeom>
            <a:solidFill>
              <a:schemeClr val="accent1"/>
            </a:solidFill>
            <a:ln w="2246" cap="flat">
              <a:noFill/>
              <a:prstDash val="solid"/>
              <a:miter/>
            </a:ln>
          </p:spPr>
          <p:txBody>
            <a:bodyPr rtlCol="0" anchor="ctr"/>
            <a:lstStyle/>
            <a:p>
              <a:endParaRPr lang="en-US" noProof="0"/>
            </a:p>
          </p:txBody>
        </p:sp>
      </p:grpSp>
      <p:sp>
        <p:nvSpPr>
          <p:cNvPr id="3" name="Title 2">
            <a:extLst>
              <a:ext uri="{FF2B5EF4-FFF2-40B4-BE49-F238E27FC236}">
                <a16:creationId xmlns:a16="http://schemas.microsoft.com/office/drawing/2014/main" id="{AC6A2842-98CF-DBDF-5B71-0947B0AD63D5}"/>
              </a:ext>
            </a:extLst>
          </p:cNvPr>
          <p:cNvSpPr>
            <a:spLocks noGrp="1"/>
          </p:cNvSpPr>
          <p:nvPr>
            <p:ph type="title" hasCustomPrompt="1"/>
          </p:nvPr>
        </p:nvSpPr>
        <p:spPr>
          <a:xfrm>
            <a:off x="2772016" y="216497"/>
            <a:ext cx="7124338" cy="387705"/>
          </a:xfrm>
        </p:spPr>
        <p:txBody>
          <a:bodyPr/>
          <a:lstStyle>
            <a:lvl1pPr>
              <a:defRPr sz="2400">
                <a:solidFill>
                  <a:schemeClr val="bg1"/>
                </a:solidFill>
              </a:defRPr>
            </a:lvl1pPr>
          </a:lstStyle>
          <a:p>
            <a:r>
              <a:rPr lang="en-US" noProof="0" dirty="0"/>
              <a:t>Click to enter consultant’s name</a:t>
            </a:r>
          </a:p>
        </p:txBody>
      </p:sp>
      <p:sp>
        <p:nvSpPr>
          <p:cNvPr id="27" name="Text Placeholder 26">
            <a:extLst>
              <a:ext uri="{FF2B5EF4-FFF2-40B4-BE49-F238E27FC236}">
                <a16:creationId xmlns:a16="http://schemas.microsoft.com/office/drawing/2014/main" id="{5C537275-6DEE-641D-F9A0-865D8402FAC1}"/>
              </a:ext>
            </a:extLst>
          </p:cNvPr>
          <p:cNvSpPr>
            <a:spLocks noGrp="1"/>
          </p:cNvSpPr>
          <p:nvPr>
            <p:ph type="body" sz="quarter" idx="29" hasCustomPrompt="1"/>
          </p:nvPr>
        </p:nvSpPr>
        <p:spPr>
          <a:xfrm>
            <a:off x="2772017" y="607046"/>
            <a:ext cx="7124338" cy="414511"/>
          </a:xfrm>
        </p:spPr>
        <p:txBody>
          <a:bodyPr anchor="t"/>
          <a:lstStyle>
            <a:lvl1pPr marL="0" indent="0">
              <a:buNone/>
              <a:defRPr sz="1800">
                <a:solidFill>
                  <a:srgbClr val="3DC7FF"/>
                </a:solidFill>
                <a:latin typeface="+mj-lt"/>
              </a:defRPr>
            </a:lvl1pPr>
          </a:lstStyle>
          <a:p>
            <a:pPr lvl="0"/>
            <a:r>
              <a:rPr lang="en-US" noProof="0" dirty="0"/>
              <a:t>Click to enter role</a:t>
            </a:r>
          </a:p>
        </p:txBody>
      </p:sp>
      <p:sp>
        <p:nvSpPr>
          <p:cNvPr id="2" name="Text Placeholder 26">
            <a:extLst>
              <a:ext uri="{FF2B5EF4-FFF2-40B4-BE49-F238E27FC236}">
                <a16:creationId xmlns:a16="http://schemas.microsoft.com/office/drawing/2014/main" id="{7084BAAC-A14B-0D20-2A26-C8D646B16BBA}"/>
              </a:ext>
            </a:extLst>
          </p:cNvPr>
          <p:cNvSpPr>
            <a:spLocks noGrp="1"/>
          </p:cNvSpPr>
          <p:nvPr>
            <p:ph type="body" sz="quarter" idx="48" hasCustomPrompt="1"/>
          </p:nvPr>
        </p:nvSpPr>
        <p:spPr>
          <a:xfrm>
            <a:off x="10053638" y="257175"/>
            <a:ext cx="893735" cy="285130"/>
          </a:xfrm>
        </p:spPr>
        <p:txBody>
          <a:bodyPr anchor="ctr"/>
          <a:lstStyle>
            <a:lvl1pPr marL="0" indent="0" algn="r">
              <a:buNone/>
              <a:defRPr lang="en-US" sz="1200" b="0" kern="1200" noProof="0" dirty="0">
                <a:solidFill>
                  <a:schemeClr val="accent2"/>
                </a:solidFill>
                <a:latin typeface="+mj-lt"/>
                <a:ea typeface="MS PGothic" pitchFamily="34" charset="-128"/>
                <a:cs typeface="+mn-cs"/>
              </a:defRPr>
            </a:lvl1pPr>
          </a:lstStyle>
          <a:p>
            <a:pPr lvl="0"/>
            <a:r>
              <a:rPr lang="en-US" noProof="0" dirty="0"/>
              <a:t>Country:</a:t>
            </a:r>
          </a:p>
        </p:txBody>
      </p:sp>
      <p:sp>
        <p:nvSpPr>
          <p:cNvPr id="46" name="Text Placeholder 45">
            <a:extLst>
              <a:ext uri="{FF2B5EF4-FFF2-40B4-BE49-F238E27FC236}">
                <a16:creationId xmlns:a16="http://schemas.microsoft.com/office/drawing/2014/main" id="{0EB4AB2E-8AF8-1890-41F0-FE1A716E06B2}"/>
              </a:ext>
            </a:extLst>
          </p:cNvPr>
          <p:cNvSpPr>
            <a:spLocks noGrp="1"/>
          </p:cNvSpPr>
          <p:nvPr>
            <p:ph type="body" sz="quarter" idx="38" hasCustomPrompt="1"/>
          </p:nvPr>
        </p:nvSpPr>
        <p:spPr>
          <a:xfrm>
            <a:off x="10991850" y="257175"/>
            <a:ext cx="771947" cy="285130"/>
          </a:xfrm>
        </p:spPr>
        <p:txBody>
          <a:bodyPr anchor="ctr"/>
          <a:lstStyle>
            <a:lvl1pPr marL="0" indent="0" algn="r">
              <a:buNone/>
              <a:defRPr sz="120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noProof="0" dirty="0"/>
              <a:t>ABC</a:t>
            </a:r>
          </a:p>
        </p:txBody>
      </p:sp>
      <p:sp>
        <p:nvSpPr>
          <p:cNvPr id="5" name="Text Placeholder 26">
            <a:extLst>
              <a:ext uri="{FF2B5EF4-FFF2-40B4-BE49-F238E27FC236}">
                <a16:creationId xmlns:a16="http://schemas.microsoft.com/office/drawing/2014/main" id="{E41CF282-98B5-0DCD-8CD3-865399C1809C}"/>
              </a:ext>
            </a:extLst>
          </p:cNvPr>
          <p:cNvSpPr>
            <a:spLocks noGrp="1"/>
          </p:cNvSpPr>
          <p:nvPr>
            <p:ph type="body" sz="quarter" idx="51" hasCustomPrompt="1"/>
          </p:nvPr>
        </p:nvSpPr>
        <p:spPr>
          <a:xfrm>
            <a:off x="10053638" y="655227"/>
            <a:ext cx="893735" cy="285130"/>
          </a:xfrm>
        </p:spPr>
        <p:txBody>
          <a:bodyPr anchor="ctr"/>
          <a:lstStyle>
            <a:lvl1pPr marL="0" indent="0" algn="r">
              <a:buNone/>
              <a:defRPr lang="en-US" sz="1200" b="0" kern="1200" noProof="0" dirty="0">
                <a:solidFill>
                  <a:schemeClr val="accent2"/>
                </a:solidFill>
                <a:latin typeface="+mj-lt"/>
                <a:ea typeface="MS PGothic" pitchFamily="34" charset="-128"/>
                <a:cs typeface="+mn-cs"/>
              </a:defRPr>
            </a:lvl1pPr>
          </a:lstStyle>
          <a:p>
            <a:pPr lvl="0"/>
            <a:r>
              <a:rPr lang="en-US" noProof="0" dirty="0"/>
              <a:t>Availability:</a:t>
            </a:r>
          </a:p>
        </p:txBody>
      </p:sp>
      <p:sp>
        <p:nvSpPr>
          <p:cNvPr id="47" name="Text Placeholder 45">
            <a:extLst>
              <a:ext uri="{FF2B5EF4-FFF2-40B4-BE49-F238E27FC236}">
                <a16:creationId xmlns:a16="http://schemas.microsoft.com/office/drawing/2014/main" id="{17BB8357-25D8-1F26-B27B-AEBD9BD231A9}"/>
              </a:ext>
            </a:extLst>
          </p:cNvPr>
          <p:cNvSpPr>
            <a:spLocks noGrp="1"/>
          </p:cNvSpPr>
          <p:nvPr>
            <p:ph type="body" sz="quarter" idx="39" hasCustomPrompt="1"/>
          </p:nvPr>
        </p:nvSpPr>
        <p:spPr>
          <a:xfrm>
            <a:off x="10991850" y="655227"/>
            <a:ext cx="771947" cy="285130"/>
          </a:xfrm>
        </p:spPr>
        <p:txBody>
          <a:bodyPr anchor="ctr"/>
          <a:lstStyle>
            <a:lvl1pPr marL="0" indent="0" algn="r">
              <a:buNone/>
              <a:defRPr sz="120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noProof="0" dirty="0"/>
              <a:t>n Days</a:t>
            </a:r>
          </a:p>
        </p:txBody>
      </p:sp>
      <p:sp>
        <p:nvSpPr>
          <p:cNvPr id="41" name="Picture Placeholder 40">
            <a:extLst>
              <a:ext uri="{FF2B5EF4-FFF2-40B4-BE49-F238E27FC236}">
                <a16:creationId xmlns:a16="http://schemas.microsoft.com/office/drawing/2014/main" id="{9A1DCCCA-D724-F19A-C20F-0460DDD0D365}"/>
              </a:ext>
            </a:extLst>
          </p:cNvPr>
          <p:cNvSpPr>
            <a:spLocks noGrp="1"/>
          </p:cNvSpPr>
          <p:nvPr>
            <p:ph type="pic" sz="quarter" idx="36" hasCustomPrompt="1"/>
          </p:nvPr>
        </p:nvSpPr>
        <p:spPr>
          <a:xfrm>
            <a:off x="434086" y="2338724"/>
            <a:ext cx="547990" cy="445242"/>
          </a:xfrm>
        </p:spPr>
        <p:txBody>
          <a:bodyPr anchor="ctr"/>
          <a:lstStyle>
            <a:lvl1pPr marL="0" indent="0" algn="ctr">
              <a:buNone/>
              <a:defRPr sz="600">
                <a:solidFill>
                  <a:srgbClr val="00005C"/>
                </a:solidFill>
              </a:defRPr>
            </a:lvl1pPr>
          </a:lstStyle>
          <a:p>
            <a:r>
              <a:rPr lang="en-US" noProof="0" dirty="0"/>
              <a:t>Social media </a:t>
            </a:r>
            <a:r>
              <a:rPr lang="en-US" noProof="0" dirty="0" err="1"/>
              <a:t>icon+alt</a:t>
            </a:r>
            <a:r>
              <a:rPr lang="en-US" noProof="0" dirty="0"/>
              <a:t> +link</a:t>
            </a:r>
          </a:p>
        </p:txBody>
      </p:sp>
      <p:sp>
        <p:nvSpPr>
          <p:cNvPr id="9" name="Picture Placeholder 40">
            <a:extLst>
              <a:ext uri="{FF2B5EF4-FFF2-40B4-BE49-F238E27FC236}">
                <a16:creationId xmlns:a16="http://schemas.microsoft.com/office/drawing/2014/main" id="{9B37780F-BB3C-CB63-EF69-CE25D79C398E}"/>
              </a:ext>
            </a:extLst>
          </p:cNvPr>
          <p:cNvSpPr>
            <a:spLocks noGrp="1"/>
          </p:cNvSpPr>
          <p:nvPr>
            <p:ph type="pic" sz="quarter" idx="52" hasCustomPrompt="1"/>
          </p:nvPr>
        </p:nvSpPr>
        <p:spPr>
          <a:xfrm>
            <a:off x="1071257" y="2338724"/>
            <a:ext cx="547990" cy="445242"/>
          </a:xfrm>
        </p:spPr>
        <p:txBody>
          <a:bodyPr anchor="ctr"/>
          <a:lstStyle>
            <a:lvl1pPr marL="0" indent="0" algn="ctr">
              <a:buNone/>
              <a:defRPr sz="600">
                <a:solidFill>
                  <a:srgbClr val="00005C"/>
                </a:solidFill>
              </a:defRPr>
            </a:lvl1pPr>
          </a:lstStyle>
          <a:p>
            <a:r>
              <a:rPr lang="en-US" noProof="0" dirty="0"/>
              <a:t>Social media </a:t>
            </a:r>
            <a:r>
              <a:rPr lang="en-US" noProof="0" dirty="0" err="1"/>
              <a:t>icon+alt</a:t>
            </a:r>
            <a:r>
              <a:rPr lang="en-US" noProof="0" dirty="0"/>
              <a:t> +link</a:t>
            </a:r>
          </a:p>
        </p:txBody>
      </p:sp>
      <p:sp>
        <p:nvSpPr>
          <p:cNvPr id="4" name="Text Placeholder 3">
            <a:extLst>
              <a:ext uri="{FF2B5EF4-FFF2-40B4-BE49-F238E27FC236}">
                <a16:creationId xmlns:a16="http://schemas.microsoft.com/office/drawing/2014/main" id="{FDC52ABD-39DB-5DAA-B9C8-27265064FF03}"/>
              </a:ext>
            </a:extLst>
          </p:cNvPr>
          <p:cNvSpPr>
            <a:spLocks noGrp="1"/>
          </p:cNvSpPr>
          <p:nvPr>
            <p:ph type="body" sz="quarter" idx="41" hasCustomPrompt="1"/>
          </p:nvPr>
        </p:nvSpPr>
        <p:spPr>
          <a:xfrm>
            <a:off x="2262267" y="1189796"/>
            <a:ext cx="1835172" cy="327672"/>
          </a:xfrm>
        </p:spPr>
        <p:txBody>
          <a:bodyPr anchor="ctr"/>
          <a:lstStyle>
            <a:lvl1pPr marL="0" indent="0">
              <a:buFontTx/>
              <a:buNone/>
              <a:defRPr lang="en-US" sz="1800" b="1" kern="1200" noProof="0" dirty="0" smtClean="0">
                <a:solidFill>
                  <a:srgbClr val="0073E6"/>
                </a:solidFill>
                <a:latin typeface="+mj-lt"/>
                <a:ea typeface="MS PGothic" pitchFamily="34" charset="-128"/>
                <a:cs typeface="+mn-cs"/>
              </a:defRPr>
            </a:lvl1pPr>
          </a:lstStyle>
          <a:p>
            <a:pPr marL="0" marR="0" lvl="0" indent="0" algn="l" defTabSz="914400" rtl="0" eaLnBrk="1" fontAlgn="auto" latinLnBrk="0" hangingPunct="1">
              <a:lnSpc>
                <a:spcPct val="100000"/>
              </a:lnSpc>
              <a:spcBef>
                <a:spcPts val="0"/>
              </a:spcBef>
              <a:spcAft>
                <a:spcPts val="600"/>
              </a:spcAft>
              <a:buClr>
                <a:schemeClr val="accent3"/>
              </a:buClr>
              <a:buSzTx/>
              <a:buFontTx/>
              <a:buNone/>
              <a:tabLst/>
              <a:defRPr/>
            </a:pPr>
            <a:r>
              <a:rPr lang="en-US" sz="1600" b="1" noProof="0" dirty="0">
                <a:solidFill>
                  <a:srgbClr val="0073E6"/>
                </a:solidFill>
                <a:latin typeface="+mj-lt"/>
                <a:cs typeface="+mn-cs"/>
              </a:rPr>
              <a:t>Competencies</a:t>
            </a:r>
            <a:endParaRPr lang="en-US" sz="1600" noProof="0" dirty="0">
              <a:solidFill>
                <a:srgbClr val="0073E6"/>
              </a:solidFill>
              <a:latin typeface="+mj-lt"/>
              <a:cs typeface="+mn-cs"/>
            </a:endParaRPr>
          </a:p>
        </p:txBody>
      </p:sp>
      <p:sp>
        <p:nvSpPr>
          <p:cNvPr id="36" name="Text Placeholder 28">
            <a:extLst>
              <a:ext uri="{FF2B5EF4-FFF2-40B4-BE49-F238E27FC236}">
                <a16:creationId xmlns:a16="http://schemas.microsoft.com/office/drawing/2014/main" id="{BA232C89-42B1-3DE0-EB93-B4A3D1FD1C45}"/>
              </a:ext>
            </a:extLst>
          </p:cNvPr>
          <p:cNvSpPr>
            <a:spLocks noGrp="1"/>
          </p:cNvSpPr>
          <p:nvPr>
            <p:ph type="body" sz="quarter" idx="32" hasCustomPrompt="1"/>
          </p:nvPr>
        </p:nvSpPr>
        <p:spPr>
          <a:xfrm>
            <a:off x="2262265" y="1542349"/>
            <a:ext cx="1835173" cy="1290773"/>
          </a:xfrm>
        </p:spPr>
        <p:txBody>
          <a:bodyPr anchor="t"/>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Expertise &amp; </a:t>
            </a:r>
            <a:br>
              <a:rPr lang="en-US" noProof="0" dirty="0"/>
            </a:br>
            <a:r>
              <a:rPr lang="en-US" noProof="0" dirty="0"/>
              <a:t>Core Competencies</a:t>
            </a:r>
          </a:p>
        </p:txBody>
      </p:sp>
      <p:sp>
        <p:nvSpPr>
          <p:cNvPr id="68" name="Text Placeholder 3">
            <a:extLst>
              <a:ext uri="{FF2B5EF4-FFF2-40B4-BE49-F238E27FC236}">
                <a16:creationId xmlns:a16="http://schemas.microsoft.com/office/drawing/2014/main" id="{4AF37B7A-C4FA-DE0B-2C2B-676A8950CCE9}"/>
              </a:ext>
            </a:extLst>
          </p:cNvPr>
          <p:cNvSpPr>
            <a:spLocks noGrp="1"/>
          </p:cNvSpPr>
          <p:nvPr>
            <p:ph type="body" sz="quarter" idx="44" hasCustomPrompt="1"/>
          </p:nvPr>
        </p:nvSpPr>
        <p:spPr>
          <a:xfrm>
            <a:off x="436909" y="2886691"/>
            <a:ext cx="3660529" cy="346904"/>
          </a:xfrm>
        </p:spPr>
        <p:txBody>
          <a:bodyPr anchor="ctr"/>
          <a:lstStyle>
            <a:lvl1pPr marL="0" indent="0">
              <a:buFontTx/>
              <a:buNone/>
              <a:defRPr lang="en-US" sz="1800" b="1" kern="1200" noProof="0" dirty="0" smtClean="0">
                <a:solidFill>
                  <a:srgbClr val="0073E6"/>
                </a:solidFill>
                <a:latin typeface="+mj-lt"/>
                <a:ea typeface="MS PGothic" pitchFamily="34" charset="-128"/>
                <a:cs typeface="+mn-cs"/>
              </a:defRPr>
            </a:lvl1pPr>
          </a:lstStyle>
          <a:p>
            <a:pPr eaLnBrk="1" hangingPunct="1">
              <a:spcAft>
                <a:spcPts val="800"/>
              </a:spcAft>
              <a:defRPr/>
            </a:pPr>
            <a:r>
              <a:rPr lang="en-US" sz="1600" b="1" noProof="0" dirty="0">
                <a:solidFill>
                  <a:srgbClr val="0073E6"/>
                </a:solidFill>
                <a:latin typeface="+mj-lt"/>
                <a:cs typeface="+mn-cs"/>
              </a:rPr>
              <a:t>Summary</a:t>
            </a:r>
            <a:endParaRPr lang="en-US" sz="1600" noProof="0" dirty="0">
              <a:solidFill>
                <a:srgbClr val="0073E6"/>
              </a:solidFill>
              <a:latin typeface="+mj-lt"/>
              <a:cs typeface="+mn-cs"/>
            </a:endParaRPr>
          </a:p>
        </p:txBody>
      </p:sp>
      <p:sp>
        <p:nvSpPr>
          <p:cNvPr id="66" name="Text Placeholder 28">
            <a:extLst>
              <a:ext uri="{FF2B5EF4-FFF2-40B4-BE49-F238E27FC236}">
                <a16:creationId xmlns:a16="http://schemas.microsoft.com/office/drawing/2014/main" id="{DE80A998-D14B-6B29-B910-50F0801E3320}"/>
              </a:ext>
            </a:extLst>
          </p:cNvPr>
          <p:cNvSpPr>
            <a:spLocks noGrp="1"/>
          </p:cNvSpPr>
          <p:nvPr>
            <p:ph type="body" sz="quarter" idx="40" hasCustomPrompt="1"/>
          </p:nvPr>
        </p:nvSpPr>
        <p:spPr>
          <a:xfrm>
            <a:off x="436909" y="3243582"/>
            <a:ext cx="3660529" cy="1810956"/>
          </a:xfrm>
        </p:spPr>
        <p:txBody>
          <a:bodyPr/>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Summary</a:t>
            </a:r>
          </a:p>
        </p:txBody>
      </p:sp>
      <p:sp>
        <p:nvSpPr>
          <p:cNvPr id="69" name="Text Placeholder 3">
            <a:extLst>
              <a:ext uri="{FF2B5EF4-FFF2-40B4-BE49-F238E27FC236}">
                <a16:creationId xmlns:a16="http://schemas.microsoft.com/office/drawing/2014/main" id="{DFC24B06-9A7D-A46A-608E-6AC443F50503}"/>
              </a:ext>
            </a:extLst>
          </p:cNvPr>
          <p:cNvSpPr>
            <a:spLocks noGrp="1"/>
          </p:cNvSpPr>
          <p:nvPr>
            <p:ph type="body" sz="quarter" idx="45" hasCustomPrompt="1"/>
          </p:nvPr>
        </p:nvSpPr>
        <p:spPr>
          <a:xfrm>
            <a:off x="436909" y="5113079"/>
            <a:ext cx="3660529" cy="346904"/>
          </a:xfrm>
        </p:spPr>
        <p:txBody>
          <a:bodyPr anchor="ctr"/>
          <a:lstStyle>
            <a:lvl1pPr marL="0" indent="0">
              <a:buFontTx/>
              <a:buNone/>
              <a:defRPr lang="en-US" sz="1800" b="1" kern="1200" noProof="0" dirty="0" smtClean="0">
                <a:solidFill>
                  <a:srgbClr val="0073E6"/>
                </a:solidFill>
                <a:latin typeface="+mj-lt"/>
                <a:ea typeface="MS PGothic" pitchFamily="34" charset="-128"/>
                <a:cs typeface="+mn-cs"/>
              </a:defRPr>
            </a:lvl1pPr>
          </a:lstStyle>
          <a:p>
            <a:pPr algn="l">
              <a:lnSpc>
                <a:spcPct val="110000"/>
              </a:lnSpc>
              <a:defRPr/>
            </a:pPr>
            <a:r>
              <a:rPr lang="en-US" sz="1600" b="1" noProof="0" dirty="0">
                <a:solidFill>
                  <a:srgbClr val="0073E6"/>
                </a:solidFill>
                <a:latin typeface="+mj-lt"/>
                <a:cs typeface="+mn-cs"/>
              </a:rPr>
              <a:t>Languages</a:t>
            </a:r>
            <a:endParaRPr lang="en-US" sz="1400" noProof="0" dirty="0">
              <a:solidFill>
                <a:srgbClr val="0073E6"/>
              </a:solidFill>
              <a:latin typeface="+mj-lt"/>
              <a:cs typeface="+mn-cs"/>
            </a:endParaRPr>
          </a:p>
        </p:txBody>
      </p:sp>
      <p:sp>
        <p:nvSpPr>
          <p:cNvPr id="39" name="Text Placeholder 28">
            <a:extLst>
              <a:ext uri="{FF2B5EF4-FFF2-40B4-BE49-F238E27FC236}">
                <a16:creationId xmlns:a16="http://schemas.microsoft.com/office/drawing/2014/main" id="{B9111369-C4AB-C6AD-C404-DE77749484D9}"/>
              </a:ext>
            </a:extLst>
          </p:cNvPr>
          <p:cNvSpPr>
            <a:spLocks noGrp="1"/>
          </p:cNvSpPr>
          <p:nvPr>
            <p:ph type="body" sz="quarter" idx="35" hasCustomPrompt="1"/>
          </p:nvPr>
        </p:nvSpPr>
        <p:spPr>
          <a:xfrm>
            <a:off x="436909" y="5507118"/>
            <a:ext cx="3660529" cy="583902"/>
          </a:xfrm>
        </p:spPr>
        <p:txBody>
          <a:bodyPr/>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languages. If you use flags or images: add alt text to each graphic</a:t>
            </a:r>
          </a:p>
        </p:txBody>
      </p:sp>
      <p:sp>
        <p:nvSpPr>
          <p:cNvPr id="25" name="Text Placeholder 3">
            <a:extLst>
              <a:ext uri="{FF2B5EF4-FFF2-40B4-BE49-F238E27FC236}">
                <a16:creationId xmlns:a16="http://schemas.microsoft.com/office/drawing/2014/main" id="{E66F3C00-4E75-245A-984B-8B18DB0D6D69}"/>
              </a:ext>
            </a:extLst>
          </p:cNvPr>
          <p:cNvSpPr>
            <a:spLocks noGrp="1"/>
          </p:cNvSpPr>
          <p:nvPr>
            <p:ph type="body" sz="quarter" idx="42" hasCustomPrompt="1"/>
          </p:nvPr>
        </p:nvSpPr>
        <p:spPr>
          <a:xfrm>
            <a:off x="4258088" y="1189796"/>
            <a:ext cx="3725255" cy="314213"/>
          </a:xfrm>
        </p:spPr>
        <p:txBody>
          <a:bodyPr anchor="ctr"/>
          <a:lstStyle>
            <a:lvl1pPr marL="0" indent="0">
              <a:buFontTx/>
              <a:buNone/>
              <a:defRPr lang="en-US" sz="1800" b="0" kern="1200" baseline="0" noProof="0" dirty="0">
                <a:solidFill>
                  <a:schemeClr val="accent1"/>
                </a:solidFill>
                <a:latin typeface="+mj-lt"/>
                <a:ea typeface="MS PGothic" pitchFamily="34" charset="-128"/>
                <a:cs typeface="+mn-cs"/>
              </a:defRPr>
            </a:lvl1pPr>
          </a:lstStyle>
          <a:p>
            <a:pPr eaLnBrk="1" hangingPunct="1">
              <a:spcAft>
                <a:spcPts val="800"/>
              </a:spcAft>
              <a:defRPr/>
            </a:pPr>
            <a:r>
              <a:rPr lang="en-US" sz="1600" b="1" noProof="0" dirty="0">
                <a:solidFill>
                  <a:srgbClr val="0073E6"/>
                </a:solidFill>
                <a:latin typeface="+mj-lt"/>
                <a:cs typeface="+mn-cs"/>
              </a:rPr>
              <a:t>Education</a:t>
            </a:r>
            <a:endParaRPr lang="en-US" sz="1600" noProof="0" dirty="0">
              <a:solidFill>
                <a:srgbClr val="0073E6"/>
              </a:solidFill>
              <a:latin typeface="+mj-lt"/>
              <a:cs typeface="+mn-cs"/>
            </a:endParaRPr>
          </a:p>
        </p:txBody>
      </p:sp>
      <p:sp>
        <p:nvSpPr>
          <p:cNvPr id="29" name="Text Placeholder 28">
            <a:extLst>
              <a:ext uri="{FF2B5EF4-FFF2-40B4-BE49-F238E27FC236}">
                <a16:creationId xmlns:a16="http://schemas.microsoft.com/office/drawing/2014/main" id="{B779871B-7F68-A96B-54E8-BA8714375523}"/>
              </a:ext>
            </a:extLst>
          </p:cNvPr>
          <p:cNvSpPr>
            <a:spLocks noGrp="1"/>
          </p:cNvSpPr>
          <p:nvPr>
            <p:ph type="body" sz="quarter" idx="30" hasCustomPrompt="1"/>
          </p:nvPr>
        </p:nvSpPr>
        <p:spPr>
          <a:xfrm>
            <a:off x="4258088" y="1542350"/>
            <a:ext cx="3725255" cy="2300446"/>
          </a:xfrm>
        </p:spPr>
        <p:txBody>
          <a:bodyPr/>
          <a:lstStyle>
            <a:lvl1pPr marL="0" indent="0">
              <a:spcAft>
                <a:spcPts val="200"/>
              </a:spcAft>
              <a:buFontTx/>
              <a:buNone/>
              <a:defRPr sz="1200">
                <a:solidFill>
                  <a:schemeClr val="accent3"/>
                </a:solidFill>
                <a:latin typeface="+mj-lt"/>
              </a:defRPr>
            </a:lvl1pPr>
            <a:lvl2pPr marL="0" indent="0">
              <a:spcAft>
                <a:spcPts val="200"/>
              </a:spcAft>
              <a:buNone/>
              <a:defRPr sz="1200">
                <a:solidFill>
                  <a:schemeClr val="accent3"/>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YYYY: Institution. City</a:t>
            </a:r>
          </a:p>
          <a:p>
            <a:pPr lvl="1"/>
            <a:r>
              <a:rPr lang="en-US" noProof="0" dirty="0"/>
              <a:t>Description</a:t>
            </a:r>
          </a:p>
        </p:txBody>
      </p:sp>
      <p:sp>
        <p:nvSpPr>
          <p:cNvPr id="72" name="Text Placeholder 3">
            <a:extLst>
              <a:ext uri="{FF2B5EF4-FFF2-40B4-BE49-F238E27FC236}">
                <a16:creationId xmlns:a16="http://schemas.microsoft.com/office/drawing/2014/main" id="{1C1F265D-FCB6-808F-BF90-B89F32A88201}"/>
              </a:ext>
            </a:extLst>
          </p:cNvPr>
          <p:cNvSpPr>
            <a:spLocks noGrp="1"/>
          </p:cNvSpPr>
          <p:nvPr>
            <p:ph type="body" sz="quarter" idx="47" hasCustomPrompt="1"/>
          </p:nvPr>
        </p:nvSpPr>
        <p:spPr>
          <a:xfrm>
            <a:off x="4258088" y="3933140"/>
            <a:ext cx="3725255" cy="346904"/>
          </a:xfrm>
        </p:spPr>
        <p:txBody>
          <a:bodyPr anchor="ctr"/>
          <a:lstStyle>
            <a:lvl1pPr marL="0" indent="0">
              <a:buFontTx/>
              <a:buNone/>
              <a:defRPr lang="en-US" sz="1800" b="1" kern="1200" baseline="0" noProof="0" dirty="0" smtClean="0">
                <a:solidFill>
                  <a:schemeClr val="accent1"/>
                </a:solidFill>
                <a:latin typeface="+mj-lt"/>
                <a:ea typeface="MS PGothic" pitchFamily="34" charset="-128"/>
                <a:cs typeface="+mn-cs"/>
              </a:defRPr>
            </a:lvl1pPr>
          </a:lstStyle>
          <a:p>
            <a:pPr algn="l" eaLnBrk="1" hangingPunct="1">
              <a:lnSpc>
                <a:spcPct val="110000"/>
              </a:lnSpc>
              <a:defRPr/>
            </a:pPr>
            <a:r>
              <a:rPr lang="en-US" sz="1600" noProof="0" dirty="0">
                <a:solidFill>
                  <a:srgbClr val="0073E6"/>
                </a:solidFill>
                <a:latin typeface="+mj-lt"/>
                <a:cs typeface="+mn-cs"/>
              </a:rPr>
              <a:t>Industry Expertise</a:t>
            </a:r>
          </a:p>
        </p:txBody>
      </p:sp>
      <p:sp>
        <p:nvSpPr>
          <p:cNvPr id="37" name="Text Placeholder 28">
            <a:extLst>
              <a:ext uri="{FF2B5EF4-FFF2-40B4-BE49-F238E27FC236}">
                <a16:creationId xmlns:a16="http://schemas.microsoft.com/office/drawing/2014/main" id="{FC467BED-11E1-7E0B-9A78-B431FDF4732A}"/>
              </a:ext>
            </a:extLst>
          </p:cNvPr>
          <p:cNvSpPr>
            <a:spLocks noGrp="1"/>
          </p:cNvSpPr>
          <p:nvPr>
            <p:ph type="body" sz="quarter" idx="33" hasCustomPrompt="1"/>
          </p:nvPr>
        </p:nvSpPr>
        <p:spPr>
          <a:xfrm>
            <a:off x="4258088" y="4326526"/>
            <a:ext cx="3725255" cy="728011"/>
          </a:xfrm>
        </p:spPr>
        <p:txBody>
          <a:bodyPr/>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Industry Expertise</a:t>
            </a:r>
          </a:p>
          <a:p>
            <a:pPr lvl="0"/>
            <a:endParaRPr lang="en-US" noProof="0" dirty="0"/>
          </a:p>
        </p:txBody>
      </p:sp>
      <p:sp>
        <p:nvSpPr>
          <p:cNvPr id="71" name="Text Placeholder 3">
            <a:extLst>
              <a:ext uri="{FF2B5EF4-FFF2-40B4-BE49-F238E27FC236}">
                <a16:creationId xmlns:a16="http://schemas.microsoft.com/office/drawing/2014/main" id="{EE7C65D9-CD83-91F0-6A68-8A89F0102FD2}"/>
              </a:ext>
            </a:extLst>
          </p:cNvPr>
          <p:cNvSpPr>
            <a:spLocks noGrp="1"/>
          </p:cNvSpPr>
          <p:nvPr>
            <p:ph type="body" sz="quarter" idx="46" hasCustomPrompt="1"/>
          </p:nvPr>
        </p:nvSpPr>
        <p:spPr>
          <a:xfrm>
            <a:off x="4258088" y="5113079"/>
            <a:ext cx="3725255" cy="346904"/>
          </a:xfrm>
        </p:spPr>
        <p:txBody>
          <a:bodyPr anchor="ctr"/>
          <a:lstStyle>
            <a:lvl1pPr marL="0" indent="0">
              <a:buFontTx/>
              <a:buNone/>
              <a:defRPr lang="en-US" sz="1800" b="1" kern="1200" baseline="0" noProof="0" dirty="0" smtClean="0">
                <a:solidFill>
                  <a:schemeClr val="accent1"/>
                </a:solidFill>
                <a:latin typeface="+mj-lt"/>
                <a:ea typeface="MS PGothic" pitchFamily="34" charset="-128"/>
                <a:cs typeface="+mn-cs"/>
              </a:defRPr>
            </a:lvl1pPr>
          </a:lstStyle>
          <a:p>
            <a:pPr algn="l" eaLnBrk="1" hangingPunct="1">
              <a:lnSpc>
                <a:spcPct val="110000"/>
              </a:lnSpc>
              <a:defRPr/>
            </a:pPr>
            <a:r>
              <a:rPr lang="en-US" sz="1600" b="1" noProof="0" dirty="0">
                <a:solidFill>
                  <a:srgbClr val="0073E6"/>
                </a:solidFill>
                <a:latin typeface="+mj-lt"/>
                <a:cs typeface="+mn-cs"/>
              </a:rPr>
              <a:t>Certificates / Accreditations</a:t>
            </a:r>
            <a:endParaRPr lang="en-US" sz="1600" noProof="0" dirty="0">
              <a:solidFill>
                <a:srgbClr val="0073E6"/>
              </a:solidFill>
              <a:latin typeface="+mj-lt"/>
              <a:cs typeface="+mn-cs"/>
            </a:endParaRPr>
          </a:p>
        </p:txBody>
      </p:sp>
      <p:sp>
        <p:nvSpPr>
          <p:cNvPr id="38" name="Text Placeholder 28">
            <a:extLst>
              <a:ext uri="{FF2B5EF4-FFF2-40B4-BE49-F238E27FC236}">
                <a16:creationId xmlns:a16="http://schemas.microsoft.com/office/drawing/2014/main" id="{03919262-CF56-C9AD-8C74-CA1547F934AE}"/>
              </a:ext>
            </a:extLst>
          </p:cNvPr>
          <p:cNvSpPr>
            <a:spLocks noGrp="1"/>
          </p:cNvSpPr>
          <p:nvPr>
            <p:ph type="body" sz="quarter" idx="34" hasCustomPrompt="1"/>
          </p:nvPr>
        </p:nvSpPr>
        <p:spPr>
          <a:xfrm>
            <a:off x="4258088" y="5507118"/>
            <a:ext cx="3725255" cy="583902"/>
          </a:xfrm>
        </p:spPr>
        <p:txBody>
          <a:bodyPr/>
          <a:lstStyle>
            <a:lvl1pPr marL="0" indent="0">
              <a:spcAft>
                <a:spcPts val="200"/>
              </a:spcAft>
              <a:buFontTx/>
              <a:buNone/>
              <a:defRPr lang="en-US" sz="1200" kern="1200" dirty="0">
                <a:solidFill>
                  <a:srgbClr val="00005C"/>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Certificates / Accreditations</a:t>
            </a:r>
          </a:p>
        </p:txBody>
      </p:sp>
      <p:sp>
        <p:nvSpPr>
          <p:cNvPr id="64" name="Text Placeholder 3">
            <a:extLst>
              <a:ext uri="{FF2B5EF4-FFF2-40B4-BE49-F238E27FC236}">
                <a16:creationId xmlns:a16="http://schemas.microsoft.com/office/drawing/2014/main" id="{E2303F15-2EEE-E407-2816-5B0A449FC214}"/>
              </a:ext>
            </a:extLst>
          </p:cNvPr>
          <p:cNvSpPr>
            <a:spLocks noGrp="1"/>
          </p:cNvSpPr>
          <p:nvPr>
            <p:ph type="body" sz="quarter" idx="43" hasCustomPrompt="1"/>
          </p:nvPr>
        </p:nvSpPr>
        <p:spPr>
          <a:xfrm>
            <a:off x="8116084" y="1189796"/>
            <a:ext cx="3650466" cy="314213"/>
          </a:xfrm>
        </p:spPr>
        <p:txBody>
          <a:bodyPr anchor="ctr"/>
          <a:lstStyle>
            <a:lvl1pPr marL="0" indent="0">
              <a:buFontTx/>
              <a:buNone/>
              <a:defRPr lang="en-US" sz="1800" b="0" kern="1200" baseline="0" noProof="0" dirty="0">
                <a:solidFill>
                  <a:schemeClr val="accent1"/>
                </a:solidFill>
                <a:latin typeface="+mj-lt"/>
                <a:ea typeface="MS PGothic" pitchFamily="34" charset="-128"/>
                <a:cs typeface="+mn-cs"/>
              </a:defRPr>
            </a:lvl1pPr>
          </a:lstStyle>
          <a:p>
            <a:pPr eaLnBrk="1" hangingPunct="1">
              <a:spcAft>
                <a:spcPts val="800"/>
              </a:spcAft>
              <a:defRPr/>
            </a:pPr>
            <a:r>
              <a:rPr lang="en-US" sz="1600" b="1" noProof="0" dirty="0">
                <a:solidFill>
                  <a:srgbClr val="0073E6"/>
                </a:solidFill>
                <a:latin typeface="+mj-lt"/>
                <a:cs typeface="+mn-cs"/>
              </a:rPr>
              <a:t>Professional Achievements</a:t>
            </a:r>
          </a:p>
        </p:txBody>
      </p:sp>
      <p:sp>
        <p:nvSpPr>
          <p:cNvPr id="30" name="Text Placeholder 28">
            <a:extLst>
              <a:ext uri="{FF2B5EF4-FFF2-40B4-BE49-F238E27FC236}">
                <a16:creationId xmlns:a16="http://schemas.microsoft.com/office/drawing/2014/main" id="{350F2CF5-469D-C575-9109-B970FD69F9E5}"/>
              </a:ext>
            </a:extLst>
          </p:cNvPr>
          <p:cNvSpPr>
            <a:spLocks noGrp="1"/>
          </p:cNvSpPr>
          <p:nvPr>
            <p:ph type="body" sz="quarter" idx="31" hasCustomPrompt="1"/>
          </p:nvPr>
        </p:nvSpPr>
        <p:spPr>
          <a:xfrm>
            <a:off x="8116084" y="1542349"/>
            <a:ext cx="3650466" cy="4534601"/>
          </a:xfrm>
        </p:spPr>
        <p:txBody>
          <a:bodyPr/>
          <a:lstStyle>
            <a:lvl1pPr marL="0" indent="0">
              <a:spcAft>
                <a:spcPts val="200"/>
              </a:spcAft>
              <a:buClr>
                <a:schemeClr val="bg1"/>
              </a:buClr>
              <a:buFont typeface="Arial" panose="020B0604020202020204" pitchFamily="34" charset="0"/>
              <a:buNone/>
              <a:defRPr sz="1200">
                <a:solidFill>
                  <a:schemeClr val="accent3"/>
                </a:solidFill>
                <a:latin typeface="+mj-lt"/>
              </a:defRPr>
            </a:lvl1pPr>
            <a:lvl2pPr marL="182880" indent="-182880">
              <a:spcAft>
                <a:spcPts val="200"/>
              </a:spcAft>
              <a:defRPr sz="1200">
                <a:solidFill>
                  <a:schemeClr val="accent3"/>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Company Name 1</a:t>
            </a:r>
          </a:p>
          <a:p>
            <a:pPr lvl="1"/>
            <a:r>
              <a:rPr lang="en-US" noProof="0" dirty="0"/>
              <a:t>Achievement 1</a:t>
            </a:r>
          </a:p>
          <a:p>
            <a:pPr marL="182880" marR="0" lvl="1" indent="-182880" algn="l"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Char char="•"/>
              <a:tabLst/>
              <a:defRPr/>
            </a:pPr>
            <a:r>
              <a:rPr lang="en-US" noProof="0" dirty="0"/>
              <a:t>Achievement 2</a:t>
            </a:r>
          </a:p>
          <a:p>
            <a:pPr lvl="0"/>
            <a:r>
              <a:rPr lang="en-US" noProof="0" dirty="0"/>
              <a:t>Company Name 2 </a:t>
            </a:r>
          </a:p>
          <a:p>
            <a:pPr lvl="1"/>
            <a:r>
              <a:rPr lang="en-US" noProof="0" dirty="0"/>
              <a:t>Achievement 1</a:t>
            </a:r>
          </a:p>
        </p:txBody>
      </p:sp>
      <p:sp>
        <p:nvSpPr>
          <p:cNvPr id="67" name="Slide Number Placeholder 5">
            <a:extLst>
              <a:ext uri="{FF2B5EF4-FFF2-40B4-BE49-F238E27FC236}">
                <a16:creationId xmlns:a16="http://schemas.microsoft.com/office/drawing/2014/main" id="{54D4718F-C303-5B98-D8FC-8DAA206E604B}"/>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en-US" noProof="0" smtClean="0"/>
              <a:pPr/>
              <a:t>‹N°›</a:t>
            </a:fld>
            <a:endParaRPr lang="en-US" noProof="0"/>
          </a:p>
        </p:txBody>
      </p:sp>
      <p:sp>
        <p:nvSpPr>
          <p:cNvPr id="12" name="Picture Placeholder 11">
            <a:extLst>
              <a:ext uri="{FF2B5EF4-FFF2-40B4-BE49-F238E27FC236}">
                <a16:creationId xmlns:a16="http://schemas.microsoft.com/office/drawing/2014/main" id="{FCE3776D-9014-8A4F-0EE5-470C197905CE}"/>
              </a:ext>
              <a:ext uri="{C183D7F6-B498-43B3-948B-1728B52AA6E4}">
                <adec:decorative xmlns:adec="http://schemas.microsoft.com/office/drawing/2017/decorative" val="0"/>
              </a:ext>
            </a:extLst>
          </p:cNvPr>
          <p:cNvSpPr>
            <a:spLocks noGrp="1" noChangeAspect="1"/>
          </p:cNvSpPr>
          <p:nvPr>
            <p:ph type="pic" sz="quarter" idx="53"/>
          </p:nvPr>
        </p:nvSpPr>
        <p:spPr>
          <a:xfrm>
            <a:off x="876001" y="500472"/>
            <a:ext cx="1298448" cy="1298448"/>
          </a:xfrm>
          <a:prstGeom prst="ellipse">
            <a:avLst/>
          </a:prstGeom>
        </p:spPr>
        <p:txBody>
          <a:bodyPr anchor="b"/>
          <a:lstStyle>
            <a:lvl1pPr marL="0" indent="0" algn="ctr">
              <a:buNone/>
              <a:defRPr sz="1200"/>
            </a:lvl1pPr>
          </a:lstStyle>
          <a:p>
            <a:r>
              <a:rPr lang="fr-FR"/>
              <a:t>Cliquez sur l'icône pour ajouter une image</a:t>
            </a:r>
            <a:endParaRPr lang="en-US" dirty="0"/>
          </a:p>
        </p:txBody>
      </p:sp>
    </p:spTree>
    <p:extLst>
      <p:ext uri="{BB962C8B-B14F-4D97-AF65-F5344CB8AC3E}">
        <p14:creationId xmlns:p14="http://schemas.microsoft.com/office/powerpoint/2010/main" val="404010018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Org chart">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DECFFDCD-5DBA-4316-718F-2745EBCA88BF}"/>
              </a:ext>
              <a:ext uri="{C183D7F6-B498-43B3-948B-1728B52AA6E4}">
                <adec:decorative xmlns:adec="http://schemas.microsoft.com/office/drawing/2017/decorative" val="1"/>
              </a:ext>
            </a:extLst>
          </p:cNvPr>
          <p:cNvGrpSpPr/>
          <p:nvPr userDrawn="1"/>
        </p:nvGrpSpPr>
        <p:grpSpPr>
          <a:xfrm>
            <a:off x="433386" y="1670635"/>
            <a:ext cx="11333161" cy="4406313"/>
            <a:chOff x="433386" y="1670635"/>
            <a:chExt cx="11333161" cy="4406313"/>
          </a:xfrm>
        </p:grpSpPr>
        <p:cxnSp>
          <p:nvCxnSpPr>
            <p:cNvPr id="42" name="Straight Connector 41">
              <a:extLst>
                <a:ext uri="{FF2B5EF4-FFF2-40B4-BE49-F238E27FC236}">
                  <a16:creationId xmlns:a16="http://schemas.microsoft.com/office/drawing/2014/main" id="{0A3955EF-1A6D-E65F-5443-7E5D271F7EA5}"/>
                </a:ext>
                <a:ext uri="{C183D7F6-B498-43B3-948B-1728B52AA6E4}">
                  <adec:decorative xmlns:adec="http://schemas.microsoft.com/office/drawing/2017/decorative" val="1"/>
                </a:ext>
              </a:extLst>
            </p:cNvPr>
            <p:cNvCxnSpPr>
              <a:cxnSpLocks/>
            </p:cNvCxnSpPr>
            <p:nvPr userDrawn="1"/>
          </p:nvCxnSpPr>
          <p:spPr>
            <a:xfrm>
              <a:off x="4057651" y="2125895"/>
              <a:ext cx="276646"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06D415BD-718B-F120-BCD8-4FAB982AAC0F}"/>
                </a:ext>
                <a:ext uri="{C183D7F6-B498-43B3-948B-1728B52AA6E4}">
                  <adec:decorative xmlns:adec="http://schemas.microsoft.com/office/drawing/2017/decorative" val="1"/>
                </a:ext>
              </a:extLst>
            </p:cNvPr>
            <p:cNvSpPr/>
            <p:nvPr userDrawn="1"/>
          </p:nvSpPr>
          <p:spPr>
            <a:xfrm>
              <a:off x="4340144" y="1670635"/>
              <a:ext cx="7426403" cy="4406313"/>
            </a:xfrm>
            <a:prstGeom prst="rect">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a:extLst>
                <a:ext uri="{FF2B5EF4-FFF2-40B4-BE49-F238E27FC236}">
                  <a16:creationId xmlns:a16="http://schemas.microsoft.com/office/drawing/2014/main" id="{D1581C0F-60B3-0E65-75A7-D2FDAFD894D6}"/>
                </a:ext>
                <a:ext uri="{C183D7F6-B498-43B3-948B-1728B52AA6E4}">
                  <adec:decorative xmlns:adec="http://schemas.microsoft.com/office/drawing/2017/decorative" val="1"/>
                </a:ext>
              </a:extLst>
            </p:cNvPr>
            <p:cNvCxnSpPr>
              <a:cxnSpLocks/>
            </p:cNvCxnSpPr>
            <p:nvPr userDrawn="1"/>
          </p:nvCxnSpPr>
          <p:spPr>
            <a:xfrm>
              <a:off x="4340507" y="2601865"/>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1C567F5-77B2-AC97-C110-9B8FB7B6C2A9}"/>
                </a:ext>
                <a:ext uri="{C183D7F6-B498-43B3-948B-1728B52AA6E4}">
                  <adec:decorative xmlns:adec="http://schemas.microsoft.com/office/drawing/2017/decorative" val="1"/>
                </a:ext>
              </a:extLst>
            </p:cNvPr>
            <p:cNvCxnSpPr>
              <a:cxnSpLocks/>
            </p:cNvCxnSpPr>
            <p:nvPr userDrawn="1"/>
          </p:nvCxnSpPr>
          <p:spPr>
            <a:xfrm>
              <a:off x="4340507" y="3572473"/>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85A3E01-2D09-BD45-3E1A-BACBED42AB9E}"/>
                </a:ext>
                <a:ext uri="{C183D7F6-B498-43B3-948B-1728B52AA6E4}">
                  <adec:decorative xmlns:adec="http://schemas.microsoft.com/office/drawing/2017/decorative" val="1"/>
                </a:ext>
              </a:extLst>
            </p:cNvPr>
            <p:cNvCxnSpPr>
              <a:cxnSpLocks/>
            </p:cNvCxnSpPr>
            <p:nvPr userDrawn="1"/>
          </p:nvCxnSpPr>
          <p:spPr>
            <a:xfrm>
              <a:off x="4340507" y="4549589"/>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1028D47-4AB5-DFC8-6C77-E7FC1E09EFA1}"/>
                </a:ext>
                <a:ext uri="{C183D7F6-B498-43B3-948B-1728B52AA6E4}">
                  <adec:decorative xmlns:adec="http://schemas.microsoft.com/office/drawing/2017/decorative" val="1"/>
                </a:ext>
              </a:extLst>
            </p:cNvPr>
            <p:cNvCxnSpPr>
              <a:cxnSpLocks/>
            </p:cNvCxnSpPr>
            <p:nvPr userDrawn="1"/>
          </p:nvCxnSpPr>
          <p:spPr>
            <a:xfrm>
              <a:off x="4340507" y="5526705"/>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763DA31E-4EC6-9665-B9C6-1FFBBF61B74B}"/>
                </a:ext>
              </a:extLst>
            </p:cNvPr>
            <p:cNvCxnSpPr>
              <a:cxnSpLocks/>
            </p:cNvCxnSpPr>
            <p:nvPr userDrawn="1"/>
          </p:nvCxnSpPr>
          <p:spPr>
            <a:xfrm>
              <a:off x="7830089" y="2601865"/>
              <a:ext cx="465177" cy="0"/>
            </a:xfrm>
            <a:prstGeom prst="straightConnector1">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8" name="Connector: Elbow 74">
              <a:extLst>
                <a:ext uri="{FF2B5EF4-FFF2-40B4-BE49-F238E27FC236}">
                  <a16:creationId xmlns:a16="http://schemas.microsoft.com/office/drawing/2014/main" id="{5070A3AC-2A71-858F-D9F1-A99CE2A9B0D9}"/>
                </a:ext>
              </a:extLst>
            </p:cNvPr>
            <p:cNvCxnSpPr>
              <a:cxnSpLocks/>
              <a:stCxn id="136" idx="3"/>
              <a:endCxn id="149" idx="1"/>
            </p:cNvCxnSpPr>
            <p:nvPr userDrawn="1"/>
          </p:nvCxnSpPr>
          <p:spPr>
            <a:xfrm>
              <a:off x="7830089" y="2601865"/>
              <a:ext cx="465177" cy="970608"/>
            </a:xfrm>
            <a:prstGeom prst="bentConnector3">
              <a:avLst>
                <a:gd name="adj1" fmla="val 50000"/>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1" name="Connector: Elbow 74">
              <a:extLst>
                <a:ext uri="{FF2B5EF4-FFF2-40B4-BE49-F238E27FC236}">
                  <a16:creationId xmlns:a16="http://schemas.microsoft.com/office/drawing/2014/main" id="{3E872E58-1C1B-11A7-BD01-200F2FBF1D61}"/>
                </a:ext>
              </a:extLst>
            </p:cNvPr>
            <p:cNvCxnSpPr>
              <a:cxnSpLocks/>
              <a:stCxn id="136" idx="3"/>
              <a:endCxn id="150" idx="1"/>
            </p:cNvCxnSpPr>
            <p:nvPr userDrawn="1"/>
          </p:nvCxnSpPr>
          <p:spPr>
            <a:xfrm>
              <a:off x="7830089" y="2601865"/>
              <a:ext cx="465177" cy="1947724"/>
            </a:xfrm>
            <a:prstGeom prst="bentConnector3">
              <a:avLst>
                <a:gd name="adj1" fmla="val 50000"/>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4" name="Connector: Elbow 74">
              <a:extLst>
                <a:ext uri="{FF2B5EF4-FFF2-40B4-BE49-F238E27FC236}">
                  <a16:creationId xmlns:a16="http://schemas.microsoft.com/office/drawing/2014/main" id="{B2EF44E4-CB5F-CA89-600B-FE95A1E53D53}"/>
                </a:ext>
              </a:extLst>
            </p:cNvPr>
            <p:cNvCxnSpPr>
              <a:cxnSpLocks/>
              <a:stCxn id="136" idx="3"/>
              <a:endCxn id="151" idx="1"/>
            </p:cNvCxnSpPr>
            <p:nvPr userDrawn="1"/>
          </p:nvCxnSpPr>
          <p:spPr>
            <a:xfrm>
              <a:off x="7830089" y="2601865"/>
              <a:ext cx="465177" cy="2924840"/>
            </a:xfrm>
            <a:prstGeom prst="bentConnector3">
              <a:avLst>
                <a:gd name="adj1" fmla="val 50000"/>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1D5AA8A-A45A-9776-A98C-B4AE24E4F0B4}"/>
                </a:ext>
                <a:ext uri="{C183D7F6-B498-43B3-948B-1728B52AA6E4}">
                  <adec:decorative xmlns:adec="http://schemas.microsoft.com/office/drawing/2017/decorative" val="1"/>
                </a:ext>
              </a:extLst>
            </p:cNvPr>
            <p:cNvCxnSpPr>
              <a:cxnSpLocks/>
            </p:cNvCxnSpPr>
            <p:nvPr userDrawn="1"/>
          </p:nvCxnSpPr>
          <p:spPr>
            <a:xfrm>
              <a:off x="3910527" y="2591227"/>
              <a:ext cx="0" cy="444867"/>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50B8FF83-E3BC-D966-D239-4D784EB2BABC}"/>
                </a:ext>
                <a:ext uri="{C183D7F6-B498-43B3-948B-1728B52AA6E4}">
                  <adec:decorative xmlns:adec="http://schemas.microsoft.com/office/drawing/2017/decorative" val="1"/>
                </a:ext>
              </a:extLst>
            </p:cNvPr>
            <p:cNvSpPr>
              <a:spLocks/>
            </p:cNvSpPr>
            <p:nvPr userDrawn="1"/>
          </p:nvSpPr>
          <p:spPr>
            <a:xfrm>
              <a:off x="433387" y="1670636"/>
              <a:ext cx="3621024" cy="910518"/>
            </a:xfrm>
            <a:prstGeom prst="rect">
              <a:avLst/>
            </a:prstGeom>
            <a:noFill/>
            <a:ln w="190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33B3B71-8843-CF0E-F8EF-7A1271C4AF30}"/>
                </a:ext>
                <a:ext uri="{C183D7F6-B498-43B3-948B-1728B52AA6E4}">
                  <adec:decorative xmlns:adec="http://schemas.microsoft.com/office/drawing/2017/decorative" val="1"/>
                </a:ext>
              </a:extLst>
            </p:cNvPr>
            <p:cNvSpPr>
              <a:spLocks/>
            </p:cNvSpPr>
            <p:nvPr userDrawn="1"/>
          </p:nvSpPr>
          <p:spPr>
            <a:xfrm>
              <a:off x="433386" y="3032759"/>
              <a:ext cx="3621024" cy="304418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FC1CFEBA-F1D6-1D2F-A1B7-FDEA54DFE7CE}"/>
                </a:ext>
                <a:ext uri="{C183D7F6-B498-43B3-948B-1728B52AA6E4}">
                  <adec:decorative xmlns:adec="http://schemas.microsoft.com/office/drawing/2017/decorative" val="1"/>
                </a:ext>
              </a:extLst>
            </p:cNvPr>
            <p:cNvCxnSpPr>
              <a:cxnSpLocks/>
            </p:cNvCxnSpPr>
            <p:nvPr userDrawn="1"/>
          </p:nvCxnSpPr>
          <p:spPr>
            <a:xfrm>
              <a:off x="433388" y="3572473"/>
              <a:ext cx="15716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804F7F1-57CD-71DB-4415-A4D688CE5315}"/>
                </a:ext>
                <a:ext uri="{C183D7F6-B498-43B3-948B-1728B52AA6E4}">
                  <adec:decorative xmlns:adec="http://schemas.microsoft.com/office/drawing/2017/decorative" val="1"/>
                </a:ext>
              </a:extLst>
            </p:cNvPr>
            <p:cNvCxnSpPr>
              <a:cxnSpLocks/>
            </p:cNvCxnSpPr>
            <p:nvPr userDrawn="1"/>
          </p:nvCxnSpPr>
          <p:spPr>
            <a:xfrm>
              <a:off x="433388" y="4549589"/>
              <a:ext cx="15716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AD2112C-999B-0D97-9CB0-EB81090112EB}"/>
                </a:ext>
                <a:ext uri="{C183D7F6-B498-43B3-948B-1728B52AA6E4}">
                  <adec:decorative xmlns:adec="http://schemas.microsoft.com/office/drawing/2017/decorative" val="1"/>
                </a:ext>
              </a:extLst>
            </p:cNvPr>
            <p:cNvCxnSpPr>
              <a:cxnSpLocks/>
            </p:cNvCxnSpPr>
            <p:nvPr userDrawn="1"/>
          </p:nvCxnSpPr>
          <p:spPr>
            <a:xfrm>
              <a:off x="433388" y="5526705"/>
              <a:ext cx="15716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1" name="Rectangle 130">
              <a:extLst>
                <a:ext uri="{FF2B5EF4-FFF2-40B4-BE49-F238E27FC236}">
                  <a16:creationId xmlns:a16="http://schemas.microsoft.com/office/drawing/2014/main" id="{518C56B5-718A-AC05-D836-5229A01D8ACF}"/>
                </a:ext>
                <a:ext uri="{C183D7F6-B498-43B3-948B-1728B52AA6E4}">
                  <adec:decorative xmlns:adec="http://schemas.microsoft.com/office/drawing/2017/decorative" val="0"/>
                </a:ext>
              </a:extLst>
            </p:cNvPr>
            <p:cNvSpPr/>
            <p:nvPr userDrawn="1"/>
          </p:nvSpPr>
          <p:spPr>
            <a:xfrm>
              <a:off x="590529" y="3138133"/>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BA4F066E-E4DC-64F0-0ECA-224686E5F720}"/>
                </a:ext>
              </a:extLst>
            </p:cNvPr>
            <p:cNvSpPr/>
            <p:nvPr userDrawn="1"/>
          </p:nvSpPr>
          <p:spPr>
            <a:xfrm>
              <a:off x="590529" y="4115249"/>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B67BB006-7017-5178-6EE4-BB29EFC5AE69}"/>
                </a:ext>
              </a:extLst>
            </p:cNvPr>
            <p:cNvSpPr/>
            <p:nvPr userDrawn="1"/>
          </p:nvSpPr>
          <p:spPr>
            <a:xfrm>
              <a:off x="590529" y="509236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1799FEC5-440F-DB9C-4439-820D2DDA7027}"/>
                </a:ext>
              </a:extLst>
            </p:cNvPr>
            <p:cNvSpPr/>
            <p:nvPr userDrawn="1"/>
          </p:nvSpPr>
          <p:spPr>
            <a:xfrm>
              <a:off x="4496318" y="216752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568554AA-A886-609B-FE06-DFA1262890D7}"/>
                </a:ext>
              </a:extLst>
            </p:cNvPr>
            <p:cNvSpPr/>
            <p:nvPr userDrawn="1"/>
          </p:nvSpPr>
          <p:spPr>
            <a:xfrm>
              <a:off x="4496318" y="3138133"/>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22E4FE78-DCAF-9601-3B2B-125348D2DA61}"/>
                </a:ext>
              </a:extLst>
            </p:cNvPr>
            <p:cNvSpPr/>
            <p:nvPr userDrawn="1"/>
          </p:nvSpPr>
          <p:spPr>
            <a:xfrm>
              <a:off x="4496318" y="4115249"/>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9A180A1D-B2FF-91D8-8348-D241D9D99FC8}"/>
                </a:ext>
              </a:extLst>
            </p:cNvPr>
            <p:cNvSpPr/>
            <p:nvPr userDrawn="1"/>
          </p:nvSpPr>
          <p:spPr>
            <a:xfrm>
              <a:off x="4496318" y="509236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941B5E44-D0C0-6307-13C6-34AEAEF9271B}"/>
                </a:ext>
              </a:extLst>
            </p:cNvPr>
            <p:cNvSpPr/>
            <p:nvPr userDrawn="1"/>
          </p:nvSpPr>
          <p:spPr>
            <a:xfrm>
              <a:off x="8295266" y="216752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FCDC84B4-BF53-2DB3-2F7C-225A72A926C1}"/>
                </a:ext>
              </a:extLst>
            </p:cNvPr>
            <p:cNvSpPr/>
            <p:nvPr userDrawn="1"/>
          </p:nvSpPr>
          <p:spPr>
            <a:xfrm>
              <a:off x="8295266" y="3138133"/>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6FC82B9C-3BFC-4FA5-606E-3E06B6613C89}"/>
                </a:ext>
              </a:extLst>
            </p:cNvPr>
            <p:cNvSpPr/>
            <p:nvPr userDrawn="1"/>
          </p:nvSpPr>
          <p:spPr>
            <a:xfrm>
              <a:off x="8295266" y="4115249"/>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42ECE3CF-7EE8-E288-D6A7-193C21EE3916}"/>
                </a:ext>
              </a:extLst>
            </p:cNvPr>
            <p:cNvSpPr/>
            <p:nvPr userDrawn="1"/>
          </p:nvSpPr>
          <p:spPr>
            <a:xfrm>
              <a:off x="8295266" y="509236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6FB01F8-4569-D994-7D8E-BEBB0E6ACA50}"/>
              </a:ext>
            </a:extLst>
          </p:cNvPr>
          <p:cNvSpPr>
            <a:spLocks noGrp="1"/>
          </p:cNvSpPr>
          <p:nvPr userDrawn="1">
            <p:ph type="title" hasCustomPrompt="1"/>
          </p:nvPr>
        </p:nvSpPr>
        <p:spPr>
          <a:xfrm>
            <a:off x="428624" y="291451"/>
            <a:ext cx="11337925" cy="912315"/>
          </a:xfrm>
        </p:spPr>
        <p:txBody>
          <a:bodyPr/>
          <a:lstStyle>
            <a:lvl1pPr>
              <a:defRPr/>
            </a:lvl1pPr>
          </a:lstStyle>
          <a:p>
            <a:r>
              <a:rPr lang="en-US" dirty="0"/>
              <a:t>Organizational chart</a:t>
            </a:r>
          </a:p>
        </p:txBody>
      </p:sp>
      <p:sp>
        <p:nvSpPr>
          <p:cNvPr id="8" name="Text Placeholder 7">
            <a:extLst>
              <a:ext uri="{FF2B5EF4-FFF2-40B4-BE49-F238E27FC236}">
                <a16:creationId xmlns:a16="http://schemas.microsoft.com/office/drawing/2014/main" id="{871AB7F8-D38E-A19C-99A8-93E4EC3A4F05}"/>
              </a:ext>
            </a:extLst>
          </p:cNvPr>
          <p:cNvSpPr>
            <a:spLocks noGrp="1"/>
          </p:cNvSpPr>
          <p:nvPr userDrawn="1">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7" name="Text Placeholder 6">
            <a:extLst>
              <a:ext uri="{FF2B5EF4-FFF2-40B4-BE49-F238E27FC236}">
                <a16:creationId xmlns:a16="http://schemas.microsoft.com/office/drawing/2014/main" id="{A3EFBEB8-5EC2-43D8-7347-FD1F6E6D4CEE}"/>
              </a:ext>
            </a:extLst>
          </p:cNvPr>
          <p:cNvSpPr>
            <a:spLocks noGrp="1"/>
          </p:cNvSpPr>
          <p:nvPr userDrawn="1">
            <p:ph type="body" sz="quarter" idx="11" hasCustomPrompt="1"/>
          </p:nvPr>
        </p:nvSpPr>
        <p:spPr>
          <a:xfrm>
            <a:off x="428623" y="1323102"/>
            <a:ext cx="3621024" cy="246221"/>
          </a:xfrm>
        </p:spPr>
        <p:txBody>
          <a:bodyPr wrap="none" anchor="ctr">
            <a:noAutofit/>
          </a:bodyPr>
          <a:lstStyle>
            <a:lvl1pPr marL="0" indent="0" algn="l">
              <a:buNone/>
              <a:defRPr sz="1400">
                <a:latin typeface="+mj-lt"/>
              </a:defRPr>
            </a:lvl1pPr>
          </a:lstStyle>
          <a:p>
            <a:pPr lvl="0"/>
            <a:r>
              <a:rPr lang="en-US" dirty="0"/>
              <a:t>Team name</a:t>
            </a:r>
          </a:p>
        </p:txBody>
      </p:sp>
      <p:sp>
        <p:nvSpPr>
          <p:cNvPr id="10" name="Picture Placeholder 9">
            <a:extLst>
              <a:ext uri="{FF2B5EF4-FFF2-40B4-BE49-F238E27FC236}">
                <a16:creationId xmlns:a16="http://schemas.microsoft.com/office/drawing/2014/main" id="{7FB0BDD5-63F4-3E72-BDE3-1523CA581CEF}"/>
              </a:ext>
              <a:ext uri="{C183D7F6-B498-43B3-948B-1728B52AA6E4}">
                <adec:decorative xmlns:adec="http://schemas.microsoft.com/office/drawing/2017/decorative" val="1"/>
              </a:ext>
            </a:extLst>
          </p:cNvPr>
          <p:cNvSpPr>
            <a:spLocks noGrp="1" noChangeAspect="1"/>
          </p:cNvSpPr>
          <p:nvPr userDrawn="1">
            <p:ph type="pic" sz="quarter" idx="12"/>
          </p:nvPr>
        </p:nvSpPr>
        <p:spPr>
          <a:xfrm>
            <a:off x="517923" y="1762159"/>
            <a:ext cx="727472" cy="727472"/>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51" name="Text Placeholder 6">
            <a:extLst>
              <a:ext uri="{FF2B5EF4-FFF2-40B4-BE49-F238E27FC236}">
                <a16:creationId xmlns:a16="http://schemas.microsoft.com/office/drawing/2014/main" id="{F07D23FC-F816-2ACD-9BB6-8B4F4A2F773A}"/>
              </a:ext>
            </a:extLst>
          </p:cNvPr>
          <p:cNvSpPr>
            <a:spLocks noGrp="1"/>
          </p:cNvSpPr>
          <p:nvPr userDrawn="1">
            <p:ph type="body" sz="quarter" idx="25" hasCustomPrompt="1"/>
          </p:nvPr>
        </p:nvSpPr>
        <p:spPr>
          <a:xfrm>
            <a:off x="1350229" y="1737275"/>
            <a:ext cx="2596738"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13" name="Text Placeholder 6">
            <a:extLst>
              <a:ext uri="{FF2B5EF4-FFF2-40B4-BE49-F238E27FC236}">
                <a16:creationId xmlns:a16="http://schemas.microsoft.com/office/drawing/2014/main" id="{13F5F348-9BA5-D049-2A97-79B46D552C52}"/>
              </a:ext>
              <a:ext uri="{C183D7F6-B498-43B3-948B-1728B52AA6E4}">
                <adec:decorative xmlns:adec="http://schemas.microsoft.com/office/drawing/2017/decorative" val="0"/>
              </a:ext>
            </a:extLst>
          </p:cNvPr>
          <p:cNvSpPr>
            <a:spLocks noGrp="1"/>
          </p:cNvSpPr>
          <p:nvPr userDrawn="1">
            <p:ph type="body" sz="quarter" idx="14" hasCustomPrompt="1"/>
          </p:nvPr>
        </p:nvSpPr>
        <p:spPr>
          <a:xfrm>
            <a:off x="428623" y="2707712"/>
            <a:ext cx="3383280" cy="246221"/>
          </a:xfrm>
        </p:spPr>
        <p:txBody>
          <a:bodyPr wrap="none" anchor="ctr">
            <a:noAutofit/>
          </a:bodyPr>
          <a:lstStyle>
            <a:lvl1pPr marL="0" indent="0" algn="l">
              <a:buNone/>
              <a:defRPr sz="1400">
                <a:solidFill>
                  <a:schemeClr val="accent1"/>
                </a:solidFill>
                <a:latin typeface="+mj-lt"/>
              </a:defRPr>
            </a:lvl1pPr>
          </a:lstStyle>
          <a:p>
            <a:pPr lvl="0"/>
            <a:r>
              <a:rPr lang="en-US" dirty="0"/>
              <a:t>Team name</a:t>
            </a:r>
          </a:p>
        </p:txBody>
      </p:sp>
      <p:sp>
        <p:nvSpPr>
          <p:cNvPr id="22" name="Picture Placeholder 9">
            <a:extLst>
              <a:ext uri="{FF2B5EF4-FFF2-40B4-BE49-F238E27FC236}">
                <a16:creationId xmlns:a16="http://schemas.microsoft.com/office/drawing/2014/main" id="{40812BA0-53B3-D14C-4335-E16230815AA8}"/>
              </a:ext>
              <a:ext uri="{C183D7F6-B498-43B3-948B-1728B52AA6E4}">
                <adec:decorative xmlns:adec="http://schemas.microsoft.com/office/drawing/2017/decorative" val="1"/>
              </a:ext>
            </a:extLst>
          </p:cNvPr>
          <p:cNvSpPr>
            <a:spLocks noGrp="1" noChangeAspect="1"/>
          </p:cNvSpPr>
          <p:nvPr userDrawn="1">
            <p:ph type="pic" sz="quarter" idx="16"/>
          </p:nvPr>
        </p:nvSpPr>
        <p:spPr>
          <a:xfrm>
            <a:off x="661113" y="3206713"/>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20" name="Text Placeholder 6">
            <a:extLst>
              <a:ext uri="{FF2B5EF4-FFF2-40B4-BE49-F238E27FC236}">
                <a16:creationId xmlns:a16="http://schemas.microsoft.com/office/drawing/2014/main" id="{A2FDFADD-09F8-480A-C438-46B841A73F05}"/>
              </a:ext>
            </a:extLst>
          </p:cNvPr>
          <p:cNvSpPr>
            <a:spLocks noGrp="1"/>
          </p:cNvSpPr>
          <p:nvPr userDrawn="1">
            <p:ph type="body" sz="quarter" idx="15" hasCustomPrompt="1"/>
          </p:nvPr>
        </p:nvSpPr>
        <p:spPr>
          <a:xfrm>
            <a:off x="1504287" y="3183853"/>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35" name="Picture Placeholder 9">
            <a:extLst>
              <a:ext uri="{FF2B5EF4-FFF2-40B4-BE49-F238E27FC236}">
                <a16:creationId xmlns:a16="http://schemas.microsoft.com/office/drawing/2014/main" id="{81F1C53A-FD91-A166-8127-D11F7959B6BD}"/>
              </a:ext>
              <a:ext uri="{C183D7F6-B498-43B3-948B-1728B52AA6E4}">
                <adec:decorative xmlns:adec="http://schemas.microsoft.com/office/drawing/2017/decorative" val="1"/>
              </a:ext>
            </a:extLst>
          </p:cNvPr>
          <p:cNvSpPr>
            <a:spLocks noGrp="1" noChangeAspect="1"/>
          </p:cNvSpPr>
          <p:nvPr userDrawn="1">
            <p:ph type="pic" sz="quarter" idx="18"/>
          </p:nvPr>
        </p:nvSpPr>
        <p:spPr>
          <a:xfrm>
            <a:off x="661113" y="4183829"/>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33" name="Text Placeholder 6">
            <a:extLst>
              <a:ext uri="{FF2B5EF4-FFF2-40B4-BE49-F238E27FC236}">
                <a16:creationId xmlns:a16="http://schemas.microsoft.com/office/drawing/2014/main" id="{165DD077-F6B8-467F-772B-56F5FBA01588}"/>
              </a:ext>
            </a:extLst>
          </p:cNvPr>
          <p:cNvSpPr>
            <a:spLocks noGrp="1"/>
          </p:cNvSpPr>
          <p:nvPr userDrawn="1">
            <p:ph type="body" sz="quarter" idx="17" hasCustomPrompt="1"/>
          </p:nvPr>
        </p:nvSpPr>
        <p:spPr>
          <a:xfrm>
            <a:off x="1504287" y="4160969"/>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39" name="Picture Placeholder 9">
            <a:extLst>
              <a:ext uri="{FF2B5EF4-FFF2-40B4-BE49-F238E27FC236}">
                <a16:creationId xmlns:a16="http://schemas.microsoft.com/office/drawing/2014/main" id="{EC7738B5-50FD-A42F-1BCF-CF7340F10CDD}"/>
              </a:ext>
              <a:ext uri="{C183D7F6-B498-43B3-948B-1728B52AA6E4}">
                <adec:decorative xmlns:adec="http://schemas.microsoft.com/office/drawing/2017/decorative" val="1"/>
              </a:ext>
            </a:extLst>
          </p:cNvPr>
          <p:cNvSpPr>
            <a:spLocks noGrp="1" noChangeAspect="1"/>
          </p:cNvSpPr>
          <p:nvPr userDrawn="1">
            <p:ph type="pic" sz="quarter" idx="20"/>
          </p:nvPr>
        </p:nvSpPr>
        <p:spPr>
          <a:xfrm>
            <a:off x="661113" y="5160945"/>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37" name="Text Placeholder 6">
            <a:extLst>
              <a:ext uri="{FF2B5EF4-FFF2-40B4-BE49-F238E27FC236}">
                <a16:creationId xmlns:a16="http://schemas.microsoft.com/office/drawing/2014/main" id="{9AFAAB85-366F-512B-302A-D3D97931D8F9}"/>
              </a:ext>
            </a:extLst>
          </p:cNvPr>
          <p:cNvSpPr>
            <a:spLocks noGrp="1"/>
          </p:cNvSpPr>
          <p:nvPr userDrawn="1">
            <p:ph type="body" sz="quarter" idx="19" hasCustomPrompt="1"/>
          </p:nvPr>
        </p:nvSpPr>
        <p:spPr>
          <a:xfrm>
            <a:off x="1504287" y="513808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41" name="Text Placeholder 6">
            <a:extLst>
              <a:ext uri="{FF2B5EF4-FFF2-40B4-BE49-F238E27FC236}">
                <a16:creationId xmlns:a16="http://schemas.microsoft.com/office/drawing/2014/main" id="{A4016C55-BC90-5C30-11A9-6B337DAC0A93}"/>
              </a:ext>
            </a:extLst>
          </p:cNvPr>
          <p:cNvSpPr>
            <a:spLocks noGrp="1"/>
          </p:cNvSpPr>
          <p:nvPr userDrawn="1">
            <p:ph type="body" sz="quarter" idx="21" hasCustomPrompt="1"/>
          </p:nvPr>
        </p:nvSpPr>
        <p:spPr>
          <a:xfrm>
            <a:off x="4340144" y="1323102"/>
            <a:ext cx="7426406" cy="246221"/>
          </a:xfrm>
        </p:spPr>
        <p:txBody>
          <a:bodyPr wrap="none" anchor="ctr">
            <a:noAutofit/>
          </a:bodyPr>
          <a:lstStyle>
            <a:lvl1pPr marL="0" indent="0" algn="l">
              <a:buNone/>
              <a:defRPr sz="1400">
                <a:solidFill>
                  <a:schemeClr val="accent4"/>
                </a:solidFill>
                <a:latin typeface="+mj-lt"/>
              </a:defRPr>
            </a:lvl1pPr>
          </a:lstStyle>
          <a:p>
            <a:pPr lvl="0"/>
            <a:r>
              <a:rPr lang="en-US" dirty="0"/>
              <a:t>Team name</a:t>
            </a:r>
          </a:p>
        </p:txBody>
      </p:sp>
      <p:sp>
        <p:nvSpPr>
          <p:cNvPr id="46" name="Text Placeholder 6">
            <a:extLst>
              <a:ext uri="{FF2B5EF4-FFF2-40B4-BE49-F238E27FC236}">
                <a16:creationId xmlns:a16="http://schemas.microsoft.com/office/drawing/2014/main" id="{44858C65-06DA-B4A7-4A89-1473891D5680}"/>
              </a:ext>
            </a:extLst>
          </p:cNvPr>
          <p:cNvSpPr>
            <a:spLocks noGrp="1"/>
          </p:cNvSpPr>
          <p:nvPr userDrawn="1">
            <p:ph type="body" sz="quarter" idx="22" hasCustomPrompt="1"/>
          </p:nvPr>
        </p:nvSpPr>
        <p:spPr>
          <a:xfrm>
            <a:off x="4496318" y="1797665"/>
            <a:ext cx="3337560" cy="246221"/>
          </a:xfrm>
        </p:spPr>
        <p:txBody>
          <a:bodyPr wrap="none" anchor="ctr">
            <a:noAutofit/>
          </a:bodyPr>
          <a:lstStyle>
            <a:lvl1pPr marL="0" indent="0" algn="l">
              <a:buNone/>
              <a:defRPr sz="1200">
                <a:solidFill>
                  <a:schemeClr val="accent3"/>
                </a:solidFill>
                <a:latin typeface="+mj-lt"/>
              </a:defRPr>
            </a:lvl1pPr>
          </a:lstStyle>
          <a:p>
            <a:pPr lvl="0"/>
            <a:r>
              <a:rPr lang="en-US" dirty="0"/>
              <a:t>Sub-team name</a:t>
            </a:r>
          </a:p>
        </p:txBody>
      </p:sp>
      <p:sp>
        <p:nvSpPr>
          <p:cNvPr id="48" name="Picture Placeholder 9">
            <a:extLst>
              <a:ext uri="{FF2B5EF4-FFF2-40B4-BE49-F238E27FC236}">
                <a16:creationId xmlns:a16="http://schemas.microsoft.com/office/drawing/2014/main" id="{EB5AC177-7EE2-FFFB-6431-6F1ABCAE2643}"/>
              </a:ext>
              <a:ext uri="{C183D7F6-B498-43B3-948B-1728B52AA6E4}">
                <adec:decorative xmlns:adec="http://schemas.microsoft.com/office/drawing/2017/decorative" val="1"/>
              </a:ext>
            </a:extLst>
          </p:cNvPr>
          <p:cNvSpPr>
            <a:spLocks noGrp="1" noChangeAspect="1"/>
          </p:cNvSpPr>
          <p:nvPr userDrawn="1">
            <p:ph type="pic" sz="quarter" idx="23"/>
          </p:nvPr>
        </p:nvSpPr>
        <p:spPr>
          <a:xfrm>
            <a:off x="4567755" y="2236105"/>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49" name="Text Placeholder 6">
            <a:extLst>
              <a:ext uri="{FF2B5EF4-FFF2-40B4-BE49-F238E27FC236}">
                <a16:creationId xmlns:a16="http://schemas.microsoft.com/office/drawing/2014/main" id="{EFDAB5F1-0CF9-8ACE-C9BE-23C0A19EC334}"/>
              </a:ext>
            </a:extLst>
          </p:cNvPr>
          <p:cNvSpPr>
            <a:spLocks noGrp="1"/>
          </p:cNvSpPr>
          <p:nvPr userDrawn="1">
            <p:ph type="body" sz="quarter" idx="24" hasCustomPrompt="1"/>
          </p:nvPr>
        </p:nvSpPr>
        <p:spPr>
          <a:xfrm>
            <a:off x="5424711" y="221324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54" name="Picture Placeholder 9">
            <a:extLst>
              <a:ext uri="{FF2B5EF4-FFF2-40B4-BE49-F238E27FC236}">
                <a16:creationId xmlns:a16="http://schemas.microsoft.com/office/drawing/2014/main" id="{3C63F2F2-F2AE-9A78-12BC-69037BFEEE8D}"/>
              </a:ext>
              <a:ext uri="{C183D7F6-B498-43B3-948B-1728B52AA6E4}">
                <adec:decorative xmlns:adec="http://schemas.microsoft.com/office/drawing/2017/decorative" val="1"/>
              </a:ext>
            </a:extLst>
          </p:cNvPr>
          <p:cNvSpPr>
            <a:spLocks noGrp="1" noChangeAspect="1"/>
          </p:cNvSpPr>
          <p:nvPr userDrawn="1">
            <p:ph type="pic" sz="quarter" idx="26"/>
          </p:nvPr>
        </p:nvSpPr>
        <p:spPr>
          <a:xfrm>
            <a:off x="4567755" y="3206713"/>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55" name="Text Placeholder 6">
            <a:extLst>
              <a:ext uri="{FF2B5EF4-FFF2-40B4-BE49-F238E27FC236}">
                <a16:creationId xmlns:a16="http://schemas.microsoft.com/office/drawing/2014/main" id="{DC3AE717-2F15-1481-2D99-88141D30BCAF}"/>
              </a:ext>
            </a:extLst>
          </p:cNvPr>
          <p:cNvSpPr>
            <a:spLocks noGrp="1"/>
          </p:cNvSpPr>
          <p:nvPr userDrawn="1">
            <p:ph type="body" sz="quarter" idx="27" hasCustomPrompt="1"/>
          </p:nvPr>
        </p:nvSpPr>
        <p:spPr>
          <a:xfrm>
            <a:off x="5424711" y="3183853"/>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56" name="Picture Placeholder 9">
            <a:extLst>
              <a:ext uri="{FF2B5EF4-FFF2-40B4-BE49-F238E27FC236}">
                <a16:creationId xmlns:a16="http://schemas.microsoft.com/office/drawing/2014/main" id="{F862E2C9-2BEE-E10B-6297-44CC739C1D2F}"/>
              </a:ext>
              <a:ext uri="{C183D7F6-B498-43B3-948B-1728B52AA6E4}">
                <adec:decorative xmlns:adec="http://schemas.microsoft.com/office/drawing/2017/decorative" val="1"/>
              </a:ext>
            </a:extLst>
          </p:cNvPr>
          <p:cNvSpPr>
            <a:spLocks noGrp="1" noChangeAspect="1"/>
          </p:cNvSpPr>
          <p:nvPr userDrawn="1">
            <p:ph type="pic" sz="quarter" idx="28"/>
          </p:nvPr>
        </p:nvSpPr>
        <p:spPr>
          <a:xfrm>
            <a:off x="4567755" y="4183829"/>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57" name="Text Placeholder 6">
            <a:extLst>
              <a:ext uri="{FF2B5EF4-FFF2-40B4-BE49-F238E27FC236}">
                <a16:creationId xmlns:a16="http://schemas.microsoft.com/office/drawing/2014/main" id="{4BEB9F4A-751F-EF43-E9CE-48E503B05601}"/>
              </a:ext>
            </a:extLst>
          </p:cNvPr>
          <p:cNvSpPr>
            <a:spLocks noGrp="1"/>
          </p:cNvSpPr>
          <p:nvPr userDrawn="1">
            <p:ph type="body" sz="quarter" idx="29" hasCustomPrompt="1"/>
          </p:nvPr>
        </p:nvSpPr>
        <p:spPr>
          <a:xfrm>
            <a:off x="5424711" y="4160969"/>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58" name="Picture Placeholder 9">
            <a:extLst>
              <a:ext uri="{FF2B5EF4-FFF2-40B4-BE49-F238E27FC236}">
                <a16:creationId xmlns:a16="http://schemas.microsoft.com/office/drawing/2014/main" id="{594C80DB-2D50-A87B-2ED2-09183D49DD58}"/>
              </a:ext>
              <a:ext uri="{C183D7F6-B498-43B3-948B-1728B52AA6E4}">
                <adec:decorative xmlns:adec="http://schemas.microsoft.com/office/drawing/2017/decorative" val="1"/>
              </a:ext>
            </a:extLst>
          </p:cNvPr>
          <p:cNvSpPr>
            <a:spLocks noGrp="1" noChangeAspect="1"/>
          </p:cNvSpPr>
          <p:nvPr userDrawn="1">
            <p:ph type="pic" sz="quarter" idx="30"/>
          </p:nvPr>
        </p:nvSpPr>
        <p:spPr>
          <a:xfrm>
            <a:off x="4567755" y="5160945"/>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59" name="Text Placeholder 6">
            <a:extLst>
              <a:ext uri="{FF2B5EF4-FFF2-40B4-BE49-F238E27FC236}">
                <a16:creationId xmlns:a16="http://schemas.microsoft.com/office/drawing/2014/main" id="{52FB666B-C90C-9842-4D5D-A7CBEDDCBA19}"/>
              </a:ext>
            </a:extLst>
          </p:cNvPr>
          <p:cNvSpPr>
            <a:spLocks noGrp="1"/>
          </p:cNvSpPr>
          <p:nvPr userDrawn="1">
            <p:ph type="body" sz="quarter" idx="31" hasCustomPrompt="1"/>
          </p:nvPr>
        </p:nvSpPr>
        <p:spPr>
          <a:xfrm>
            <a:off x="5424711" y="513808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112" name="Text Placeholder 6">
            <a:extLst>
              <a:ext uri="{FF2B5EF4-FFF2-40B4-BE49-F238E27FC236}">
                <a16:creationId xmlns:a16="http://schemas.microsoft.com/office/drawing/2014/main" id="{A17170B6-51B8-B4DB-4902-7E77055393DA}"/>
              </a:ext>
            </a:extLst>
          </p:cNvPr>
          <p:cNvSpPr>
            <a:spLocks noGrp="1"/>
          </p:cNvSpPr>
          <p:nvPr userDrawn="1">
            <p:ph type="body" sz="quarter" idx="40" hasCustomPrompt="1"/>
          </p:nvPr>
        </p:nvSpPr>
        <p:spPr>
          <a:xfrm>
            <a:off x="8295266" y="1797665"/>
            <a:ext cx="3337560" cy="246221"/>
          </a:xfrm>
        </p:spPr>
        <p:txBody>
          <a:bodyPr wrap="none" anchor="ctr">
            <a:noAutofit/>
          </a:bodyPr>
          <a:lstStyle>
            <a:lvl1pPr marL="0" indent="0" algn="l">
              <a:buNone/>
              <a:defRPr sz="1200">
                <a:solidFill>
                  <a:schemeClr val="accent3"/>
                </a:solidFill>
                <a:latin typeface="+mj-lt"/>
              </a:defRPr>
            </a:lvl1pPr>
          </a:lstStyle>
          <a:p>
            <a:pPr lvl="0"/>
            <a:r>
              <a:rPr lang="en-US" dirty="0"/>
              <a:t>Sub-team name</a:t>
            </a:r>
          </a:p>
        </p:txBody>
      </p:sp>
      <p:sp>
        <p:nvSpPr>
          <p:cNvPr id="66" name="Picture Placeholder 9">
            <a:extLst>
              <a:ext uri="{FF2B5EF4-FFF2-40B4-BE49-F238E27FC236}">
                <a16:creationId xmlns:a16="http://schemas.microsoft.com/office/drawing/2014/main" id="{CD8C94D3-25E6-AC72-C43C-EC84DBCF21C3}"/>
              </a:ext>
              <a:ext uri="{C183D7F6-B498-43B3-948B-1728B52AA6E4}">
                <adec:decorative xmlns:adec="http://schemas.microsoft.com/office/drawing/2017/decorative" val="1"/>
              </a:ext>
            </a:extLst>
          </p:cNvPr>
          <p:cNvSpPr>
            <a:spLocks noGrp="1" noChangeAspect="1"/>
          </p:cNvSpPr>
          <p:nvPr userDrawn="1">
            <p:ph type="pic" sz="quarter" idx="32"/>
          </p:nvPr>
        </p:nvSpPr>
        <p:spPr>
          <a:xfrm>
            <a:off x="8385680" y="2236105"/>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67" name="Text Placeholder 6">
            <a:extLst>
              <a:ext uri="{FF2B5EF4-FFF2-40B4-BE49-F238E27FC236}">
                <a16:creationId xmlns:a16="http://schemas.microsoft.com/office/drawing/2014/main" id="{EC9D4DBF-905D-9298-2F8B-17D02F713EB0}"/>
              </a:ext>
            </a:extLst>
          </p:cNvPr>
          <p:cNvSpPr>
            <a:spLocks noGrp="1"/>
          </p:cNvSpPr>
          <p:nvPr userDrawn="1">
            <p:ph type="body" sz="quarter" idx="33" hasCustomPrompt="1"/>
          </p:nvPr>
        </p:nvSpPr>
        <p:spPr>
          <a:xfrm>
            <a:off x="9242636" y="221324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68" name="Picture Placeholder 9">
            <a:extLst>
              <a:ext uri="{FF2B5EF4-FFF2-40B4-BE49-F238E27FC236}">
                <a16:creationId xmlns:a16="http://schemas.microsoft.com/office/drawing/2014/main" id="{D8A0B903-445A-04D2-9051-997BD4B78284}"/>
              </a:ext>
              <a:ext uri="{C183D7F6-B498-43B3-948B-1728B52AA6E4}">
                <adec:decorative xmlns:adec="http://schemas.microsoft.com/office/drawing/2017/decorative" val="1"/>
              </a:ext>
            </a:extLst>
          </p:cNvPr>
          <p:cNvSpPr>
            <a:spLocks noGrp="1" noChangeAspect="1"/>
          </p:cNvSpPr>
          <p:nvPr userDrawn="1">
            <p:ph type="pic" sz="quarter" idx="34"/>
          </p:nvPr>
        </p:nvSpPr>
        <p:spPr>
          <a:xfrm>
            <a:off x="8385680" y="3206713"/>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69" name="Text Placeholder 6">
            <a:extLst>
              <a:ext uri="{FF2B5EF4-FFF2-40B4-BE49-F238E27FC236}">
                <a16:creationId xmlns:a16="http://schemas.microsoft.com/office/drawing/2014/main" id="{82AABC4F-DA0D-1B6C-F10D-7912F3E22EA7}"/>
              </a:ext>
            </a:extLst>
          </p:cNvPr>
          <p:cNvSpPr>
            <a:spLocks noGrp="1"/>
          </p:cNvSpPr>
          <p:nvPr userDrawn="1">
            <p:ph type="body" sz="quarter" idx="35" hasCustomPrompt="1"/>
          </p:nvPr>
        </p:nvSpPr>
        <p:spPr>
          <a:xfrm>
            <a:off x="9242636" y="3183853"/>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70" name="Picture Placeholder 9">
            <a:extLst>
              <a:ext uri="{FF2B5EF4-FFF2-40B4-BE49-F238E27FC236}">
                <a16:creationId xmlns:a16="http://schemas.microsoft.com/office/drawing/2014/main" id="{AE20F12B-3F12-CE55-A442-7C33547A74D3}"/>
              </a:ext>
              <a:ext uri="{C183D7F6-B498-43B3-948B-1728B52AA6E4}">
                <adec:decorative xmlns:adec="http://schemas.microsoft.com/office/drawing/2017/decorative" val="1"/>
              </a:ext>
            </a:extLst>
          </p:cNvPr>
          <p:cNvSpPr>
            <a:spLocks noGrp="1" noChangeAspect="1"/>
          </p:cNvSpPr>
          <p:nvPr userDrawn="1">
            <p:ph type="pic" sz="quarter" idx="36"/>
          </p:nvPr>
        </p:nvSpPr>
        <p:spPr>
          <a:xfrm>
            <a:off x="8385680" y="4183829"/>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71" name="Text Placeholder 6">
            <a:extLst>
              <a:ext uri="{FF2B5EF4-FFF2-40B4-BE49-F238E27FC236}">
                <a16:creationId xmlns:a16="http://schemas.microsoft.com/office/drawing/2014/main" id="{94BDEC68-8B99-777A-CEDA-84311C5BB236}"/>
              </a:ext>
            </a:extLst>
          </p:cNvPr>
          <p:cNvSpPr>
            <a:spLocks noGrp="1"/>
          </p:cNvSpPr>
          <p:nvPr userDrawn="1">
            <p:ph type="body" sz="quarter" idx="37" hasCustomPrompt="1"/>
          </p:nvPr>
        </p:nvSpPr>
        <p:spPr>
          <a:xfrm>
            <a:off x="9242636" y="4160969"/>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72" name="Picture Placeholder 9">
            <a:extLst>
              <a:ext uri="{FF2B5EF4-FFF2-40B4-BE49-F238E27FC236}">
                <a16:creationId xmlns:a16="http://schemas.microsoft.com/office/drawing/2014/main" id="{A8339BD8-8A5D-A7E3-3FA9-9B8F33AF6880}"/>
              </a:ext>
              <a:ext uri="{C183D7F6-B498-43B3-948B-1728B52AA6E4}">
                <adec:decorative xmlns:adec="http://schemas.microsoft.com/office/drawing/2017/decorative" val="1"/>
              </a:ext>
            </a:extLst>
          </p:cNvPr>
          <p:cNvSpPr>
            <a:spLocks noGrp="1" noChangeAspect="1"/>
          </p:cNvSpPr>
          <p:nvPr userDrawn="1">
            <p:ph type="pic" sz="quarter" idx="38"/>
          </p:nvPr>
        </p:nvSpPr>
        <p:spPr>
          <a:xfrm>
            <a:off x="8385680" y="5160945"/>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73" name="Text Placeholder 6">
            <a:extLst>
              <a:ext uri="{FF2B5EF4-FFF2-40B4-BE49-F238E27FC236}">
                <a16:creationId xmlns:a16="http://schemas.microsoft.com/office/drawing/2014/main" id="{91A2C454-6D2E-AEEA-3CC4-F6D6F4EBA57B}"/>
              </a:ext>
            </a:extLst>
          </p:cNvPr>
          <p:cNvSpPr>
            <a:spLocks noGrp="1"/>
          </p:cNvSpPr>
          <p:nvPr userDrawn="1">
            <p:ph type="body" sz="quarter" idx="39" hasCustomPrompt="1"/>
          </p:nvPr>
        </p:nvSpPr>
        <p:spPr>
          <a:xfrm>
            <a:off x="9242636" y="513808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5" name="Slide Number Placeholder 5">
            <a:extLst>
              <a:ext uri="{FF2B5EF4-FFF2-40B4-BE49-F238E27FC236}">
                <a16:creationId xmlns:a16="http://schemas.microsoft.com/office/drawing/2014/main" id="{E7BCF086-E0BB-3B67-3C11-E0716AC53D0A}"/>
              </a:ext>
            </a:extLst>
          </p:cNvPr>
          <p:cNvSpPr>
            <a:spLocks noGrp="1"/>
          </p:cNvSpPr>
          <p:nvPr userDrawn="1">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191083013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hapter 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376980" cy="1477328"/>
          </a:xfrm>
        </p:spPr>
        <p:txBody>
          <a:bodyPr/>
          <a:lstStyle>
            <a:lvl1pPr>
              <a:spcAft>
                <a:spcPts val="300"/>
              </a:spcAft>
              <a:defRPr lang="en-US" sz="9600" kern="1200" dirty="0">
                <a:solidFill>
                  <a:schemeClr val="accent3"/>
                </a:solidFill>
                <a:latin typeface="+mj-lt"/>
                <a:ea typeface="+mn-ea"/>
                <a:cs typeface="+mn-cs"/>
              </a:defRPr>
            </a:lvl1pPr>
          </a:lstStyle>
          <a:p>
            <a:r>
              <a:rPr lang="en-US" dirty="0"/>
              <a:t>01</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1786976" y="1866946"/>
            <a:ext cx="7094047" cy="1929683"/>
          </a:xfrm>
        </p:spPr>
        <p:txBody>
          <a:bodyPr/>
          <a:lstStyle>
            <a:lvl1pPr marL="0" indent="0">
              <a:buNone/>
              <a:defRPr sz="54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Chapter title</a:t>
            </a:r>
            <a:br>
              <a:rPr lang="en-US" dirty="0"/>
            </a:br>
            <a:r>
              <a:rPr lang="en-US" dirty="0"/>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500457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hapter 2">
    <p:bg>
      <p:bgPr>
        <a:solidFill>
          <a:schemeClr val="accent2"/>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581912" cy="1477328"/>
          </a:xfrm>
        </p:spPr>
        <p:txBody>
          <a:bodyPr/>
          <a:lstStyle>
            <a:lvl1pPr>
              <a:spcAft>
                <a:spcPts val="300"/>
              </a:spcAft>
              <a:defRPr lang="en-US" sz="9600" kern="1200" dirty="0">
                <a:solidFill>
                  <a:schemeClr val="accent3"/>
                </a:solidFill>
                <a:latin typeface="+mj-lt"/>
                <a:ea typeface="+mn-ea"/>
                <a:cs typeface="+mn-cs"/>
              </a:defRPr>
            </a:lvl1pPr>
          </a:lstStyle>
          <a:p>
            <a:r>
              <a:rPr lang="en-US" dirty="0"/>
              <a:t>02</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1786976" y="1866946"/>
            <a:ext cx="7094047" cy="1929683"/>
          </a:xfrm>
        </p:spPr>
        <p:txBody>
          <a:bodyPr/>
          <a:lstStyle>
            <a:lvl1pPr marL="0" indent="0">
              <a:buNone/>
              <a:defRPr sz="54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Chapter title</a:t>
            </a:r>
            <a:br>
              <a:rPr lang="en-US" dirty="0"/>
            </a:br>
            <a:r>
              <a:rPr lang="en-US" dirty="0"/>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33242591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hapter 3">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581912" cy="1477328"/>
          </a:xfrm>
        </p:spPr>
        <p:txBody>
          <a:bodyPr/>
          <a:lstStyle>
            <a:lvl1pPr>
              <a:spcAft>
                <a:spcPts val="300"/>
              </a:spcAft>
              <a:defRPr lang="en-US" sz="9600" kern="1200" dirty="0">
                <a:solidFill>
                  <a:schemeClr val="bg1"/>
                </a:solidFill>
                <a:latin typeface="+mj-lt"/>
                <a:ea typeface="+mn-ea"/>
                <a:cs typeface="+mn-cs"/>
              </a:defRPr>
            </a:lvl1pPr>
          </a:lstStyle>
          <a:p>
            <a:r>
              <a:rPr lang="en-US" dirty="0"/>
              <a:t>03</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1786976" y="1866946"/>
            <a:ext cx="7094047" cy="1929683"/>
          </a:xfrm>
        </p:spPr>
        <p:txBody>
          <a:bodyPr/>
          <a:lstStyle>
            <a:lvl1pPr marL="0" indent="0">
              <a:buNone/>
              <a:defRPr sz="5400">
                <a:solidFill>
                  <a:schemeClr val="bg1"/>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Chapter title</a:t>
            </a:r>
            <a:br>
              <a:rPr lang="en-US" dirty="0"/>
            </a:br>
            <a:r>
              <a:rPr lang="en-US" dirty="0"/>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160394430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hapter 4">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618488" cy="1477328"/>
          </a:xfrm>
        </p:spPr>
        <p:txBody>
          <a:bodyPr/>
          <a:lstStyle>
            <a:lvl1pPr>
              <a:spcAft>
                <a:spcPts val="300"/>
              </a:spcAft>
              <a:defRPr lang="en-US" sz="9600" kern="1200" dirty="0">
                <a:solidFill>
                  <a:schemeClr val="bg1"/>
                </a:solidFill>
                <a:latin typeface="+mj-lt"/>
                <a:ea typeface="+mn-ea"/>
                <a:cs typeface="+mn-cs"/>
              </a:defRPr>
            </a:lvl1pPr>
          </a:lstStyle>
          <a:p>
            <a:r>
              <a:rPr lang="en-US" dirty="0"/>
              <a:t>04</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1786976" y="1866946"/>
            <a:ext cx="7094047" cy="1929683"/>
          </a:xfrm>
        </p:spPr>
        <p:txBody>
          <a:bodyPr/>
          <a:lstStyle>
            <a:lvl1pPr marL="0" indent="0">
              <a:buNone/>
              <a:defRPr sz="5400">
                <a:solidFill>
                  <a:schemeClr val="bg1"/>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Chapter title</a:t>
            </a:r>
            <a:br>
              <a:rPr lang="en-US" dirty="0"/>
            </a:br>
            <a:r>
              <a:rPr lang="en-US" dirty="0"/>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25563561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hapter 5">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 uri="{C183D7F6-B498-43B3-948B-1728B52AA6E4}">
                <adec:decorative xmlns:adec="http://schemas.microsoft.com/office/drawing/2017/decorative" val="0"/>
              </a:ext>
            </a:extLst>
          </p:cNvPr>
          <p:cNvSpPr>
            <a:spLocks noGrp="1"/>
          </p:cNvSpPr>
          <p:nvPr>
            <p:ph type="title" hasCustomPrompt="1"/>
          </p:nvPr>
        </p:nvSpPr>
        <p:spPr>
          <a:xfrm>
            <a:off x="390098" y="389618"/>
            <a:ext cx="1572768" cy="1477328"/>
          </a:xfrm>
        </p:spPr>
        <p:txBody>
          <a:bodyPr/>
          <a:lstStyle>
            <a:lvl1pPr>
              <a:spcAft>
                <a:spcPts val="300"/>
              </a:spcAft>
              <a:defRPr lang="en-US" sz="9600" kern="1200" dirty="0">
                <a:solidFill>
                  <a:schemeClr val="accent3"/>
                </a:solidFill>
                <a:latin typeface="+mj-lt"/>
                <a:ea typeface="+mn-ea"/>
                <a:cs typeface="+mn-cs"/>
              </a:defRPr>
            </a:lvl1pPr>
          </a:lstStyle>
          <a:p>
            <a:r>
              <a:rPr lang="en-US" dirty="0"/>
              <a:t>05</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6528122" y="2669997"/>
            <a:ext cx="5239512" cy="1929683"/>
          </a:xfrm>
        </p:spPr>
        <p:txBody>
          <a:bodyPr/>
          <a:lstStyle>
            <a:lvl1pPr marL="0" indent="0">
              <a:buNone/>
              <a:defRPr sz="54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Chapter title</a:t>
            </a:r>
            <a:br>
              <a:rPr lang="en-US" dirty="0"/>
            </a:br>
            <a:r>
              <a:rPr lang="en-US" dirty="0"/>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dirty="0"/>
          </a:p>
        </p:txBody>
      </p:sp>
      <p:pic>
        <p:nvPicPr>
          <p:cNvPr id="2" name="Graphic 1">
            <a:extLst>
              <a:ext uri="{FF2B5EF4-FFF2-40B4-BE49-F238E27FC236}">
                <a16:creationId xmlns:a16="http://schemas.microsoft.com/office/drawing/2014/main" id="{E31A63B0-F56F-4FFC-27C3-566A79317B9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426702025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Chapter 6">
    <p:bg>
      <p:bgPr>
        <a:solidFill>
          <a:schemeClr val="accent2"/>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581912" cy="1477328"/>
          </a:xfrm>
        </p:spPr>
        <p:txBody>
          <a:bodyPr/>
          <a:lstStyle>
            <a:lvl1pPr>
              <a:spcAft>
                <a:spcPts val="300"/>
              </a:spcAft>
              <a:defRPr lang="en-US" sz="9600" kern="1200" dirty="0">
                <a:solidFill>
                  <a:schemeClr val="accent3"/>
                </a:solidFill>
                <a:latin typeface="+mj-lt"/>
                <a:ea typeface="+mn-ea"/>
                <a:cs typeface="+mn-cs"/>
              </a:defRPr>
            </a:lvl1pPr>
          </a:lstStyle>
          <a:p>
            <a:r>
              <a:rPr lang="en-US" dirty="0"/>
              <a:t>06</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6528122" y="2669997"/>
            <a:ext cx="5239512" cy="1929683"/>
          </a:xfrm>
        </p:spPr>
        <p:txBody>
          <a:bodyPr/>
          <a:lstStyle>
            <a:lvl1pPr marL="0" indent="0">
              <a:buNone/>
              <a:defRPr sz="54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Chapter title</a:t>
            </a:r>
            <a:br>
              <a:rPr lang="en-US" dirty="0"/>
            </a:br>
            <a:r>
              <a:rPr lang="en-US" dirty="0"/>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pic>
        <p:nvPicPr>
          <p:cNvPr id="2" name="Graphic 1">
            <a:extLst>
              <a:ext uri="{FF2B5EF4-FFF2-40B4-BE49-F238E27FC236}">
                <a16:creationId xmlns:a16="http://schemas.microsoft.com/office/drawing/2014/main" id="{E4E14169-5DA2-05CD-4E0B-FFA9D622AA7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914377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Chapter 7">
    <p:bg>
      <p:bgPr>
        <a:solidFill>
          <a:schemeClr val="accent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499616" cy="1477328"/>
          </a:xfrm>
        </p:spPr>
        <p:txBody>
          <a:bodyPr/>
          <a:lstStyle>
            <a:lvl1pPr>
              <a:spcAft>
                <a:spcPts val="300"/>
              </a:spcAft>
              <a:defRPr lang="en-US" sz="9600" kern="1200" dirty="0">
                <a:solidFill>
                  <a:schemeClr val="bg1"/>
                </a:solidFill>
                <a:latin typeface="+mj-lt"/>
                <a:ea typeface="+mn-ea"/>
                <a:cs typeface="+mn-cs"/>
              </a:defRPr>
            </a:lvl1pPr>
          </a:lstStyle>
          <a:p>
            <a:r>
              <a:rPr lang="en-US" dirty="0"/>
              <a:t>07</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6528122" y="2669997"/>
            <a:ext cx="5239512" cy="1929683"/>
          </a:xfrm>
        </p:spPr>
        <p:txBody>
          <a:bodyPr/>
          <a:lstStyle>
            <a:lvl1pPr marL="0" indent="0">
              <a:buNone/>
              <a:defRPr sz="5400">
                <a:solidFill>
                  <a:schemeClr val="bg1"/>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Chapter title</a:t>
            </a:r>
            <a:br>
              <a:rPr lang="en-US" dirty="0"/>
            </a:br>
            <a:r>
              <a:rPr lang="en-US" dirty="0"/>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pic>
        <p:nvPicPr>
          <p:cNvPr id="2" name="Graphic 1">
            <a:extLst>
              <a:ext uri="{FF2B5EF4-FFF2-40B4-BE49-F238E27FC236}">
                <a16:creationId xmlns:a16="http://schemas.microsoft.com/office/drawing/2014/main" id="{6E4E7D65-52B3-610C-1413-747405523C1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213093749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Chapter 8">
    <p:bg>
      <p:bgPr>
        <a:solidFill>
          <a:schemeClr val="accent3"/>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600200" cy="1477328"/>
          </a:xfrm>
        </p:spPr>
        <p:txBody>
          <a:bodyPr/>
          <a:lstStyle>
            <a:lvl1pPr>
              <a:spcAft>
                <a:spcPts val="300"/>
              </a:spcAft>
              <a:defRPr lang="en-US" sz="9600" kern="1200" dirty="0">
                <a:solidFill>
                  <a:schemeClr val="bg1"/>
                </a:solidFill>
                <a:latin typeface="+mj-lt"/>
                <a:ea typeface="+mn-ea"/>
                <a:cs typeface="+mn-cs"/>
              </a:defRPr>
            </a:lvl1pPr>
          </a:lstStyle>
          <a:p>
            <a:r>
              <a:rPr lang="en-US" dirty="0"/>
              <a:t>08</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6528122" y="2669997"/>
            <a:ext cx="5239512" cy="1929683"/>
          </a:xfrm>
        </p:spPr>
        <p:txBody>
          <a:bodyPr/>
          <a:lstStyle>
            <a:lvl1pPr marL="0" indent="0">
              <a:buNone/>
              <a:defRPr sz="5400">
                <a:solidFill>
                  <a:schemeClr val="bg1"/>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Chapter title</a:t>
            </a:r>
            <a:br>
              <a:rPr lang="en-US" dirty="0"/>
            </a:br>
            <a:r>
              <a:rPr lang="en-US" dirty="0"/>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pic>
        <p:nvPicPr>
          <p:cNvPr id="2" name="Graphic 1">
            <a:extLst>
              <a:ext uri="{FF2B5EF4-FFF2-40B4-BE49-F238E27FC236}">
                <a16:creationId xmlns:a16="http://schemas.microsoft.com/office/drawing/2014/main" id="{74490CF5-6E1C-B670-6877-0573039B7C0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33168410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Chapter 9">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647457B-1BAA-07D6-5533-5602F3764C3F}"/>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6E971FD5-44A1-DFD7-5CAE-AE2F9A67A08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CE8FF695-DA70-72B7-7FCB-B03764695CB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591056" cy="1477328"/>
          </a:xfrm>
        </p:spPr>
        <p:txBody>
          <a:bodyPr/>
          <a:lstStyle>
            <a:lvl1pPr>
              <a:spcAft>
                <a:spcPts val="300"/>
              </a:spcAft>
              <a:defRPr lang="en-US" sz="9600" kern="1200" dirty="0">
                <a:solidFill>
                  <a:schemeClr val="accent3"/>
                </a:solidFill>
                <a:latin typeface="+mj-lt"/>
                <a:ea typeface="+mn-ea"/>
                <a:cs typeface="+mn-cs"/>
              </a:defRPr>
            </a:lvl1pPr>
          </a:lstStyle>
          <a:p>
            <a:r>
              <a:rPr lang="en-US" dirty="0"/>
              <a:t>09</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1786976" y="1866946"/>
            <a:ext cx="6812280" cy="1929683"/>
          </a:xfrm>
        </p:spPr>
        <p:txBody>
          <a:bodyPr/>
          <a:lstStyle>
            <a:lvl1pPr marL="0" indent="0">
              <a:buNone/>
              <a:defRPr sz="54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Chapter title</a:t>
            </a:r>
            <a:br>
              <a:rPr lang="en-US" dirty="0"/>
            </a:br>
            <a:r>
              <a:rPr lang="en-US" dirty="0"/>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139571423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Chapter 10">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2F82A12-00BD-E5BC-6150-78237533B4AD}"/>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875FE9B1-776A-FD80-F50D-0BC55D3E418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D35F74F3-7759-C46C-C97D-B71F33E53E9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380744" cy="1477328"/>
          </a:xfrm>
        </p:spPr>
        <p:txBody>
          <a:bodyPr/>
          <a:lstStyle>
            <a:lvl1pPr>
              <a:spcAft>
                <a:spcPts val="300"/>
              </a:spcAft>
              <a:defRPr lang="en-US" sz="9600" kern="1200" dirty="0">
                <a:solidFill>
                  <a:schemeClr val="accent3"/>
                </a:solidFill>
                <a:latin typeface="+mj-lt"/>
                <a:ea typeface="+mn-ea"/>
                <a:cs typeface="+mn-cs"/>
              </a:defRPr>
            </a:lvl1pPr>
          </a:lstStyle>
          <a:p>
            <a:r>
              <a:rPr lang="en-US" dirty="0"/>
              <a:t>10</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1786976" y="1866946"/>
            <a:ext cx="6812280" cy="1929683"/>
          </a:xfrm>
        </p:spPr>
        <p:txBody>
          <a:bodyPr/>
          <a:lstStyle>
            <a:lvl1pPr marL="0" indent="0">
              <a:buNone/>
              <a:defRPr sz="54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Chapter title</a:t>
            </a:r>
            <a:br>
              <a:rPr lang="en-US" dirty="0"/>
            </a:br>
            <a:r>
              <a:rPr lang="en-US" dirty="0"/>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145562384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Chapter 11">
    <p:bg>
      <p:bgPr>
        <a:solidFill>
          <a:schemeClr val="accent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BCDB6E9-7750-80C4-3499-B30263BF1500}"/>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83B106FD-F518-D49F-A7FE-01216452D83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68E8A64C-3291-2AC4-6FED-865DB127F1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024128" cy="1477328"/>
          </a:xfrm>
        </p:spPr>
        <p:txBody>
          <a:bodyPr/>
          <a:lstStyle>
            <a:lvl1pPr>
              <a:spcAft>
                <a:spcPts val="300"/>
              </a:spcAft>
              <a:defRPr lang="en-US" sz="9600" kern="1200" dirty="0">
                <a:solidFill>
                  <a:schemeClr val="bg1"/>
                </a:solidFill>
                <a:latin typeface="+mj-lt"/>
                <a:ea typeface="+mn-ea"/>
                <a:cs typeface="+mn-cs"/>
              </a:defRPr>
            </a:lvl1pPr>
          </a:lstStyle>
          <a:p>
            <a:r>
              <a:rPr lang="en-US" dirty="0"/>
              <a:t>11</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1786976" y="1866946"/>
            <a:ext cx="6812280" cy="1929683"/>
          </a:xfrm>
        </p:spPr>
        <p:txBody>
          <a:bodyPr/>
          <a:lstStyle>
            <a:lvl1pPr marL="0" indent="0">
              <a:buNone/>
              <a:defRPr sz="5400">
                <a:solidFill>
                  <a:schemeClr val="bg1"/>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Chapter title</a:t>
            </a:r>
            <a:br>
              <a:rPr lang="en-US" dirty="0"/>
            </a:br>
            <a:r>
              <a:rPr lang="en-US" dirty="0"/>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285117445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hapter 12">
    <p:bg>
      <p:bgPr>
        <a:solidFill>
          <a:schemeClr val="accent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767D5C2-9986-CD8F-00AE-75139A4AF826}"/>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2CA64CC4-4124-A2D6-1C55-8136B44A8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AC106A42-60D3-8E3F-CCE8-EE6AEEE4962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225296" cy="1477328"/>
          </a:xfrm>
        </p:spPr>
        <p:txBody>
          <a:bodyPr/>
          <a:lstStyle>
            <a:lvl1pPr>
              <a:spcAft>
                <a:spcPts val="300"/>
              </a:spcAft>
              <a:defRPr lang="en-US" sz="9600" kern="1200" dirty="0">
                <a:solidFill>
                  <a:schemeClr val="bg1"/>
                </a:solidFill>
                <a:latin typeface="+mj-lt"/>
                <a:ea typeface="+mn-ea"/>
                <a:cs typeface="+mn-cs"/>
              </a:defRPr>
            </a:lvl1pPr>
          </a:lstStyle>
          <a:p>
            <a:r>
              <a:rPr lang="en-US" dirty="0"/>
              <a:t>12</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1786976" y="1866946"/>
            <a:ext cx="6812280" cy="1929683"/>
          </a:xfrm>
        </p:spPr>
        <p:txBody>
          <a:bodyPr/>
          <a:lstStyle>
            <a:lvl1pPr marL="0" indent="0">
              <a:buNone/>
              <a:defRPr sz="5400">
                <a:solidFill>
                  <a:schemeClr val="bg1"/>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Chapter title</a:t>
            </a:r>
            <a:br>
              <a:rPr lang="en-US" dirty="0"/>
            </a:br>
            <a:r>
              <a:rPr lang="en-US" dirty="0"/>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306920442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Questions">
    <p:bg>
      <p:bgPr>
        <a:solidFill>
          <a:schemeClr val="accent3"/>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DB4AB316-183C-82C5-C1A7-C4659A85C6A7}"/>
              </a:ext>
              <a:ext uri="{C183D7F6-B498-43B3-948B-1728B52AA6E4}">
                <adec:decorative xmlns:adec="http://schemas.microsoft.com/office/drawing/2017/decorative" val="1"/>
              </a:ext>
            </a:extLst>
          </p:cNvPr>
          <p:cNvGrpSpPr/>
          <p:nvPr userDrawn="1"/>
        </p:nvGrpSpPr>
        <p:grpSpPr>
          <a:xfrm>
            <a:off x="3189525" y="522525"/>
            <a:ext cx="5812951" cy="5812951"/>
            <a:chOff x="6364404" y="688572"/>
            <a:chExt cx="5398971" cy="5398971"/>
          </a:xfrm>
        </p:grpSpPr>
        <p:pic>
          <p:nvPicPr>
            <p:cNvPr id="7" name="Graphic 6">
              <a:extLst>
                <a:ext uri="{FF2B5EF4-FFF2-40B4-BE49-F238E27FC236}">
                  <a16:creationId xmlns:a16="http://schemas.microsoft.com/office/drawing/2014/main" id="{7CBB66C1-6853-8EB3-75B2-B940DFD44C1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9" name="Graphic 8">
              <a:extLst>
                <a:ext uri="{FF2B5EF4-FFF2-40B4-BE49-F238E27FC236}">
                  <a16:creationId xmlns:a16="http://schemas.microsoft.com/office/drawing/2014/main" id="{D8FE0FFE-617B-11DD-4D76-3FF25292384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3" name="Title 1">
            <a:extLst>
              <a:ext uri="{FF2B5EF4-FFF2-40B4-BE49-F238E27FC236}">
                <a16:creationId xmlns:a16="http://schemas.microsoft.com/office/drawing/2014/main" id="{3F73AD35-6458-4A2A-9A03-0222FC4D9395}"/>
              </a:ext>
            </a:extLst>
          </p:cNvPr>
          <p:cNvSpPr>
            <a:spLocks noGrp="1"/>
          </p:cNvSpPr>
          <p:nvPr>
            <p:ph type="title" hasCustomPrompt="1"/>
          </p:nvPr>
        </p:nvSpPr>
        <p:spPr>
          <a:xfrm>
            <a:off x="4385482" y="2731826"/>
            <a:ext cx="3421036" cy="1394348"/>
          </a:xfrm>
        </p:spPr>
        <p:txBody>
          <a:bodyPr wrap="none" anchor="ctr">
            <a:noAutofit/>
          </a:bodyPr>
          <a:lstStyle>
            <a:lvl1pPr algn="ctr">
              <a:lnSpc>
                <a:spcPct val="100000"/>
              </a:lnSpc>
              <a:defRPr sz="4400">
                <a:solidFill>
                  <a:schemeClr val="bg1"/>
                </a:solidFill>
              </a:defRPr>
            </a:lvl1pPr>
          </a:lstStyle>
          <a:p>
            <a:r>
              <a:rPr lang="en-US" dirty="0"/>
              <a:t>Questions</a:t>
            </a:r>
          </a:p>
        </p:txBody>
      </p:sp>
      <p:sp>
        <p:nvSpPr>
          <p:cNvPr id="4" name="Graphique 10">
            <a:extLst>
              <a:ext uri="{FF2B5EF4-FFF2-40B4-BE49-F238E27FC236}">
                <a16:creationId xmlns:a16="http://schemas.microsoft.com/office/drawing/2014/main" id="{00F5AF71-3625-304B-2633-DA8784159D71}"/>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89837562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accent3"/>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8A606E8-B755-D267-3334-BB72D31CE5DD}"/>
              </a:ext>
              <a:ext uri="{C183D7F6-B498-43B3-948B-1728B52AA6E4}">
                <adec:decorative xmlns:adec="http://schemas.microsoft.com/office/drawing/2017/decorative" val="1"/>
              </a:ext>
            </a:extLst>
          </p:cNvPr>
          <p:cNvGrpSpPr/>
          <p:nvPr userDrawn="1"/>
        </p:nvGrpSpPr>
        <p:grpSpPr>
          <a:xfrm>
            <a:off x="0" y="1"/>
            <a:ext cx="12192000" cy="6857999"/>
            <a:chOff x="0" y="1"/>
            <a:chExt cx="12192000" cy="6857999"/>
          </a:xfrm>
        </p:grpSpPr>
        <p:pic>
          <p:nvPicPr>
            <p:cNvPr id="11" name="Graphic 10">
              <a:extLst>
                <a:ext uri="{FF2B5EF4-FFF2-40B4-BE49-F238E27FC236}">
                  <a16:creationId xmlns:a16="http://schemas.microsoft.com/office/drawing/2014/main" id="{B37E38E8-ADCB-8E97-E61A-DDC65AF315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0" y="3474720"/>
              <a:ext cx="3383280" cy="3383280"/>
            </a:xfrm>
            <a:prstGeom prst="rect">
              <a:avLst/>
            </a:prstGeom>
          </p:spPr>
        </p:pic>
        <p:pic>
          <p:nvPicPr>
            <p:cNvPr id="9" name="Graphic 8">
              <a:extLst>
                <a:ext uri="{FF2B5EF4-FFF2-40B4-BE49-F238E27FC236}">
                  <a16:creationId xmlns:a16="http://schemas.microsoft.com/office/drawing/2014/main" id="{D4E82305-2CFC-B442-7D06-48C49A6D08D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a:off x="8808720" y="1"/>
              <a:ext cx="3383280" cy="3383280"/>
            </a:xfrm>
            <a:prstGeom prst="rect">
              <a:avLst/>
            </a:prstGeom>
          </p:spPr>
        </p:pic>
      </p:grpSp>
      <p:sp>
        <p:nvSpPr>
          <p:cNvPr id="8" name="Title 1">
            <a:extLst>
              <a:ext uri="{FF2B5EF4-FFF2-40B4-BE49-F238E27FC236}">
                <a16:creationId xmlns:a16="http://schemas.microsoft.com/office/drawing/2014/main" id="{499553CC-D1FC-0BF8-65E8-622A9A598473}"/>
              </a:ext>
            </a:extLst>
          </p:cNvPr>
          <p:cNvSpPr>
            <a:spLocks noGrp="1"/>
          </p:cNvSpPr>
          <p:nvPr>
            <p:ph type="title" hasCustomPrompt="1"/>
          </p:nvPr>
        </p:nvSpPr>
        <p:spPr>
          <a:xfrm>
            <a:off x="428625" y="678310"/>
            <a:ext cx="3784561" cy="830997"/>
          </a:xfrm>
        </p:spPr>
        <p:txBody>
          <a:bodyPr wrap="none">
            <a:noAutofit/>
          </a:bodyPr>
          <a:lstStyle>
            <a:lvl1pPr>
              <a:lnSpc>
                <a:spcPct val="100000"/>
              </a:lnSpc>
              <a:defRPr sz="5400">
                <a:solidFill>
                  <a:schemeClr val="accent2"/>
                </a:solidFill>
              </a:defRPr>
            </a:lvl1pPr>
          </a:lstStyle>
          <a:p>
            <a:r>
              <a:rPr lang="en-US" dirty="0"/>
              <a:t>Thank you!</a:t>
            </a:r>
          </a:p>
        </p:txBody>
      </p:sp>
      <p:sp>
        <p:nvSpPr>
          <p:cNvPr id="13" name="Text Placeholder 12">
            <a:extLst>
              <a:ext uri="{FF2B5EF4-FFF2-40B4-BE49-F238E27FC236}">
                <a16:creationId xmlns:a16="http://schemas.microsoft.com/office/drawing/2014/main" id="{F2E6D97E-7A6D-5A28-FF0A-4786C40756EC}"/>
              </a:ext>
            </a:extLst>
          </p:cNvPr>
          <p:cNvSpPr>
            <a:spLocks noGrp="1"/>
          </p:cNvSpPr>
          <p:nvPr>
            <p:ph type="body" sz="quarter" idx="10" hasCustomPrompt="1"/>
          </p:nvPr>
        </p:nvSpPr>
        <p:spPr>
          <a:xfrm>
            <a:off x="428624" y="1691640"/>
            <a:ext cx="3784561" cy="1190456"/>
          </a:xfrm>
        </p:spPr>
        <p:txBody>
          <a:bodyPr wrap="none"/>
          <a:lstStyle>
            <a:lvl1pPr marL="0" indent="0">
              <a:spcAft>
                <a:spcPts val="0"/>
              </a:spcAft>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For more information please contact:</a:t>
            </a:r>
            <a:br>
              <a:rPr lang="en-US" dirty="0"/>
            </a:br>
            <a:r>
              <a:rPr lang="en-US" dirty="0"/>
              <a:t>T+ 33 1 98765432</a:t>
            </a:r>
            <a:br>
              <a:rPr lang="en-US" dirty="0"/>
            </a:br>
            <a:r>
              <a:rPr lang="en-US" dirty="0"/>
              <a:t>M+ 33 6 44445678</a:t>
            </a:r>
            <a:br>
              <a:rPr lang="en-US" dirty="0"/>
            </a:br>
            <a:r>
              <a:rPr lang="en-US" dirty="0"/>
              <a:t>firstname.lastname@atos.net</a:t>
            </a:r>
          </a:p>
        </p:txBody>
      </p:sp>
      <p:sp>
        <p:nvSpPr>
          <p:cNvPr id="3" name="AddNotifier#1">
            <a:extLst>
              <a:ext uri="{FF2B5EF4-FFF2-40B4-BE49-F238E27FC236}">
                <a16:creationId xmlns:a16="http://schemas.microsoft.com/office/drawing/2014/main" id="{DEB32E4C-FD35-01ED-4923-78A44A2BBA63}"/>
              </a:ext>
            </a:extLst>
          </p:cNvPr>
          <p:cNvSpPr txBox="1">
            <a:spLocks noChangeArrowheads="1"/>
          </p:cNvSpPr>
          <p:nvPr userDrawn="1"/>
        </p:nvSpPr>
        <p:spPr bwMode="invGray">
          <a:xfrm>
            <a:off x="3511965" y="5580669"/>
            <a:ext cx="358733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800" kern="1200" baseline="0" dirty="0">
                <a:solidFill>
                  <a:schemeClr val="bg1"/>
                </a:solidFill>
                <a:latin typeface="+mn-lt"/>
                <a:ea typeface="Verdana" pitchFamily="34" charset="0"/>
                <a:cs typeface="Verdana" pitchFamily="34" charset="0"/>
              </a:rPr>
              <a:t>Atos is a registered trademark of Atos SE. April 2024. © 2024 Atos. Confidential information owned by Atos, to be used by the recipient only. This document, or any part of it, may not be reproduced, copied, circulated and/or distributed nor quoted without prior written approval from Atos.</a:t>
            </a:r>
            <a:endParaRPr lang="en-US" sz="800" baseline="0" dirty="0">
              <a:solidFill>
                <a:schemeClr val="bg1"/>
              </a:solidFill>
              <a:latin typeface="+mn-lt"/>
              <a:ea typeface="Verdana" pitchFamily="34" charset="0"/>
              <a:cs typeface="Verdana" pitchFamily="34" charset="0"/>
            </a:endParaRPr>
          </a:p>
        </p:txBody>
      </p:sp>
      <p:sp>
        <p:nvSpPr>
          <p:cNvPr id="5" name="Graphique 10">
            <a:extLst>
              <a:ext uri="{FF2B5EF4-FFF2-40B4-BE49-F238E27FC236}">
                <a16:creationId xmlns:a16="http://schemas.microsoft.com/office/drawing/2014/main" id="{19A80A2F-D5E3-6F7F-C1EB-15EBCE6C6CAC}"/>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174104466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hank you with QR">
    <p:bg>
      <p:bgPr>
        <a:solidFill>
          <a:schemeClr val="accent3"/>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96AC93-851F-8873-EB9F-A167B6F3D50B}"/>
              </a:ext>
            </a:extLst>
          </p:cNvPr>
          <p:cNvSpPr/>
          <p:nvPr userDrawn="1"/>
        </p:nvSpPr>
        <p:spPr>
          <a:xfrm>
            <a:off x="4967288" y="678310"/>
            <a:ext cx="2194560" cy="2194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18A606E8-B755-D267-3334-BB72D31CE5DD}"/>
              </a:ext>
              <a:ext uri="{C183D7F6-B498-43B3-948B-1728B52AA6E4}">
                <adec:decorative xmlns:adec="http://schemas.microsoft.com/office/drawing/2017/decorative" val="1"/>
              </a:ext>
            </a:extLst>
          </p:cNvPr>
          <p:cNvGrpSpPr/>
          <p:nvPr userDrawn="1"/>
        </p:nvGrpSpPr>
        <p:grpSpPr>
          <a:xfrm>
            <a:off x="0" y="1"/>
            <a:ext cx="12192000" cy="6857999"/>
            <a:chOff x="0" y="1"/>
            <a:chExt cx="12192000" cy="6857999"/>
          </a:xfrm>
        </p:grpSpPr>
        <p:pic>
          <p:nvPicPr>
            <p:cNvPr id="11" name="Graphic 10">
              <a:extLst>
                <a:ext uri="{FF2B5EF4-FFF2-40B4-BE49-F238E27FC236}">
                  <a16:creationId xmlns:a16="http://schemas.microsoft.com/office/drawing/2014/main" id="{B37E38E8-ADCB-8E97-E61A-DDC65AF315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0" y="3474720"/>
              <a:ext cx="3383280" cy="3383280"/>
            </a:xfrm>
            <a:prstGeom prst="rect">
              <a:avLst/>
            </a:prstGeom>
          </p:spPr>
        </p:pic>
        <p:pic>
          <p:nvPicPr>
            <p:cNvPr id="9" name="Graphic 8">
              <a:extLst>
                <a:ext uri="{FF2B5EF4-FFF2-40B4-BE49-F238E27FC236}">
                  <a16:creationId xmlns:a16="http://schemas.microsoft.com/office/drawing/2014/main" id="{D4E82305-2CFC-B442-7D06-48C49A6D08D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a:off x="8808720" y="1"/>
              <a:ext cx="3383280" cy="3383280"/>
            </a:xfrm>
            <a:prstGeom prst="rect">
              <a:avLst/>
            </a:prstGeom>
          </p:spPr>
        </p:pic>
      </p:grpSp>
      <p:sp>
        <p:nvSpPr>
          <p:cNvPr id="8" name="Title 1">
            <a:extLst>
              <a:ext uri="{FF2B5EF4-FFF2-40B4-BE49-F238E27FC236}">
                <a16:creationId xmlns:a16="http://schemas.microsoft.com/office/drawing/2014/main" id="{499553CC-D1FC-0BF8-65E8-622A9A598473}"/>
              </a:ext>
            </a:extLst>
          </p:cNvPr>
          <p:cNvSpPr>
            <a:spLocks noGrp="1"/>
          </p:cNvSpPr>
          <p:nvPr>
            <p:ph type="title" hasCustomPrompt="1"/>
          </p:nvPr>
        </p:nvSpPr>
        <p:spPr>
          <a:xfrm>
            <a:off x="428625" y="678310"/>
            <a:ext cx="3784561" cy="830997"/>
          </a:xfrm>
        </p:spPr>
        <p:txBody>
          <a:bodyPr wrap="none">
            <a:noAutofit/>
          </a:bodyPr>
          <a:lstStyle>
            <a:lvl1pPr>
              <a:lnSpc>
                <a:spcPct val="100000"/>
              </a:lnSpc>
              <a:defRPr sz="5400">
                <a:solidFill>
                  <a:schemeClr val="accent2"/>
                </a:solidFill>
              </a:defRPr>
            </a:lvl1pPr>
          </a:lstStyle>
          <a:p>
            <a:r>
              <a:rPr lang="en-US" dirty="0"/>
              <a:t>Thank you!</a:t>
            </a:r>
          </a:p>
        </p:txBody>
      </p:sp>
      <p:sp>
        <p:nvSpPr>
          <p:cNvPr id="13" name="Text Placeholder 12">
            <a:extLst>
              <a:ext uri="{FF2B5EF4-FFF2-40B4-BE49-F238E27FC236}">
                <a16:creationId xmlns:a16="http://schemas.microsoft.com/office/drawing/2014/main" id="{F2E6D97E-7A6D-5A28-FF0A-4786C40756EC}"/>
              </a:ext>
            </a:extLst>
          </p:cNvPr>
          <p:cNvSpPr>
            <a:spLocks noGrp="1"/>
          </p:cNvSpPr>
          <p:nvPr>
            <p:ph type="body" sz="quarter" idx="10" hasCustomPrompt="1"/>
          </p:nvPr>
        </p:nvSpPr>
        <p:spPr>
          <a:xfrm>
            <a:off x="428624" y="1691640"/>
            <a:ext cx="3784561" cy="1190456"/>
          </a:xfrm>
        </p:spPr>
        <p:txBody>
          <a:bodyPr wrap="none"/>
          <a:lstStyle>
            <a:lvl1pPr marL="0" indent="0">
              <a:spcAft>
                <a:spcPts val="0"/>
              </a:spcAft>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For more information please contact:</a:t>
            </a:r>
            <a:br>
              <a:rPr lang="en-US" dirty="0"/>
            </a:br>
            <a:r>
              <a:rPr lang="en-US" dirty="0"/>
              <a:t>T+ 33 1 98765432</a:t>
            </a:r>
            <a:br>
              <a:rPr lang="en-US" dirty="0"/>
            </a:br>
            <a:r>
              <a:rPr lang="en-US" dirty="0"/>
              <a:t>M+ 33 6 44445678</a:t>
            </a:r>
            <a:br>
              <a:rPr lang="en-US" dirty="0"/>
            </a:br>
            <a:r>
              <a:rPr lang="en-US" dirty="0"/>
              <a:t>firstname.lastname@atos.net</a:t>
            </a:r>
          </a:p>
        </p:txBody>
      </p:sp>
      <p:sp>
        <p:nvSpPr>
          <p:cNvPr id="3" name="AddNotifier#1">
            <a:extLst>
              <a:ext uri="{FF2B5EF4-FFF2-40B4-BE49-F238E27FC236}">
                <a16:creationId xmlns:a16="http://schemas.microsoft.com/office/drawing/2014/main" id="{DEB32E4C-FD35-01ED-4923-78A44A2BBA63}"/>
              </a:ext>
            </a:extLst>
          </p:cNvPr>
          <p:cNvSpPr txBox="1">
            <a:spLocks noChangeArrowheads="1"/>
          </p:cNvSpPr>
          <p:nvPr userDrawn="1"/>
        </p:nvSpPr>
        <p:spPr bwMode="invGray">
          <a:xfrm>
            <a:off x="3511965" y="5580669"/>
            <a:ext cx="358733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800" kern="1200" baseline="0" dirty="0">
                <a:solidFill>
                  <a:schemeClr val="bg1"/>
                </a:solidFill>
                <a:latin typeface="+mn-lt"/>
                <a:ea typeface="Verdana" pitchFamily="34" charset="0"/>
                <a:cs typeface="Verdana" pitchFamily="34" charset="0"/>
              </a:rPr>
              <a:t>Atos is a registered trademark of Atos SE. January 2024. © 2024 Atos. Confidential information owned by Atos, to be used by the recipient only. This document, or any part of it, may not be reproduced, copied, circulated and/or distributed nor quoted without prior written approval from Atos.</a:t>
            </a:r>
            <a:endParaRPr lang="en-US" sz="800" baseline="0" dirty="0">
              <a:solidFill>
                <a:schemeClr val="bg1"/>
              </a:solidFill>
              <a:latin typeface="+mn-lt"/>
              <a:ea typeface="Verdana" pitchFamily="34" charset="0"/>
              <a:cs typeface="Verdana" pitchFamily="34" charset="0"/>
            </a:endParaRPr>
          </a:p>
        </p:txBody>
      </p:sp>
      <p:sp>
        <p:nvSpPr>
          <p:cNvPr id="5" name="Graphique 10">
            <a:extLst>
              <a:ext uri="{FF2B5EF4-FFF2-40B4-BE49-F238E27FC236}">
                <a16:creationId xmlns:a16="http://schemas.microsoft.com/office/drawing/2014/main" id="{19A80A2F-D5E3-6F7F-C1EB-15EBCE6C6CAC}"/>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
        <p:nvSpPr>
          <p:cNvPr id="10" name="Picture Placeholder 9">
            <a:extLst>
              <a:ext uri="{FF2B5EF4-FFF2-40B4-BE49-F238E27FC236}">
                <a16:creationId xmlns:a16="http://schemas.microsoft.com/office/drawing/2014/main" id="{664728D3-787C-00B9-69B8-1EF2872881D8}"/>
              </a:ext>
            </a:extLst>
          </p:cNvPr>
          <p:cNvSpPr>
            <a:spLocks noGrp="1"/>
          </p:cNvSpPr>
          <p:nvPr>
            <p:ph type="pic" sz="quarter" idx="11" hasCustomPrompt="1"/>
          </p:nvPr>
        </p:nvSpPr>
        <p:spPr>
          <a:xfrm>
            <a:off x="5035868" y="746890"/>
            <a:ext cx="2057400" cy="2057400"/>
          </a:xfrm>
        </p:spPr>
        <p:txBody>
          <a:bodyPr tIns="1097280" bIns="0" anchor="ctr"/>
          <a:lstStyle>
            <a:lvl1pPr marL="0" indent="0" algn="ctr">
              <a:buNone/>
              <a:defRPr sz="1400">
                <a:solidFill>
                  <a:schemeClr val="accent3"/>
                </a:solidFill>
              </a:defRPr>
            </a:lvl1pPr>
          </a:lstStyle>
          <a:p>
            <a:r>
              <a:rPr lang="en-US" noProof="0" dirty="0"/>
              <a:t>Click icon to add QR Code</a:t>
            </a:r>
            <a:endParaRPr lang="en-US" dirty="0"/>
          </a:p>
        </p:txBody>
      </p:sp>
    </p:spTree>
    <p:extLst>
      <p:ext uri="{BB962C8B-B14F-4D97-AF65-F5344CB8AC3E}">
        <p14:creationId xmlns:p14="http://schemas.microsoft.com/office/powerpoint/2010/main" val="216958748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userDrawn="1">
  <p:cSld name="1_Two curve">
    <p:bg>
      <p:bgPr>
        <a:solidFill>
          <a:schemeClr val="accent3"/>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52CDB108-6598-0C55-80C9-43F0EA8BD0C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6588030" y="0"/>
            <a:ext cx="4884392" cy="4884392"/>
          </a:xfrm>
          <a:prstGeom prst="rect">
            <a:avLst/>
          </a:prstGeom>
        </p:spPr>
      </p:pic>
      <p:pic>
        <p:nvPicPr>
          <p:cNvPr id="8" name="Graphic 7">
            <a:extLst>
              <a:ext uri="{FF2B5EF4-FFF2-40B4-BE49-F238E27FC236}">
                <a16:creationId xmlns:a16="http://schemas.microsoft.com/office/drawing/2014/main" id="{708434B2-C000-651C-6DD8-76477D020A49}"/>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59594"/>
          <a:stretch/>
        </p:blipFill>
        <p:spPr>
          <a:xfrm>
            <a:off x="1703638" y="4884393"/>
            <a:ext cx="4884392" cy="1973607"/>
          </a:xfrm>
          <a:prstGeom prst="rect">
            <a:avLst/>
          </a:prstGeom>
        </p:spPr>
      </p:pic>
      <p:sp>
        <p:nvSpPr>
          <p:cNvPr id="3" name="Subtitle 2">
            <a:extLst>
              <a:ext uri="{FF2B5EF4-FFF2-40B4-BE49-F238E27FC236}">
                <a16:creationId xmlns:a16="http://schemas.microsoft.com/office/drawing/2014/main" id="{08CB20BB-49E5-8891-61BA-66B2BCA33FBC}"/>
              </a:ext>
            </a:extLst>
          </p:cNvPr>
          <p:cNvSpPr>
            <a:spLocks noGrp="1"/>
          </p:cNvSpPr>
          <p:nvPr>
            <p:ph type="subTitle" idx="1" hasCustomPrompt="1"/>
          </p:nvPr>
        </p:nvSpPr>
        <p:spPr>
          <a:xfrm>
            <a:off x="428625" y="4765675"/>
            <a:ext cx="3992904" cy="969962"/>
          </a:xfrm>
        </p:spPr>
        <p:txBody>
          <a:bodyPr wrap="none">
            <a:noAutofit/>
          </a:bodyPr>
          <a:lstStyle>
            <a:lvl1pPr marL="0" indent="0" algn="l">
              <a:spcAft>
                <a:spcPts val="0"/>
              </a:spcAft>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a:t>
            </a:r>
          </a:p>
        </p:txBody>
      </p:sp>
      <p:sp>
        <p:nvSpPr>
          <p:cNvPr id="4" name="Graphique 10">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2" name="Text Placeholder 8">
            <a:extLst>
              <a:ext uri="{FF2B5EF4-FFF2-40B4-BE49-F238E27FC236}">
                <a16:creationId xmlns:a16="http://schemas.microsoft.com/office/drawing/2014/main" id="{065EE574-D841-BFEE-2ABF-3A7979EE97D8}"/>
              </a:ext>
            </a:extLst>
          </p:cNvPr>
          <p:cNvSpPr>
            <a:spLocks noGrp="1"/>
          </p:cNvSpPr>
          <p:nvPr>
            <p:ph type="body" sz="quarter" idx="10" hasCustomPrompt="1"/>
          </p:nvPr>
        </p:nvSpPr>
        <p:spPr>
          <a:xfrm>
            <a:off x="428625" y="1456679"/>
            <a:ext cx="6766560" cy="1844936"/>
          </a:xfrm>
        </p:spPr>
        <p:txBody>
          <a:bodyPr/>
          <a:lstStyle>
            <a:lvl1pPr marL="0" indent="0">
              <a:spcAft>
                <a:spcPts val="300"/>
              </a:spcAft>
              <a:buNone/>
              <a:defRPr sz="4400">
                <a:solidFill>
                  <a:schemeClr val="bg1"/>
                </a:solidFill>
                <a:latin typeface="+mj-lt"/>
              </a:defRPr>
            </a:lvl1pPr>
            <a:lvl2pPr marL="0" indent="0">
              <a:spcAft>
                <a:spcPts val="300"/>
              </a:spcAft>
              <a:buNone/>
              <a:defRPr sz="3200" baseline="0">
                <a:solidFill>
                  <a:schemeClr val="accent3"/>
                </a:solidFill>
                <a:latin typeface="+mj-lt"/>
              </a:defRPr>
            </a:lvl2pPr>
          </a:lstStyle>
          <a:p>
            <a:pPr lvl="0"/>
            <a:r>
              <a:rPr lang="en-US" dirty="0"/>
              <a:t>Presentation title</a:t>
            </a:r>
          </a:p>
        </p:txBody>
      </p:sp>
      <p:sp>
        <p:nvSpPr>
          <p:cNvPr id="5" name="Text Placeholder 5">
            <a:extLst>
              <a:ext uri="{FF2B5EF4-FFF2-40B4-BE49-F238E27FC236}">
                <a16:creationId xmlns:a16="http://schemas.microsoft.com/office/drawing/2014/main" id="{AE0E37F3-8269-71CC-D3D1-3A51C3618C8C}"/>
              </a:ext>
            </a:extLst>
          </p:cNvPr>
          <p:cNvSpPr>
            <a:spLocks noGrp="1"/>
          </p:cNvSpPr>
          <p:nvPr>
            <p:ph type="body" sz="quarter" idx="12" hasCustomPrompt="1"/>
          </p:nvPr>
        </p:nvSpPr>
        <p:spPr>
          <a:xfrm>
            <a:off x="428625" y="2084535"/>
            <a:ext cx="6766560" cy="1217080"/>
          </a:xfrm>
        </p:spPr>
        <p:txBody>
          <a:bodyPr/>
          <a:lstStyle>
            <a:lvl1pPr marL="0" indent="0">
              <a:buNone/>
              <a:defRPr sz="3200">
                <a:solidFill>
                  <a:schemeClr val="accent2"/>
                </a:solidFill>
                <a:latin typeface="+mj-lt"/>
              </a:defRPr>
            </a:lvl1pPr>
          </a:lstStyle>
          <a:p>
            <a:pPr lvl="0"/>
            <a:r>
              <a:rPr lang="en-US" dirty="0"/>
              <a:t>Subtitle</a:t>
            </a:r>
          </a:p>
        </p:txBody>
      </p:sp>
    </p:spTree>
    <p:extLst>
      <p:ext uri="{BB962C8B-B14F-4D97-AF65-F5344CB8AC3E}">
        <p14:creationId xmlns:p14="http://schemas.microsoft.com/office/powerpoint/2010/main" val="399787105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1_Agenda 2">
    <p:spTree>
      <p:nvGrpSpPr>
        <p:cNvPr id="1" name=""/>
        <p:cNvGrpSpPr/>
        <p:nvPr/>
      </p:nvGrpSpPr>
      <p:grpSpPr>
        <a:xfrm>
          <a:off x="0" y="0"/>
          <a:ext cx="0" cy="0"/>
          <a:chOff x="0" y="0"/>
          <a:chExt cx="0" cy="0"/>
        </a:xfrm>
      </p:grpSpPr>
      <p:sp>
        <p:nvSpPr>
          <p:cNvPr id="32" name="Text Placeholder 6">
            <a:extLst>
              <a:ext uri="{FF2B5EF4-FFF2-40B4-BE49-F238E27FC236}">
                <a16:creationId xmlns:a16="http://schemas.microsoft.com/office/drawing/2014/main" id="{18B37BD5-791A-0193-487C-BEEC6BB6F004}"/>
              </a:ext>
            </a:extLst>
          </p:cNvPr>
          <p:cNvSpPr>
            <a:spLocks noGrp="1"/>
          </p:cNvSpPr>
          <p:nvPr>
            <p:ph type="body" sz="quarter" idx="10" hasCustomPrompt="1"/>
          </p:nvPr>
        </p:nvSpPr>
        <p:spPr>
          <a:xfrm>
            <a:off x="428625" y="1446367"/>
            <a:ext cx="343043" cy="369332"/>
          </a:xfrm>
        </p:spPr>
        <p:txBody>
          <a:bodyPr wrap="none">
            <a:spAutoFit/>
          </a:bodyPr>
          <a:lstStyle>
            <a:lvl1pPr marL="0" indent="0" algn="l">
              <a:spcAft>
                <a:spcPts val="0"/>
              </a:spcAft>
              <a:buNone/>
              <a:defRPr sz="2400">
                <a:solidFill>
                  <a:schemeClr val="accent1"/>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01</a:t>
            </a:r>
          </a:p>
        </p:txBody>
      </p:sp>
      <p:sp>
        <p:nvSpPr>
          <p:cNvPr id="33" name="Text Placeholder 6">
            <a:extLst>
              <a:ext uri="{FF2B5EF4-FFF2-40B4-BE49-F238E27FC236}">
                <a16:creationId xmlns:a16="http://schemas.microsoft.com/office/drawing/2014/main" id="{23F6A275-BC27-3B00-D9D1-E346543A2FB2}"/>
              </a:ext>
            </a:extLst>
          </p:cNvPr>
          <p:cNvSpPr>
            <a:spLocks noGrp="1"/>
          </p:cNvSpPr>
          <p:nvPr>
            <p:ph type="body" sz="quarter" idx="11" hasCustomPrompt="1"/>
          </p:nvPr>
        </p:nvSpPr>
        <p:spPr>
          <a:xfrm>
            <a:off x="1148228" y="1446367"/>
            <a:ext cx="3887796" cy="822960"/>
          </a:xfrm>
        </p:spPr>
        <p:txBody>
          <a:bodyPr wrap="none">
            <a:noAutofit/>
          </a:bodyPr>
          <a:lstStyle>
            <a:lvl1pPr marL="0" indent="0">
              <a:spcAft>
                <a:spcPts val="0"/>
              </a:spcAft>
              <a:buNone/>
              <a:defRPr sz="24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Chapter title example</a:t>
            </a:r>
          </a:p>
        </p:txBody>
      </p:sp>
      <p:sp>
        <p:nvSpPr>
          <p:cNvPr id="34" name="Text Placeholder 6">
            <a:extLst>
              <a:ext uri="{FF2B5EF4-FFF2-40B4-BE49-F238E27FC236}">
                <a16:creationId xmlns:a16="http://schemas.microsoft.com/office/drawing/2014/main" id="{3279C207-498D-17DD-B90F-B38512192DB3}"/>
              </a:ext>
            </a:extLst>
          </p:cNvPr>
          <p:cNvSpPr>
            <a:spLocks noGrp="1"/>
          </p:cNvSpPr>
          <p:nvPr>
            <p:ph type="body" sz="quarter" idx="12" hasCustomPrompt="1"/>
          </p:nvPr>
        </p:nvSpPr>
        <p:spPr>
          <a:xfrm>
            <a:off x="5284836" y="1446367"/>
            <a:ext cx="355867" cy="307777"/>
          </a:xfrm>
        </p:spPr>
        <p:txBody>
          <a:bodyPr wrap="none">
            <a:spAutoFit/>
          </a:bodyPr>
          <a:lstStyle>
            <a:lvl1pPr marL="0" indent="0" algn="r">
              <a:spcAft>
                <a:spcPts val="0"/>
              </a:spcAft>
              <a:buNone/>
              <a:defRPr sz="20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00</a:t>
            </a:r>
          </a:p>
        </p:txBody>
      </p:sp>
      <p:sp>
        <p:nvSpPr>
          <p:cNvPr id="35" name="Text Placeholder 6">
            <a:extLst>
              <a:ext uri="{FF2B5EF4-FFF2-40B4-BE49-F238E27FC236}">
                <a16:creationId xmlns:a16="http://schemas.microsoft.com/office/drawing/2014/main" id="{586FE53D-78C9-004C-93B6-44A7F0FF5D60}"/>
              </a:ext>
            </a:extLst>
          </p:cNvPr>
          <p:cNvSpPr>
            <a:spLocks noGrp="1"/>
          </p:cNvSpPr>
          <p:nvPr>
            <p:ph type="body" sz="quarter" idx="13" hasCustomPrompt="1"/>
          </p:nvPr>
        </p:nvSpPr>
        <p:spPr>
          <a:xfrm>
            <a:off x="6551295" y="1446367"/>
            <a:ext cx="392736" cy="369332"/>
          </a:xfrm>
        </p:spPr>
        <p:txBody>
          <a:bodyPr wrap="none">
            <a:spAutoFit/>
          </a:bodyPr>
          <a:lstStyle>
            <a:lvl1pPr marL="0" indent="0" algn="l">
              <a:spcAft>
                <a:spcPts val="0"/>
              </a:spcAft>
              <a:buNone/>
              <a:defRPr sz="2400">
                <a:solidFill>
                  <a:schemeClr val="accent1"/>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05</a:t>
            </a:r>
          </a:p>
        </p:txBody>
      </p:sp>
      <p:sp>
        <p:nvSpPr>
          <p:cNvPr id="36" name="Text Placeholder 6">
            <a:extLst>
              <a:ext uri="{FF2B5EF4-FFF2-40B4-BE49-F238E27FC236}">
                <a16:creationId xmlns:a16="http://schemas.microsoft.com/office/drawing/2014/main" id="{7EB05BBA-7526-99C8-7D05-91D849B1F6B1}"/>
              </a:ext>
            </a:extLst>
          </p:cNvPr>
          <p:cNvSpPr>
            <a:spLocks noGrp="1"/>
          </p:cNvSpPr>
          <p:nvPr>
            <p:ph type="body" sz="quarter" idx="14" hasCustomPrompt="1"/>
          </p:nvPr>
        </p:nvSpPr>
        <p:spPr>
          <a:xfrm>
            <a:off x="7270898" y="1446367"/>
            <a:ext cx="3887796" cy="822960"/>
          </a:xfrm>
        </p:spPr>
        <p:txBody>
          <a:bodyPr wrap="none">
            <a:noAutofit/>
          </a:bodyPr>
          <a:lstStyle>
            <a:lvl1pPr marL="0" indent="0">
              <a:spcAft>
                <a:spcPts val="0"/>
              </a:spcAft>
              <a:buNone/>
              <a:defRPr sz="24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Chapter title example</a:t>
            </a:r>
          </a:p>
        </p:txBody>
      </p:sp>
      <p:sp>
        <p:nvSpPr>
          <p:cNvPr id="37" name="Text Placeholder 6">
            <a:extLst>
              <a:ext uri="{FF2B5EF4-FFF2-40B4-BE49-F238E27FC236}">
                <a16:creationId xmlns:a16="http://schemas.microsoft.com/office/drawing/2014/main" id="{8AB13470-BAB6-F2A8-2732-0C5D36BBC570}"/>
              </a:ext>
            </a:extLst>
          </p:cNvPr>
          <p:cNvSpPr>
            <a:spLocks noGrp="1"/>
          </p:cNvSpPr>
          <p:nvPr>
            <p:ph type="body" sz="quarter" idx="15" hasCustomPrompt="1"/>
          </p:nvPr>
        </p:nvSpPr>
        <p:spPr>
          <a:xfrm>
            <a:off x="11406268" y="1446367"/>
            <a:ext cx="355867" cy="307777"/>
          </a:xfrm>
        </p:spPr>
        <p:txBody>
          <a:bodyPr wrap="none">
            <a:spAutoFit/>
          </a:bodyPr>
          <a:lstStyle>
            <a:lvl1pPr marL="0" indent="0" algn="r">
              <a:spcAft>
                <a:spcPts val="0"/>
              </a:spcAft>
              <a:buNone/>
              <a:defRPr sz="20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00</a:t>
            </a:r>
          </a:p>
        </p:txBody>
      </p:sp>
      <p:cxnSp>
        <p:nvCxnSpPr>
          <p:cNvPr id="38" name="Straight Connector 37">
            <a:extLst>
              <a:ext uri="{FF2B5EF4-FFF2-40B4-BE49-F238E27FC236}">
                <a16:creationId xmlns:a16="http://schemas.microsoft.com/office/drawing/2014/main" id="{0349E7EF-452F-CD72-A15B-A271646B001D}"/>
              </a:ext>
            </a:extLst>
          </p:cNvPr>
          <p:cNvCxnSpPr>
            <a:cxnSpLocks/>
          </p:cNvCxnSpPr>
          <p:nvPr userDrawn="1"/>
        </p:nvCxnSpPr>
        <p:spPr>
          <a:xfrm>
            <a:off x="6095999" y="1446367"/>
            <a:ext cx="0" cy="4630583"/>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9" name="Text Placeholder 6">
            <a:extLst>
              <a:ext uri="{FF2B5EF4-FFF2-40B4-BE49-F238E27FC236}">
                <a16:creationId xmlns:a16="http://schemas.microsoft.com/office/drawing/2014/main" id="{6DB51E28-E53D-0053-3AD8-2812E52C638D}"/>
              </a:ext>
            </a:extLst>
          </p:cNvPr>
          <p:cNvSpPr>
            <a:spLocks noGrp="1"/>
          </p:cNvSpPr>
          <p:nvPr>
            <p:ph type="body" sz="quarter" idx="16" hasCustomPrompt="1"/>
          </p:nvPr>
        </p:nvSpPr>
        <p:spPr>
          <a:xfrm>
            <a:off x="428625" y="2713569"/>
            <a:ext cx="395942" cy="369332"/>
          </a:xfrm>
        </p:spPr>
        <p:txBody>
          <a:bodyPr wrap="none">
            <a:spAutoFit/>
          </a:bodyPr>
          <a:lstStyle>
            <a:lvl1pPr marL="0" indent="0" algn="l">
              <a:spcAft>
                <a:spcPts val="0"/>
              </a:spcAft>
              <a:buNone/>
              <a:defRPr sz="2400">
                <a:solidFill>
                  <a:schemeClr val="accent1"/>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02</a:t>
            </a:r>
          </a:p>
        </p:txBody>
      </p:sp>
      <p:sp>
        <p:nvSpPr>
          <p:cNvPr id="40" name="Text Placeholder 6">
            <a:extLst>
              <a:ext uri="{FF2B5EF4-FFF2-40B4-BE49-F238E27FC236}">
                <a16:creationId xmlns:a16="http://schemas.microsoft.com/office/drawing/2014/main" id="{BE435B8A-07EB-17F6-C38F-D2A5A5449B66}"/>
              </a:ext>
            </a:extLst>
          </p:cNvPr>
          <p:cNvSpPr>
            <a:spLocks noGrp="1"/>
          </p:cNvSpPr>
          <p:nvPr>
            <p:ph type="body" sz="quarter" idx="17" hasCustomPrompt="1"/>
          </p:nvPr>
        </p:nvSpPr>
        <p:spPr>
          <a:xfrm>
            <a:off x="1148228" y="2713569"/>
            <a:ext cx="3887796" cy="822960"/>
          </a:xfrm>
        </p:spPr>
        <p:txBody>
          <a:bodyPr wrap="none">
            <a:noAutofit/>
          </a:bodyPr>
          <a:lstStyle>
            <a:lvl1pPr marL="0" indent="0">
              <a:spcAft>
                <a:spcPts val="0"/>
              </a:spcAft>
              <a:buNone/>
              <a:defRPr sz="24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Chapter title example</a:t>
            </a:r>
          </a:p>
        </p:txBody>
      </p:sp>
      <p:sp>
        <p:nvSpPr>
          <p:cNvPr id="41" name="Text Placeholder 6">
            <a:extLst>
              <a:ext uri="{FF2B5EF4-FFF2-40B4-BE49-F238E27FC236}">
                <a16:creationId xmlns:a16="http://schemas.microsoft.com/office/drawing/2014/main" id="{26830FF1-FEB7-EC55-1724-72AE49BC53FB}"/>
              </a:ext>
            </a:extLst>
          </p:cNvPr>
          <p:cNvSpPr>
            <a:spLocks noGrp="1"/>
          </p:cNvSpPr>
          <p:nvPr>
            <p:ph type="body" sz="quarter" idx="18" hasCustomPrompt="1"/>
          </p:nvPr>
        </p:nvSpPr>
        <p:spPr>
          <a:xfrm>
            <a:off x="5284836" y="2713569"/>
            <a:ext cx="355867" cy="307777"/>
          </a:xfrm>
        </p:spPr>
        <p:txBody>
          <a:bodyPr wrap="none">
            <a:spAutoFit/>
          </a:bodyPr>
          <a:lstStyle>
            <a:lvl1pPr marL="0" indent="0" algn="r">
              <a:spcAft>
                <a:spcPts val="0"/>
              </a:spcAft>
              <a:buNone/>
              <a:defRPr sz="20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00</a:t>
            </a:r>
          </a:p>
        </p:txBody>
      </p:sp>
      <p:sp>
        <p:nvSpPr>
          <p:cNvPr id="42" name="Text Placeholder 6">
            <a:extLst>
              <a:ext uri="{FF2B5EF4-FFF2-40B4-BE49-F238E27FC236}">
                <a16:creationId xmlns:a16="http://schemas.microsoft.com/office/drawing/2014/main" id="{5394B629-64BE-B80F-4EEA-158893316F70}"/>
              </a:ext>
            </a:extLst>
          </p:cNvPr>
          <p:cNvSpPr>
            <a:spLocks noGrp="1"/>
          </p:cNvSpPr>
          <p:nvPr>
            <p:ph type="body" sz="quarter" idx="19" hasCustomPrompt="1"/>
          </p:nvPr>
        </p:nvSpPr>
        <p:spPr>
          <a:xfrm>
            <a:off x="6551295" y="2713569"/>
            <a:ext cx="399148" cy="369332"/>
          </a:xfrm>
        </p:spPr>
        <p:txBody>
          <a:bodyPr wrap="none">
            <a:spAutoFit/>
          </a:bodyPr>
          <a:lstStyle>
            <a:lvl1pPr marL="0" indent="0" algn="l">
              <a:spcAft>
                <a:spcPts val="0"/>
              </a:spcAft>
              <a:buNone/>
              <a:defRPr sz="2400">
                <a:solidFill>
                  <a:schemeClr val="accent1"/>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06</a:t>
            </a:r>
          </a:p>
        </p:txBody>
      </p:sp>
      <p:sp>
        <p:nvSpPr>
          <p:cNvPr id="43" name="Text Placeholder 6">
            <a:extLst>
              <a:ext uri="{FF2B5EF4-FFF2-40B4-BE49-F238E27FC236}">
                <a16:creationId xmlns:a16="http://schemas.microsoft.com/office/drawing/2014/main" id="{88AE7531-DCA5-29FE-E8FE-698B7E3768BF}"/>
              </a:ext>
            </a:extLst>
          </p:cNvPr>
          <p:cNvSpPr>
            <a:spLocks noGrp="1"/>
          </p:cNvSpPr>
          <p:nvPr>
            <p:ph type="body" sz="quarter" idx="20" hasCustomPrompt="1"/>
          </p:nvPr>
        </p:nvSpPr>
        <p:spPr>
          <a:xfrm>
            <a:off x="7270898" y="2713569"/>
            <a:ext cx="3887796" cy="822960"/>
          </a:xfrm>
        </p:spPr>
        <p:txBody>
          <a:bodyPr wrap="none">
            <a:noAutofit/>
          </a:bodyPr>
          <a:lstStyle>
            <a:lvl1pPr marL="0" indent="0">
              <a:spcAft>
                <a:spcPts val="0"/>
              </a:spcAft>
              <a:buNone/>
              <a:defRPr sz="24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Chapter title example</a:t>
            </a:r>
          </a:p>
        </p:txBody>
      </p:sp>
      <p:sp>
        <p:nvSpPr>
          <p:cNvPr id="44" name="Text Placeholder 6">
            <a:extLst>
              <a:ext uri="{FF2B5EF4-FFF2-40B4-BE49-F238E27FC236}">
                <a16:creationId xmlns:a16="http://schemas.microsoft.com/office/drawing/2014/main" id="{DB729796-EECE-4C7C-29A8-7E2BF39048ED}"/>
              </a:ext>
            </a:extLst>
          </p:cNvPr>
          <p:cNvSpPr>
            <a:spLocks noGrp="1"/>
          </p:cNvSpPr>
          <p:nvPr>
            <p:ph type="body" sz="quarter" idx="21" hasCustomPrompt="1"/>
          </p:nvPr>
        </p:nvSpPr>
        <p:spPr>
          <a:xfrm>
            <a:off x="11407506" y="2713569"/>
            <a:ext cx="355867" cy="307777"/>
          </a:xfrm>
        </p:spPr>
        <p:txBody>
          <a:bodyPr wrap="none">
            <a:spAutoFit/>
          </a:bodyPr>
          <a:lstStyle>
            <a:lvl1pPr marL="0" indent="0" algn="r">
              <a:spcAft>
                <a:spcPts val="0"/>
              </a:spcAft>
              <a:buNone/>
              <a:defRPr sz="20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00</a:t>
            </a:r>
          </a:p>
        </p:txBody>
      </p:sp>
      <p:sp>
        <p:nvSpPr>
          <p:cNvPr id="45" name="Text Placeholder 6">
            <a:extLst>
              <a:ext uri="{FF2B5EF4-FFF2-40B4-BE49-F238E27FC236}">
                <a16:creationId xmlns:a16="http://schemas.microsoft.com/office/drawing/2014/main" id="{15FCEE1C-A580-91B5-A3D0-CF4A97C3A4A0}"/>
              </a:ext>
            </a:extLst>
          </p:cNvPr>
          <p:cNvSpPr>
            <a:spLocks noGrp="1"/>
          </p:cNvSpPr>
          <p:nvPr>
            <p:ph type="body" sz="quarter" idx="22" hasCustomPrompt="1"/>
          </p:nvPr>
        </p:nvSpPr>
        <p:spPr>
          <a:xfrm>
            <a:off x="428625" y="3980771"/>
            <a:ext cx="397545" cy="369332"/>
          </a:xfrm>
        </p:spPr>
        <p:txBody>
          <a:bodyPr wrap="none">
            <a:spAutoFit/>
          </a:bodyPr>
          <a:lstStyle>
            <a:lvl1pPr marL="0" indent="0" algn="l">
              <a:spcAft>
                <a:spcPts val="0"/>
              </a:spcAft>
              <a:buNone/>
              <a:defRPr sz="2400">
                <a:solidFill>
                  <a:schemeClr val="accent1"/>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03</a:t>
            </a:r>
          </a:p>
        </p:txBody>
      </p:sp>
      <p:sp>
        <p:nvSpPr>
          <p:cNvPr id="46" name="Text Placeholder 6">
            <a:extLst>
              <a:ext uri="{FF2B5EF4-FFF2-40B4-BE49-F238E27FC236}">
                <a16:creationId xmlns:a16="http://schemas.microsoft.com/office/drawing/2014/main" id="{0A2F1B9A-26DE-AA0C-25C7-52B6434222E4}"/>
              </a:ext>
            </a:extLst>
          </p:cNvPr>
          <p:cNvSpPr>
            <a:spLocks noGrp="1"/>
          </p:cNvSpPr>
          <p:nvPr>
            <p:ph type="body" sz="quarter" idx="23" hasCustomPrompt="1"/>
          </p:nvPr>
        </p:nvSpPr>
        <p:spPr>
          <a:xfrm>
            <a:off x="1148228" y="3980771"/>
            <a:ext cx="3887796" cy="822960"/>
          </a:xfrm>
        </p:spPr>
        <p:txBody>
          <a:bodyPr wrap="none">
            <a:noAutofit/>
          </a:bodyPr>
          <a:lstStyle>
            <a:lvl1pPr marL="0" indent="0">
              <a:spcAft>
                <a:spcPts val="0"/>
              </a:spcAft>
              <a:buNone/>
              <a:defRPr sz="24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Chapter title example</a:t>
            </a:r>
          </a:p>
        </p:txBody>
      </p:sp>
      <p:sp>
        <p:nvSpPr>
          <p:cNvPr id="47" name="Text Placeholder 6">
            <a:extLst>
              <a:ext uri="{FF2B5EF4-FFF2-40B4-BE49-F238E27FC236}">
                <a16:creationId xmlns:a16="http://schemas.microsoft.com/office/drawing/2014/main" id="{F2DEEA9B-1F67-6194-2396-F6FEB459FD21}"/>
              </a:ext>
            </a:extLst>
          </p:cNvPr>
          <p:cNvSpPr>
            <a:spLocks noGrp="1"/>
          </p:cNvSpPr>
          <p:nvPr>
            <p:ph type="body" sz="quarter" idx="24" hasCustomPrompt="1"/>
          </p:nvPr>
        </p:nvSpPr>
        <p:spPr>
          <a:xfrm>
            <a:off x="5284836" y="3980771"/>
            <a:ext cx="355867" cy="307777"/>
          </a:xfrm>
        </p:spPr>
        <p:txBody>
          <a:bodyPr wrap="none">
            <a:spAutoFit/>
          </a:bodyPr>
          <a:lstStyle>
            <a:lvl1pPr marL="0" indent="0" algn="r">
              <a:spcAft>
                <a:spcPts val="0"/>
              </a:spcAft>
              <a:buNone/>
              <a:defRPr sz="20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00</a:t>
            </a:r>
          </a:p>
        </p:txBody>
      </p:sp>
      <p:sp>
        <p:nvSpPr>
          <p:cNvPr id="48" name="Text Placeholder 6">
            <a:extLst>
              <a:ext uri="{FF2B5EF4-FFF2-40B4-BE49-F238E27FC236}">
                <a16:creationId xmlns:a16="http://schemas.microsoft.com/office/drawing/2014/main" id="{140EE3F8-6BD8-D3D2-27C4-179124F8F213}"/>
              </a:ext>
            </a:extLst>
          </p:cNvPr>
          <p:cNvSpPr>
            <a:spLocks noGrp="1"/>
          </p:cNvSpPr>
          <p:nvPr>
            <p:ph type="body" sz="quarter" idx="25" hasCustomPrompt="1"/>
          </p:nvPr>
        </p:nvSpPr>
        <p:spPr>
          <a:xfrm>
            <a:off x="6551295" y="3980771"/>
            <a:ext cx="373500" cy="369332"/>
          </a:xfrm>
        </p:spPr>
        <p:txBody>
          <a:bodyPr wrap="none">
            <a:spAutoFit/>
          </a:bodyPr>
          <a:lstStyle>
            <a:lvl1pPr marL="0" indent="0" algn="l">
              <a:spcAft>
                <a:spcPts val="0"/>
              </a:spcAft>
              <a:buNone/>
              <a:defRPr sz="2400">
                <a:solidFill>
                  <a:schemeClr val="accent1"/>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07</a:t>
            </a:r>
            <a:endParaRPr lang="en-US" dirty="0"/>
          </a:p>
        </p:txBody>
      </p:sp>
      <p:sp>
        <p:nvSpPr>
          <p:cNvPr id="49" name="Text Placeholder 6">
            <a:extLst>
              <a:ext uri="{FF2B5EF4-FFF2-40B4-BE49-F238E27FC236}">
                <a16:creationId xmlns:a16="http://schemas.microsoft.com/office/drawing/2014/main" id="{17EFC69B-05A5-DA45-6DE3-6F3BF210BB26}"/>
              </a:ext>
            </a:extLst>
          </p:cNvPr>
          <p:cNvSpPr>
            <a:spLocks noGrp="1"/>
          </p:cNvSpPr>
          <p:nvPr>
            <p:ph type="body" sz="quarter" idx="26" hasCustomPrompt="1"/>
          </p:nvPr>
        </p:nvSpPr>
        <p:spPr>
          <a:xfrm>
            <a:off x="7270898" y="3980771"/>
            <a:ext cx="3887796" cy="822960"/>
          </a:xfrm>
        </p:spPr>
        <p:txBody>
          <a:bodyPr wrap="none">
            <a:noAutofit/>
          </a:bodyPr>
          <a:lstStyle>
            <a:lvl1pPr marL="0" indent="0">
              <a:spcAft>
                <a:spcPts val="0"/>
              </a:spcAft>
              <a:buNone/>
              <a:defRPr sz="24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Chapter title example</a:t>
            </a:r>
          </a:p>
        </p:txBody>
      </p:sp>
      <p:sp>
        <p:nvSpPr>
          <p:cNvPr id="50" name="Text Placeholder 6">
            <a:extLst>
              <a:ext uri="{FF2B5EF4-FFF2-40B4-BE49-F238E27FC236}">
                <a16:creationId xmlns:a16="http://schemas.microsoft.com/office/drawing/2014/main" id="{1B387686-F5F7-EBFD-A4DF-37FA1AEC7490}"/>
              </a:ext>
            </a:extLst>
          </p:cNvPr>
          <p:cNvSpPr>
            <a:spLocks noGrp="1"/>
          </p:cNvSpPr>
          <p:nvPr>
            <p:ph type="body" sz="quarter" idx="27" hasCustomPrompt="1"/>
          </p:nvPr>
        </p:nvSpPr>
        <p:spPr>
          <a:xfrm>
            <a:off x="11407506" y="3980771"/>
            <a:ext cx="355867" cy="307777"/>
          </a:xfrm>
        </p:spPr>
        <p:txBody>
          <a:bodyPr wrap="none">
            <a:spAutoFit/>
          </a:bodyPr>
          <a:lstStyle>
            <a:lvl1pPr marL="0" indent="0" algn="r">
              <a:spcAft>
                <a:spcPts val="0"/>
              </a:spcAft>
              <a:buNone/>
              <a:defRPr sz="20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00</a:t>
            </a:r>
          </a:p>
        </p:txBody>
      </p:sp>
      <p:sp>
        <p:nvSpPr>
          <p:cNvPr id="51" name="Text Placeholder 6">
            <a:extLst>
              <a:ext uri="{FF2B5EF4-FFF2-40B4-BE49-F238E27FC236}">
                <a16:creationId xmlns:a16="http://schemas.microsoft.com/office/drawing/2014/main" id="{76880440-0A49-6AB8-EEC1-4347477D3BBC}"/>
              </a:ext>
            </a:extLst>
          </p:cNvPr>
          <p:cNvSpPr>
            <a:spLocks noGrp="1"/>
          </p:cNvSpPr>
          <p:nvPr>
            <p:ph type="body" sz="quarter" idx="28" hasCustomPrompt="1"/>
          </p:nvPr>
        </p:nvSpPr>
        <p:spPr>
          <a:xfrm>
            <a:off x="428625" y="5247973"/>
            <a:ext cx="403957" cy="369332"/>
          </a:xfrm>
        </p:spPr>
        <p:txBody>
          <a:bodyPr wrap="none">
            <a:spAutoFit/>
          </a:bodyPr>
          <a:lstStyle>
            <a:lvl1pPr marL="0" indent="0" algn="l">
              <a:spcAft>
                <a:spcPts val="0"/>
              </a:spcAft>
              <a:buNone/>
              <a:defRPr sz="2400">
                <a:solidFill>
                  <a:schemeClr val="accent1"/>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04</a:t>
            </a:r>
          </a:p>
        </p:txBody>
      </p:sp>
      <p:sp>
        <p:nvSpPr>
          <p:cNvPr id="52" name="Text Placeholder 6">
            <a:extLst>
              <a:ext uri="{FF2B5EF4-FFF2-40B4-BE49-F238E27FC236}">
                <a16:creationId xmlns:a16="http://schemas.microsoft.com/office/drawing/2014/main" id="{CFA68B9E-875D-81DE-693C-BF981449BC05}"/>
              </a:ext>
            </a:extLst>
          </p:cNvPr>
          <p:cNvSpPr>
            <a:spLocks noGrp="1"/>
          </p:cNvSpPr>
          <p:nvPr>
            <p:ph type="body" sz="quarter" idx="29" hasCustomPrompt="1"/>
          </p:nvPr>
        </p:nvSpPr>
        <p:spPr>
          <a:xfrm>
            <a:off x="1148228" y="5247973"/>
            <a:ext cx="3887796" cy="822960"/>
          </a:xfrm>
        </p:spPr>
        <p:txBody>
          <a:bodyPr wrap="none">
            <a:noAutofit/>
          </a:bodyPr>
          <a:lstStyle>
            <a:lvl1pPr marL="0" indent="0">
              <a:spcAft>
                <a:spcPts val="0"/>
              </a:spcAft>
              <a:buNone/>
              <a:defRPr sz="24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Chapter title example</a:t>
            </a:r>
          </a:p>
        </p:txBody>
      </p:sp>
      <p:sp>
        <p:nvSpPr>
          <p:cNvPr id="53" name="Text Placeholder 6">
            <a:extLst>
              <a:ext uri="{FF2B5EF4-FFF2-40B4-BE49-F238E27FC236}">
                <a16:creationId xmlns:a16="http://schemas.microsoft.com/office/drawing/2014/main" id="{1CBABAE4-81C5-0796-B9D8-DDD9482789AF}"/>
              </a:ext>
            </a:extLst>
          </p:cNvPr>
          <p:cNvSpPr>
            <a:spLocks noGrp="1"/>
          </p:cNvSpPr>
          <p:nvPr>
            <p:ph type="body" sz="quarter" idx="30" hasCustomPrompt="1"/>
          </p:nvPr>
        </p:nvSpPr>
        <p:spPr>
          <a:xfrm>
            <a:off x="5284836" y="5247973"/>
            <a:ext cx="355867" cy="307777"/>
          </a:xfrm>
        </p:spPr>
        <p:txBody>
          <a:bodyPr wrap="none">
            <a:spAutoFit/>
          </a:bodyPr>
          <a:lstStyle>
            <a:lvl1pPr marL="0" indent="0" algn="r">
              <a:spcAft>
                <a:spcPts val="0"/>
              </a:spcAft>
              <a:buNone/>
              <a:defRPr sz="20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00</a:t>
            </a:r>
          </a:p>
        </p:txBody>
      </p:sp>
      <p:sp>
        <p:nvSpPr>
          <p:cNvPr id="54" name="Text Placeholder 6">
            <a:extLst>
              <a:ext uri="{FF2B5EF4-FFF2-40B4-BE49-F238E27FC236}">
                <a16:creationId xmlns:a16="http://schemas.microsoft.com/office/drawing/2014/main" id="{723CC8C0-5E99-3025-2C27-55E9300E4579}"/>
              </a:ext>
            </a:extLst>
          </p:cNvPr>
          <p:cNvSpPr>
            <a:spLocks noGrp="1"/>
          </p:cNvSpPr>
          <p:nvPr>
            <p:ph type="body" sz="quarter" idx="31" hasCustomPrompt="1"/>
          </p:nvPr>
        </p:nvSpPr>
        <p:spPr>
          <a:xfrm>
            <a:off x="6551295" y="5247973"/>
            <a:ext cx="399148" cy="369332"/>
          </a:xfrm>
        </p:spPr>
        <p:txBody>
          <a:bodyPr wrap="none">
            <a:spAutoFit/>
          </a:bodyPr>
          <a:lstStyle>
            <a:lvl1pPr marL="0" indent="0" algn="l">
              <a:spcAft>
                <a:spcPts val="0"/>
              </a:spcAft>
              <a:buNone/>
              <a:defRPr sz="2400">
                <a:solidFill>
                  <a:schemeClr val="accent1"/>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08</a:t>
            </a:r>
          </a:p>
        </p:txBody>
      </p:sp>
      <p:sp>
        <p:nvSpPr>
          <p:cNvPr id="55" name="Text Placeholder 6">
            <a:extLst>
              <a:ext uri="{FF2B5EF4-FFF2-40B4-BE49-F238E27FC236}">
                <a16:creationId xmlns:a16="http://schemas.microsoft.com/office/drawing/2014/main" id="{10706836-3306-B126-2D9A-BD6677D7A57B}"/>
              </a:ext>
            </a:extLst>
          </p:cNvPr>
          <p:cNvSpPr>
            <a:spLocks noGrp="1"/>
          </p:cNvSpPr>
          <p:nvPr>
            <p:ph type="body" sz="quarter" idx="32" hasCustomPrompt="1"/>
          </p:nvPr>
        </p:nvSpPr>
        <p:spPr>
          <a:xfrm>
            <a:off x="7270898" y="5247973"/>
            <a:ext cx="3887796" cy="822960"/>
          </a:xfrm>
        </p:spPr>
        <p:txBody>
          <a:bodyPr wrap="none">
            <a:noAutofit/>
          </a:bodyPr>
          <a:lstStyle>
            <a:lvl1pPr marL="0" indent="0">
              <a:spcAft>
                <a:spcPts val="0"/>
              </a:spcAft>
              <a:buNone/>
              <a:defRPr sz="24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Chapter title example</a:t>
            </a:r>
          </a:p>
        </p:txBody>
      </p:sp>
      <p:sp>
        <p:nvSpPr>
          <p:cNvPr id="56" name="Text Placeholder 6">
            <a:extLst>
              <a:ext uri="{FF2B5EF4-FFF2-40B4-BE49-F238E27FC236}">
                <a16:creationId xmlns:a16="http://schemas.microsoft.com/office/drawing/2014/main" id="{4689B250-01B1-6255-DD4D-745EBF92BCF6}"/>
              </a:ext>
            </a:extLst>
          </p:cNvPr>
          <p:cNvSpPr>
            <a:spLocks noGrp="1"/>
          </p:cNvSpPr>
          <p:nvPr>
            <p:ph type="body" sz="quarter" idx="33" hasCustomPrompt="1"/>
          </p:nvPr>
        </p:nvSpPr>
        <p:spPr>
          <a:xfrm>
            <a:off x="11406268" y="5247973"/>
            <a:ext cx="355867" cy="307777"/>
          </a:xfrm>
        </p:spPr>
        <p:txBody>
          <a:bodyPr wrap="none">
            <a:spAutoFit/>
          </a:bodyPr>
          <a:lstStyle>
            <a:lvl1pPr marL="0" indent="0" algn="r">
              <a:spcAft>
                <a:spcPts val="0"/>
              </a:spcAft>
              <a:buNone/>
              <a:defRPr sz="20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00</a:t>
            </a:r>
          </a:p>
        </p:txBody>
      </p:sp>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sz="3600">
                <a:solidFill>
                  <a:schemeClr val="accent3"/>
                </a:solidFill>
              </a:defRPr>
            </a:lvl1pPr>
          </a:lstStyle>
          <a:p>
            <a:r>
              <a:rPr lang="en-US" dirty="0"/>
              <a:t>Contents</a:t>
            </a:r>
          </a:p>
        </p:txBody>
      </p:sp>
      <p:sp>
        <p:nvSpPr>
          <p:cNvPr id="30" name="Slide Number Placeholder 5">
            <a:extLst>
              <a:ext uri="{FF2B5EF4-FFF2-40B4-BE49-F238E27FC236}">
                <a16:creationId xmlns:a16="http://schemas.microsoft.com/office/drawing/2014/main" id="{73BB667A-B847-58CB-E129-3219597AE696}"/>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169899824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Circle curv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3" name="Content Placeholder 2">
            <a:extLst>
              <a:ext uri="{FF2B5EF4-FFF2-40B4-BE49-F238E27FC236}">
                <a16:creationId xmlns:a16="http://schemas.microsoft.com/office/drawing/2014/main" id="{910954B3-5AD1-D4D0-8177-5CCD13F90ACB}"/>
              </a:ext>
            </a:extLst>
          </p:cNvPr>
          <p:cNvSpPr>
            <a:spLocks noGrp="1"/>
          </p:cNvSpPr>
          <p:nvPr>
            <p:ph idx="1" hasCustomPrompt="1"/>
          </p:nvPr>
        </p:nvSpPr>
        <p:spPr>
          <a:xfrm>
            <a:off x="5254906" y="1446212"/>
            <a:ext cx="6511644" cy="4630737"/>
          </a:xfrm>
        </p:spPr>
        <p:txBody>
          <a:bodyPr/>
          <a:lstStyle/>
          <a:p>
            <a:pPr lvl="0"/>
            <a:r>
              <a:rPr lang="en-US" dirty="0"/>
              <a:t>Level 01</a:t>
            </a:r>
          </a:p>
          <a:p>
            <a:pPr lvl="1"/>
            <a:r>
              <a:rPr lang="en-US" dirty="0"/>
              <a:t>Level 02</a:t>
            </a:r>
          </a:p>
          <a:p>
            <a:pPr lvl="2"/>
            <a:r>
              <a:rPr lang="en-US" dirty="0"/>
              <a:t>Level 03</a:t>
            </a:r>
          </a:p>
          <a:p>
            <a:pPr lvl="3"/>
            <a:r>
              <a:rPr lang="en-US" dirty="0"/>
              <a:t>Level 04</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7" name="Picture Placeholder 6">
            <a:extLst>
              <a:ext uri="{FF2B5EF4-FFF2-40B4-BE49-F238E27FC236}">
                <a16:creationId xmlns:a16="http://schemas.microsoft.com/office/drawing/2014/main" id="{4A8ACBE3-F84F-9311-A090-BF6945A40482}"/>
              </a:ext>
            </a:extLst>
          </p:cNvPr>
          <p:cNvSpPr>
            <a:spLocks noGrp="1" noChangeAspect="1"/>
          </p:cNvSpPr>
          <p:nvPr>
            <p:ph type="pic" sz="quarter" idx="11"/>
          </p:nvPr>
        </p:nvSpPr>
        <p:spPr>
          <a:xfrm>
            <a:off x="1358739" y="2390067"/>
            <a:ext cx="2765586" cy="2765584"/>
          </a:xfrm>
          <a:prstGeom prst="ellipse">
            <a:avLst/>
          </a:prstGeom>
        </p:spPr>
        <p:txBody>
          <a:bodyPr anchor="ctr"/>
          <a:lstStyle>
            <a:lvl1pPr marL="0" indent="0" algn="ctr">
              <a:buNone/>
              <a:defRPr/>
            </a:lvl1pPr>
          </a:lstStyle>
          <a:p>
            <a:r>
              <a:rPr lang="fr-FR"/>
              <a:t>Cliquez sur l'icône pour ajouter une image</a:t>
            </a:r>
            <a:endParaRPr lang="en-US" dirty="0"/>
          </a:p>
        </p:txBody>
      </p:sp>
      <p:sp>
        <p:nvSpPr>
          <p:cNvPr id="9" name="Slide Number Placeholder 5">
            <a:extLst>
              <a:ext uri="{FF2B5EF4-FFF2-40B4-BE49-F238E27FC236}">
                <a16:creationId xmlns:a16="http://schemas.microsoft.com/office/drawing/2014/main" id="{7708C7AB-438A-DC8C-37D8-D7D68BAB13CD}"/>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1459866826"/>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AddCustomFooter#1">
            <a:extLst>
              <a:ext uri="{FF2B5EF4-FFF2-40B4-BE49-F238E27FC236}">
                <a16:creationId xmlns:a16="http://schemas.microsoft.com/office/drawing/2014/main" id="{E00FAE01-94EC-1357-62EB-1169EE36702E}"/>
              </a:ext>
            </a:extLst>
          </p:cNvPr>
          <p:cNvSpPr txBox="1"/>
          <p:nvPr userDrawn="1"/>
        </p:nvSpPr>
        <p:spPr bwMode="gray">
          <a:xfrm>
            <a:off x="428625" y="6420355"/>
            <a:ext cx="2869696"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tab pos="274320" algn="l"/>
                <a:tab pos="411480" algn="l"/>
              </a:tabLst>
              <a:defRPr/>
            </a:pPr>
            <a:r>
              <a:rPr kumimoji="0" lang="en-US" sz="1000" b="0" i="0" u="none" strike="noStrike" kern="1200" cap="none" spc="0" normalizeH="0" baseline="0" noProof="0" dirty="0">
                <a:ln>
                  <a:noFill/>
                </a:ln>
                <a:solidFill>
                  <a:schemeClr val="accent3"/>
                </a:solidFill>
                <a:effectLst/>
                <a:uLnTx/>
                <a:uFillTx/>
                <a:latin typeface="+mn-lt"/>
                <a:ea typeface="Verdana" pitchFamily="34" charset="0"/>
                <a:cs typeface="Verdana" pitchFamily="34" charset="0"/>
              </a:rPr>
              <a:t>	|	April 2024 | Timesaver templates | © Atos</a:t>
            </a:r>
            <a:endParaRPr lang="nl-NL" sz="900" baseline="0" dirty="0">
              <a:solidFill>
                <a:schemeClr val="accent3"/>
              </a:solidFill>
              <a:latin typeface="+mn-lt"/>
              <a:ea typeface="Verdana" pitchFamily="34" charset="0"/>
              <a:cs typeface="Verdana" pitchFamily="34" charset="0"/>
            </a:endParaRPr>
          </a:p>
        </p:txBody>
      </p:sp>
      <p:sp>
        <p:nvSpPr>
          <p:cNvPr id="2" name="Title Placeholder 1">
            <a:extLst>
              <a:ext uri="{FF2B5EF4-FFF2-40B4-BE49-F238E27FC236}">
                <a16:creationId xmlns:a16="http://schemas.microsoft.com/office/drawing/2014/main" id="{BCF9D3E5-713E-2458-85D8-863C02E33FC9}"/>
              </a:ext>
            </a:extLst>
          </p:cNvPr>
          <p:cNvSpPr>
            <a:spLocks noGrp="1"/>
          </p:cNvSpPr>
          <p:nvPr>
            <p:ph type="title"/>
          </p:nvPr>
        </p:nvSpPr>
        <p:spPr>
          <a:xfrm>
            <a:off x="428624" y="291452"/>
            <a:ext cx="11337925" cy="796568"/>
          </a:xfrm>
          <a:prstGeom prst="rect">
            <a:avLst/>
          </a:prstGeom>
        </p:spPr>
        <p:txBody>
          <a:bodyPr vert="horz" lIns="0" tIns="0" rIns="0" bIns="0" rtlCol="0" anchor="t">
            <a:noAutofit/>
          </a:bodyPr>
          <a:lstStyle/>
          <a:p>
            <a:r>
              <a:rPr lang="en-US" dirty="0"/>
              <a:t>Title</a:t>
            </a:r>
          </a:p>
        </p:txBody>
      </p:sp>
      <p:sp>
        <p:nvSpPr>
          <p:cNvPr id="3" name="Text Placeholder 2">
            <a:extLst>
              <a:ext uri="{FF2B5EF4-FFF2-40B4-BE49-F238E27FC236}">
                <a16:creationId xmlns:a16="http://schemas.microsoft.com/office/drawing/2014/main" id="{F4BE1C79-616F-D7C0-02B1-92ECF462DD0D}"/>
              </a:ext>
            </a:extLst>
          </p:cNvPr>
          <p:cNvSpPr>
            <a:spLocks noGrp="1"/>
          </p:cNvSpPr>
          <p:nvPr>
            <p:ph type="body" idx="1"/>
          </p:nvPr>
        </p:nvSpPr>
        <p:spPr>
          <a:xfrm>
            <a:off x="428624" y="1446212"/>
            <a:ext cx="11337926" cy="4630737"/>
          </a:xfrm>
          <a:prstGeom prst="rect">
            <a:avLst/>
          </a:prstGeom>
        </p:spPr>
        <p:txBody>
          <a:bodyPr vert="horz" lIns="0" tIns="0" rIns="0" bIns="0" rtlCol="0">
            <a:noAutofit/>
          </a:bodyPr>
          <a:lstStyle/>
          <a:p>
            <a:pPr lvl="0"/>
            <a:r>
              <a:rPr lang="en-US" dirty="0"/>
              <a:t>Level 01</a:t>
            </a:r>
          </a:p>
          <a:p>
            <a:pPr lvl="1"/>
            <a:r>
              <a:rPr lang="en-US" dirty="0"/>
              <a:t>Level 02</a:t>
            </a:r>
          </a:p>
          <a:p>
            <a:pPr lvl="2"/>
            <a:r>
              <a:rPr lang="en-US" dirty="0"/>
              <a:t>Level 03</a:t>
            </a:r>
          </a:p>
          <a:p>
            <a:pPr lvl="3"/>
            <a:r>
              <a:rPr lang="en-US" dirty="0"/>
              <a:t>Level 04</a:t>
            </a:r>
          </a:p>
          <a:p>
            <a:pPr marL="1143000" marR="0" lvl="4" indent="-228600" algn="l"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Char char="•"/>
              <a:tabLst/>
              <a:defRPr/>
            </a:pPr>
            <a:r>
              <a:rPr lang="en-US" dirty="0"/>
              <a:t>Level 05</a:t>
            </a:r>
          </a:p>
          <a:p>
            <a:pPr marL="1371600" marR="0" lvl="0" indent="-228600" algn="l"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Char char="•"/>
              <a:tabLst/>
              <a:defRPr/>
            </a:pPr>
            <a:r>
              <a:rPr lang="en-US" dirty="0"/>
              <a:t>Level 06</a:t>
            </a:r>
          </a:p>
        </p:txBody>
      </p:sp>
      <p:sp>
        <p:nvSpPr>
          <p:cNvPr id="5" name="Graphique 10">
            <a:extLst>
              <a:ext uri="{FF2B5EF4-FFF2-40B4-BE49-F238E27FC236}">
                <a16:creationId xmlns:a16="http://schemas.microsoft.com/office/drawing/2014/main" id="{1C95FD47-5D5D-CF7D-07B8-ABFE4BCD951D}"/>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dirty="0"/>
          </a:p>
        </p:txBody>
      </p:sp>
      <p:sp>
        <p:nvSpPr>
          <p:cNvPr id="6" name="Slide Number Placeholder 5">
            <a:extLst>
              <a:ext uri="{FF2B5EF4-FFF2-40B4-BE49-F238E27FC236}">
                <a16:creationId xmlns:a16="http://schemas.microsoft.com/office/drawing/2014/main" id="{9F567185-ACB9-908F-2962-5980CB3C095C}"/>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523802451"/>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82" r:id="rId6"/>
    <p:sldLayoutId id="2147483783" r:id="rId7"/>
    <p:sldLayoutId id="2147483650" r:id="rId8"/>
    <p:sldLayoutId id="2147483693" r:id="rId9"/>
    <p:sldLayoutId id="2147483751" r:id="rId10"/>
    <p:sldLayoutId id="2147483752" r:id="rId11"/>
    <p:sldLayoutId id="2147483753" r:id="rId12"/>
    <p:sldLayoutId id="2147483695" r:id="rId13"/>
    <p:sldLayoutId id="2147483754" r:id="rId14"/>
    <p:sldLayoutId id="2147483755" r:id="rId15"/>
    <p:sldLayoutId id="2147483756" r:id="rId16"/>
    <p:sldLayoutId id="2147483757" r:id="rId17"/>
    <p:sldLayoutId id="2147483758" r:id="rId18"/>
    <p:sldLayoutId id="2147483759" r:id="rId19"/>
    <p:sldLayoutId id="2147483760" r:id="rId20"/>
    <p:sldLayoutId id="2147483761" r:id="rId21"/>
    <p:sldLayoutId id="2147483656" r:id="rId22"/>
    <p:sldLayoutId id="2147483746" r:id="rId23"/>
    <p:sldLayoutId id="2147483655" r:id="rId24"/>
    <p:sldLayoutId id="2147483696" r:id="rId25"/>
    <p:sldLayoutId id="2147483697" r:id="rId26"/>
    <p:sldLayoutId id="2147483722" r:id="rId27"/>
    <p:sldLayoutId id="2147483699" r:id="rId28"/>
    <p:sldLayoutId id="2147483703" r:id="rId29"/>
    <p:sldLayoutId id="2147483701" r:id="rId30"/>
    <p:sldLayoutId id="2147483702" r:id="rId31"/>
    <p:sldLayoutId id="2147483704" r:id="rId32"/>
    <p:sldLayoutId id="2147483707" r:id="rId33"/>
    <p:sldLayoutId id="2147483706" r:id="rId34"/>
    <p:sldLayoutId id="2147483705" r:id="rId35"/>
    <p:sldLayoutId id="2147483708" r:id="rId36"/>
    <p:sldLayoutId id="2147483709" r:id="rId37"/>
    <p:sldLayoutId id="2147483724" r:id="rId38"/>
    <p:sldLayoutId id="2147483712" r:id="rId39"/>
    <p:sldLayoutId id="2147483737" r:id="rId40"/>
    <p:sldLayoutId id="2147483739" r:id="rId41"/>
    <p:sldLayoutId id="2147483738" r:id="rId42"/>
    <p:sldLayoutId id="2147483729" r:id="rId43"/>
    <p:sldLayoutId id="2147483730" r:id="rId44"/>
    <p:sldLayoutId id="2147483731" r:id="rId45"/>
    <p:sldLayoutId id="2147483727" r:id="rId46"/>
    <p:sldLayoutId id="2147483750" r:id="rId47"/>
    <p:sldLayoutId id="2147483786" r:id="rId48"/>
    <p:sldLayoutId id="2147483785" r:id="rId49"/>
    <p:sldLayoutId id="2147483788" r:id="rId50"/>
    <p:sldLayoutId id="2147483790" r:id="rId51"/>
    <p:sldLayoutId id="2147483770" r:id="rId52"/>
    <p:sldLayoutId id="2147483771" r:id="rId53"/>
    <p:sldLayoutId id="2147483772" r:id="rId54"/>
    <p:sldLayoutId id="2147483773" r:id="rId55"/>
    <p:sldLayoutId id="2147483774" r:id="rId56"/>
    <p:sldLayoutId id="2147483775" r:id="rId57"/>
    <p:sldLayoutId id="2147483776" r:id="rId58"/>
    <p:sldLayoutId id="2147483777" r:id="rId59"/>
    <p:sldLayoutId id="2147483781" r:id="rId60"/>
    <p:sldLayoutId id="2147483780" r:id="rId61"/>
    <p:sldLayoutId id="2147483779" r:id="rId62"/>
    <p:sldLayoutId id="2147483778" r:id="rId63"/>
    <p:sldLayoutId id="2147483748" r:id="rId64"/>
    <p:sldLayoutId id="2147483664" r:id="rId65"/>
    <p:sldLayoutId id="2147483787" r:id="rId66"/>
    <p:sldLayoutId id="2147483791" r:id="rId67"/>
    <p:sldLayoutId id="2147483792" r:id="rId68"/>
    <p:sldLayoutId id="2147483795" r:id="rId69"/>
  </p:sldLayoutIdLst>
  <p:hf hdr="0" ftr="0" dt="0"/>
  <p:txStyles>
    <p:titleStyle>
      <a:lvl1pPr algn="l" defTabSz="914400" rtl="0" eaLnBrk="1" latinLnBrk="0" hangingPunct="1">
        <a:lnSpc>
          <a:spcPct val="100000"/>
        </a:lnSpc>
        <a:spcBef>
          <a:spcPct val="0"/>
        </a:spcBef>
        <a:buNone/>
        <a:defRPr sz="28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28" userDrawn="1">
          <p15:clr>
            <a:srgbClr val="F26B43"/>
          </p15:clr>
        </p15:guide>
        <p15:guide id="2" pos="270" userDrawn="1">
          <p15:clr>
            <a:srgbClr val="F26B43"/>
          </p15:clr>
        </p15:guide>
        <p15:guide id="3" pos="7412" userDrawn="1">
          <p15:clr>
            <a:srgbClr val="F26B43"/>
          </p15:clr>
        </p15:guide>
        <p15:guide id="4" orient="horz" pos="91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7.xml"/></Relationships>
</file>

<file path=ppt/slides/_rels/slide2.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6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22.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svg"/></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8" Type="http://schemas.openxmlformats.org/officeDocument/2006/relationships/chart" Target="../charts/chart5.xml"/><Relationship Id="rId3" Type="http://schemas.openxmlformats.org/officeDocument/2006/relationships/image" Target="../media/image23.png"/><Relationship Id="rId7" Type="http://schemas.openxmlformats.org/officeDocument/2006/relationships/chart" Target="../charts/chart4.xml"/><Relationship Id="rId2" Type="http://schemas.openxmlformats.org/officeDocument/2006/relationships/chart" Target="../charts/chart1.xml"/><Relationship Id="rId1" Type="http://schemas.openxmlformats.org/officeDocument/2006/relationships/slideLayout" Target="../slideLayouts/slideLayout69.xml"/><Relationship Id="rId6" Type="http://schemas.openxmlformats.org/officeDocument/2006/relationships/chart" Target="../charts/chart3.xml"/><Relationship Id="rId5" Type="http://schemas.openxmlformats.org/officeDocument/2006/relationships/chart" Target="../charts/chart2.xml"/><Relationship Id="rId10" Type="http://schemas.openxmlformats.org/officeDocument/2006/relationships/image" Target="../media/image19.svg"/><Relationship Id="rId4" Type="http://schemas.openxmlformats.org/officeDocument/2006/relationships/image" Target="../media/image24.png"/><Relationship Id="rId9" Type="http://schemas.openxmlformats.org/officeDocument/2006/relationships/chart" Target="../charts/char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9EF71E80-0B44-2E82-F8AF-7C7FA55D1232}"/>
              </a:ext>
            </a:extLst>
          </p:cNvPr>
          <p:cNvSpPr>
            <a:spLocks noGrp="1"/>
          </p:cNvSpPr>
          <p:nvPr>
            <p:ph type="title" idx="4294967295"/>
          </p:nvPr>
        </p:nvSpPr>
        <p:spPr>
          <a:xfrm>
            <a:off x="428625" y="1457325"/>
            <a:ext cx="6765925" cy="184467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00"/>
              </a:spcAft>
              <a:buClr>
                <a:schemeClr val="accent3"/>
              </a:buClr>
              <a:buSzTx/>
              <a:buFont typeface="Arial" panose="020B0604020202020204" pitchFamily="34" charset="0"/>
              <a:buNone/>
              <a:tabLst/>
              <a:defRPr/>
            </a:pPr>
            <a:r>
              <a:rPr kumimoji="0" lang="en-US" sz="4400" b="0" i="0" u="none" strike="noStrike" kern="1200" cap="none" spc="0" normalizeH="0" baseline="0" noProof="0" dirty="0">
                <a:ln>
                  <a:noFill/>
                </a:ln>
                <a:solidFill>
                  <a:schemeClr val="bg1"/>
                </a:solidFill>
                <a:effectLst/>
                <a:uLnTx/>
                <a:uFillTx/>
                <a:latin typeface="+mj-lt"/>
                <a:ea typeface="+mn-ea"/>
                <a:cs typeface="+mn-cs"/>
              </a:rPr>
              <a:t>Certification Atlas </a:t>
            </a:r>
            <a:r>
              <a:rPr kumimoji="0" lang="en-US" sz="4400" b="0" i="0" u="none" strike="noStrike" kern="1200" cap="none" spc="0" normalizeH="0" baseline="0" noProof="0" dirty="0" err="1">
                <a:ln>
                  <a:noFill/>
                </a:ln>
                <a:solidFill>
                  <a:schemeClr val="bg1"/>
                </a:solidFill>
                <a:effectLst/>
                <a:uLnTx/>
                <a:uFillTx/>
                <a:latin typeface="+mj-lt"/>
                <a:ea typeface="+mn-ea"/>
                <a:cs typeface="+mn-cs"/>
              </a:rPr>
              <a:t>Cisia</a:t>
            </a:r>
            <a:endParaRPr kumimoji="0" lang="en-US" sz="4400" b="0" i="0" u="none" strike="noStrike" kern="1200" cap="none" spc="0" normalizeH="0" baseline="0" noProof="0" dirty="0">
              <a:ln>
                <a:noFill/>
              </a:ln>
              <a:solidFill>
                <a:schemeClr val="bg1"/>
              </a:solidFill>
              <a:effectLst/>
              <a:uLnTx/>
              <a:uFillTx/>
              <a:latin typeface="+mj-lt"/>
              <a:ea typeface="+mn-ea"/>
              <a:cs typeface="+mn-cs"/>
            </a:endParaRPr>
          </a:p>
        </p:txBody>
      </p:sp>
      <p:sp>
        <p:nvSpPr>
          <p:cNvPr id="12" name="Text Placeholder 11">
            <a:extLst>
              <a:ext uri="{FF2B5EF4-FFF2-40B4-BE49-F238E27FC236}">
                <a16:creationId xmlns:a16="http://schemas.microsoft.com/office/drawing/2014/main" id="{2D4E04B6-C876-D9ED-808E-80B1AEAA3E70}"/>
              </a:ext>
            </a:extLst>
          </p:cNvPr>
          <p:cNvSpPr>
            <a:spLocks noGrp="1"/>
          </p:cNvSpPr>
          <p:nvPr>
            <p:ph type="body" sz="quarter" idx="12"/>
          </p:nvPr>
        </p:nvSpPr>
        <p:spPr/>
        <p:txBody>
          <a:bodyPr/>
          <a:lstStyle/>
          <a:p>
            <a:r>
              <a:rPr lang="en-US" dirty="0"/>
              <a:t>Etude de </a:t>
            </a:r>
            <a:r>
              <a:rPr lang="fr-FR" noProof="0" dirty="0"/>
              <a:t>cas - </a:t>
            </a:r>
            <a:r>
              <a:rPr lang="fr-FR" b="1" dirty="0"/>
              <a:t>Orientation et tri multimodal des demandeurs d'emploi par l'Intelligence Artificielle</a:t>
            </a:r>
            <a:endParaRPr lang="fr-FR" dirty="0"/>
          </a:p>
          <a:p>
            <a:endParaRPr lang="en-US" dirty="0"/>
          </a:p>
        </p:txBody>
      </p:sp>
      <p:sp>
        <p:nvSpPr>
          <p:cNvPr id="2" name="ZoneTexte 1">
            <a:extLst>
              <a:ext uri="{FF2B5EF4-FFF2-40B4-BE49-F238E27FC236}">
                <a16:creationId xmlns:a16="http://schemas.microsoft.com/office/drawing/2014/main" id="{8FAF01B8-8E6F-9C88-02A9-037346614A2D}"/>
              </a:ext>
            </a:extLst>
          </p:cNvPr>
          <p:cNvSpPr txBox="1"/>
          <p:nvPr/>
        </p:nvSpPr>
        <p:spPr>
          <a:xfrm>
            <a:off x="2940424" y="2312894"/>
            <a:ext cx="0" cy="0"/>
          </a:xfrm>
          <a:prstGeom prst="rect">
            <a:avLst/>
          </a:prstGeom>
          <a:noFill/>
        </p:spPr>
        <p:txBody>
          <a:bodyPr wrap="none" rtlCol="0">
            <a:noAutofit/>
          </a:bodyPr>
          <a:lstStyle/>
          <a:p>
            <a:pPr algn="l"/>
            <a:endParaRPr lang="fr-FR" dirty="0" err="1">
              <a:solidFill>
                <a:schemeClr val="accent3"/>
              </a:solidFill>
            </a:endParaRPr>
          </a:p>
        </p:txBody>
      </p:sp>
    </p:spTree>
    <p:extLst>
      <p:ext uri="{BB962C8B-B14F-4D97-AF65-F5344CB8AC3E}">
        <p14:creationId xmlns:p14="http://schemas.microsoft.com/office/powerpoint/2010/main" val="4028526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7AE3629-316F-07D7-F540-E27FE936331A}"/>
              </a:ext>
            </a:extLst>
          </p:cNvPr>
          <p:cNvSpPr>
            <a:spLocks noGrp="1"/>
          </p:cNvSpPr>
          <p:nvPr>
            <p:ph type="title"/>
          </p:nvPr>
        </p:nvSpPr>
        <p:spPr/>
        <p:txBody>
          <a:bodyPr/>
          <a:lstStyle/>
          <a:p>
            <a:r>
              <a:rPr lang="en-IN" dirty="0"/>
              <a:t>Contents</a:t>
            </a:r>
          </a:p>
        </p:txBody>
      </p:sp>
      <p:sp>
        <p:nvSpPr>
          <p:cNvPr id="17" name="Text Placeholder 16">
            <a:extLst>
              <a:ext uri="{FF2B5EF4-FFF2-40B4-BE49-F238E27FC236}">
                <a16:creationId xmlns:a16="http://schemas.microsoft.com/office/drawing/2014/main" id="{0823D1E8-3CBB-8B5C-2AE8-ADBCE6452DBD}"/>
              </a:ext>
            </a:extLst>
          </p:cNvPr>
          <p:cNvSpPr>
            <a:spLocks noGrp="1"/>
          </p:cNvSpPr>
          <p:nvPr>
            <p:ph type="body" sz="quarter" idx="10"/>
          </p:nvPr>
        </p:nvSpPr>
        <p:spPr>
          <a:xfrm>
            <a:off x="428625" y="1446367"/>
            <a:ext cx="343043" cy="369332"/>
          </a:xfrm>
        </p:spPr>
        <p:txBody>
          <a:bodyPr/>
          <a:lstStyle/>
          <a:p>
            <a:r>
              <a:rPr lang="en-IN" dirty="0"/>
              <a:t>01</a:t>
            </a:r>
          </a:p>
        </p:txBody>
      </p:sp>
      <p:sp>
        <p:nvSpPr>
          <p:cNvPr id="18" name="Text Placeholder 17">
            <a:extLst>
              <a:ext uri="{FF2B5EF4-FFF2-40B4-BE49-F238E27FC236}">
                <a16:creationId xmlns:a16="http://schemas.microsoft.com/office/drawing/2014/main" id="{735D89F1-A570-3801-C79A-FB7FF3A5EB0B}"/>
              </a:ext>
            </a:extLst>
          </p:cNvPr>
          <p:cNvSpPr>
            <a:spLocks noGrp="1"/>
          </p:cNvSpPr>
          <p:nvPr>
            <p:ph type="body" sz="quarter" idx="11"/>
          </p:nvPr>
        </p:nvSpPr>
        <p:spPr>
          <a:xfrm>
            <a:off x="1148228" y="1446367"/>
            <a:ext cx="4009926" cy="822960"/>
          </a:xfrm>
        </p:spPr>
        <p:txBody>
          <a:bodyPr wrap="square"/>
          <a:lstStyle/>
          <a:p>
            <a:r>
              <a:rPr lang="fr-FR" b="1" dirty="0"/>
              <a:t>Contexte, cadrage métier &amp; analyse exploratoire (EDA)</a:t>
            </a:r>
            <a:endParaRPr lang="en-IN" dirty="0"/>
          </a:p>
        </p:txBody>
      </p:sp>
      <p:sp>
        <p:nvSpPr>
          <p:cNvPr id="19" name="Text Placeholder 18">
            <a:extLst>
              <a:ext uri="{FF2B5EF4-FFF2-40B4-BE49-F238E27FC236}">
                <a16:creationId xmlns:a16="http://schemas.microsoft.com/office/drawing/2014/main" id="{623E1DAA-AA2B-0F1A-7450-99D547389437}"/>
              </a:ext>
            </a:extLst>
          </p:cNvPr>
          <p:cNvSpPr>
            <a:spLocks noGrp="1"/>
          </p:cNvSpPr>
          <p:nvPr>
            <p:ph type="body" sz="quarter" idx="12"/>
          </p:nvPr>
        </p:nvSpPr>
        <p:spPr/>
        <p:txBody>
          <a:bodyPr/>
          <a:lstStyle/>
          <a:p>
            <a:endParaRPr lang="en-IN" dirty="0"/>
          </a:p>
        </p:txBody>
      </p:sp>
      <p:sp>
        <p:nvSpPr>
          <p:cNvPr id="23" name="Text Placeholder 22">
            <a:extLst>
              <a:ext uri="{FF2B5EF4-FFF2-40B4-BE49-F238E27FC236}">
                <a16:creationId xmlns:a16="http://schemas.microsoft.com/office/drawing/2014/main" id="{6F268FA2-EF68-41FC-E27B-A6A3A008FB97}"/>
              </a:ext>
            </a:extLst>
          </p:cNvPr>
          <p:cNvSpPr>
            <a:spLocks noGrp="1"/>
          </p:cNvSpPr>
          <p:nvPr>
            <p:ph type="body" sz="quarter" idx="16"/>
          </p:nvPr>
        </p:nvSpPr>
        <p:spPr>
          <a:xfrm>
            <a:off x="428625" y="2713569"/>
            <a:ext cx="395942" cy="369332"/>
          </a:xfrm>
        </p:spPr>
        <p:txBody>
          <a:bodyPr/>
          <a:lstStyle/>
          <a:p>
            <a:r>
              <a:rPr lang="en-IN" dirty="0"/>
              <a:t>02</a:t>
            </a:r>
          </a:p>
        </p:txBody>
      </p:sp>
      <p:sp>
        <p:nvSpPr>
          <p:cNvPr id="24" name="Text Placeholder 23">
            <a:extLst>
              <a:ext uri="{FF2B5EF4-FFF2-40B4-BE49-F238E27FC236}">
                <a16:creationId xmlns:a16="http://schemas.microsoft.com/office/drawing/2014/main" id="{39C29882-6A65-C0A0-35BA-149E6C50F4C7}"/>
              </a:ext>
            </a:extLst>
          </p:cNvPr>
          <p:cNvSpPr>
            <a:spLocks noGrp="1"/>
          </p:cNvSpPr>
          <p:nvPr>
            <p:ph type="body" sz="quarter" idx="17"/>
          </p:nvPr>
        </p:nvSpPr>
        <p:spPr/>
        <p:txBody>
          <a:bodyPr wrap="square"/>
          <a:lstStyle/>
          <a:p>
            <a:r>
              <a:rPr lang="fr-FR" b="1" dirty="0"/>
              <a:t>Modélisation, sélection et politique de décision</a:t>
            </a:r>
            <a:endParaRPr lang="en-IN" dirty="0"/>
          </a:p>
        </p:txBody>
      </p:sp>
      <p:sp>
        <p:nvSpPr>
          <p:cNvPr id="25" name="Text Placeholder 24">
            <a:extLst>
              <a:ext uri="{FF2B5EF4-FFF2-40B4-BE49-F238E27FC236}">
                <a16:creationId xmlns:a16="http://schemas.microsoft.com/office/drawing/2014/main" id="{A1A4DF7F-7B27-107D-2936-D632ECEA1D06}"/>
              </a:ext>
            </a:extLst>
          </p:cNvPr>
          <p:cNvSpPr>
            <a:spLocks noGrp="1"/>
          </p:cNvSpPr>
          <p:nvPr>
            <p:ph type="body" sz="quarter" idx="18"/>
          </p:nvPr>
        </p:nvSpPr>
        <p:spPr/>
        <p:txBody>
          <a:bodyPr/>
          <a:lstStyle/>
          <a:p>
            <a:endParaRPr lang="en-IN"/>
          </a:p>
        </p:txBody>
      </p:sp>
      <p:sp>
        <p:nvSpPr>
          <p:cNvPr id="29" name="Text Placeholder 28">
            <a:extLst>
              <a:ext uri="{FF2B5EF4-FFF2-40B4-BE49-F238E27FC236}">
                <a16:creationId xmlns:a16="http://schemas.microsoft.com/office/drawing/2014/main" id="{5B9DDAB1-DCD6-6762-4CF4-81CB30C5C74B}"/>
              </a:ext>
            </a:extLst>
          </p:cNvPr>
          <p:cNvSpPr>
            <a:spLocks noGrp="1"/>
          </p:cNvSpPr>
          <p:nvPr>
            <p:ph type="body" sz="quarter" idx="22"/>
          </p:nvPr>
        </p:nvSpPr>
        <p:spPr>
          <a:xfrm>
            <a:off x="428625" y="3980771"/>
            <a:ext cx="397545" cy="369332"/>
          </a:xfrm>
        </p:spPr>
        <p:txBody>
          <a:bodyPr/>
          <a:lstStyle/>
          <a:p>
            <a:r>
              <a:rPr lang="en-IN" dirty="0"/>
              <a:t>03</a:t>
            </a:r>
          </a:p>
        </p:txBody>
      </p:sp>
      <p:sp>
        <p:nvSpPr>
          <p:cNvPr id="30" name="Text Placeholder 29">
            <a:extLst>
              <a:ext uri="{FF2B5EF4-FFF2-40B4-BE49-F238E27FC236}">
                <a16:creationId xmlns:a16="http://schemas.microsoft.com/office/drawing/2014/main" id="{FF472291-8EAA-6BA1-0591-27F57671F5A5}"/>
              </a:ext>
            </a:extLst>
          </p:cNvPr>
          <p:cNvSpPr>
            <a:spLocks noGrp="1"/>
          </p:cNvSpPr>
          <p:nvPr>
            <p:ph type="body" sz="quarter" idx="23"/>
          </p:nvPr>
        </p:nvSpPr>
        <p:spPr/>
        <p:txBody>
          <a:bodyPr wrap="square"/>
          <a:lstStyle/>
          <a:p>
            <a:r>
              <a:rPr lang="fr-FR" b="1" dirty="0"/>
              <a:t>Architecture applicative, industrialisation &amp; </a:t>
            </a:r>
            <a:r>
              <a:rPr lang="fr-FR" b="1" dirty="0" err="1"/>
              <a:t>MLOps</a:t>
            </a:r>
            <a:endParaRPr lang="en-IN" dirty="0"/>
          </a:p>
        </p:txBody>
      </p:sp>
      <p:sp>
        <p:nvSpPr>
          <p:cNvPr id="31" name="Text Placeholder 30">
            <a:extLst>
              <a:ext uri="{FF2B5EF4-FFF2-40B4-BE49-F238E27FC236}">
                <a16:creationId xmlns:a16="http://schemas.microsoft.com/office/drawing/2014/main" id="{09910134-0D2B-51AF-9512-FE3294009E39}"/>
              </a:ext>
            </a:extLst>
          </p:cNvPr>
          <p:cNvSpPr>
            <a:spLocks noGrp="1"/>
          </p:cNvSpPr>
          <p:nvPr>
            <p:ph type="body" sz="quarter" idx="24"/>
          </p:nvPr>
        </p:nvSpPr>
        <p:spPr/>
        <p:txBody>
          <a:bodyPr/>
          <a:lstStyle/>
          <a:p>
            <a:endParaRPr lang="en-IN"/>
          </a:p>
        </p:txBody>
      </p:sp>
      <p:sp>
        <p:nvSpPr>
          <p:cNvPr id="35" name="Text Placeholder 34">
            <a:extLst>
              <a:ext uri="{FF2B5EF4-FFF2-40B4-BE49-F238E27FC236}">
                <a16:creationId xmlns:a16="http://schemas.microsoft.com/office/drawing/2014/main" id="{376D6F43-54DB-93BD-4F30-0C6C8FBB1CCD}"/>
              </a:ext>
            </a:extLst>
          </p:cNvPr>
          <p:cNvSpPr>
            <a:spLocks noGrp="1"/>
          </p:cNvSpPr>
          <p:nvPr>
            <p:ph type="body" sz="quarter" idx="28"/>
          </p:nvPr>
        </p:nvSpPr>
        <p:spPr>
          <a:xfrm>
            <a:off x="428625" y="5247973"/>
            <a:ext cx="403957" cy="369332"/>
          </a:xfrm>
        </p:spPr>
        <p:txBody>
          <a:bodyPr/>
          <a:lstStyle/>
          <a:p>
            <a:r>
              <a:rPr lang="en-IN" dirty="0"/>
              <a:t>04</a:t>
            </a:r>
          </a:p>
        </p:txBody>
      </p:sp>
      <p:sp>
        <p:nvSpPr>
          <p:cNvPr id="36" name="Text Placeholder 35">
            <a:extLst>
              <a:ext uri="{FF2B5EF4-FFF2-40B4-BE49-F238E27FC236}">
                <a16:creationId xmlns:a16="http://schemas.microsoft.com/office/drawing/2014/main" id="{DE3B7A86-3DA7-3967-E5AD-5E46A7F2A6EB}"/>
              </a:ext>
            </a:extLst>
          </p:cNvPr>
          <p:cNvSpPr>
            <a:spLocks noGrp="1"/>
          </p:cNvSpPr>
          <p:nvPr>
            <p:ph type="body" sz="quarter" idx="29"/>
          </p:nvPr>
        </p:nvSpPr>
        <p:spPr/>
        <p:txBody>
          <a:bodyPr wrap="square"/>
          <a:lstStyle/>
          <a:p>
            <a:r>
              <a:rPr lang="fr-FR" b="1" dirty="0"/>
              <a:t>Bilan, démonstration &amp; perspectives</a:t>
            </a:r>
            <a:endParaRPr lang="en-IN" dirty="0"/>
          </a:p>
        </p:txBody>
      </p:sp>
      <p:sp>
        <p:nvSpPr>
          <p:cNvPr id="37" name="Text Placeholder 36">
            <a:extLst>
              <a:ext uri="{FF2B5EF4-FFF2-40B4-BE49-F238E27FC236}">
                <a16:creationId xmlns:a16="http://schemas.microsoft.com/office/drawing/2014/main" id="{8326D1C0-E6E1-330C-C792-E72FC38C8D78}"/>
              </a:ext>
            </a:extLst>
          </p:cNvPr>
          <p:cNvSpPr>
            <a:spLocks noGrp="1"/>
          </p:cNvSpPr>
          <p:nvPr>
            <p:ph type="body" sz="quarter" idx="30"/>
          </p:nvPr>
        </p:nvSpPr>
        <p:spPr/>
        <p:txBody>
          <a:bodyPr/>
          <a:lstStyle/>
          <a:p>
            <a:endParaRPr lang="en-IN"/>
          </a:p>
        </p:txBody>
      </p:sp>
      <p:sp>
        <p:nvSpPr>
          <p:cNvPr id="15" name="Slide Number Placeholder 14">
            <a:extLst>
              <a:ext uri="{FF2B5EF4-FFF2-40B4-BE49-F238E27FC236}">
                <a16:creationId xmlns:a16="http://schemas.microsoft.com/office/drawing/2014/main" id="{44ED4B6F-D178-B862-E3D2-3E6017566981}"/>
              </a:ext>
            </a:extLst>
          </p:cNvPr>
          <p:cNvSpPr>
            <a:spLocks noGrp="1"/>
          </p:cNvSpPr>
          <p:nvPr>
            <p:ph type="sldNum" sz="quarter" idx="4"/>
          </p:nvPr>
        </p:nvSpPr>
        <p:spPr/>
        <p:txBody>
          <a:bodyPr/>
          <a:lstStyle/>
          <a:p>
            <a:fld id="{DAF489CC-3B7A-4DA5-A8C0-4984788D0EC5}" type="slidenum">
              <a:rPr lang="nl-NL" smtClean="0"/>
              <a:pPr/>
              <a:t>2</a:t>
            </a:fld>
            <a:endParaRPr lang="nl-NL" dirty="0"/>
          </a:p>
        </p:txBody>
      </p:sp>
      <p:pic>
        <p:nvPicPr>
          <p:cNvPr id="45" name="Graphic 26">
            <a:extLst>
              <a:ext uri="{FF2B5EF4-FFF2-40B4-BE49-F238E27FC236}">
                <a16:creationId xmlns:a16="http://schemas.microsoft.com/office/drawing/2014/main" id="{F1218197-0033-CBC4-AC77-C5D2E660A01D}"/>
              </a:ext>
              <a:ext uri="{C183D7F6-B498-43B3-948B-1728B52AA6E4}">
                <adec:decorative xmlns:adec="http://schemas.microsoft.com/office/drawing/2017/decorative" val="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32577" y="1941436"/>
            <a:ext cx="4378532" cy="3300730"/>
          </a:xfrm>
          <a:prstGeom prst="rect">
            <a:avLst/>
          </a:prstGeom>
        </p:spPr>
      </p:pic>
    </p:spTree>
    <p:extLst>
      <p:ext uri="{BB962C8B-B14F-4D97-AF65-F5344CB8AC3E}">
        <p14:creationId xmlns:p14="http://schemas.microsoft.com/office/powerpoint/2010/main" val="3771760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Espace réservé du texte 28">
            <a:extLst>
              <a:ext uri="{FF2B5EF4-FFF2-40B4-BE49-F238E27FC236}">
                <a16:creationId xmlns:a16="http://schemas.microsoft.com/office/drawing/2014/main" id="{440DE199-EA68-BA3C-95AA-E2D1A76584E8}"/>
              </a:ext>
            </a:extLst>
          </p:cNvPr>
          <p:cNvSpPr>
            <a:spLocks noGrp="1"/>
          </p:cNvSpPr>
          <p:nvPr>
            <p:ph type="body" sz="quarter" idx="13"/>
          </p:nvPr>
        </p:nvSpPr>
        <p:spPr/>
        <p:txBody>
          <a:bodyPr/>
          <a:lstStyle/>
          <a:p>
            <a:r>
              <a:rPr lang="fr-FR" dirty="0"/>
              <a:t>Partie 1</a:t>
            </a:r>
          </a:p>
          <a:p>
            <a:r>
              <a:rPr lang="fr-FR" sz="3600" b="1" dirty="0"/>
              <a:t>Contexte, cadrage métier &amp; analyse exploratoire (EDA)</a:t>
            </a:r>
            <a:endParaRPr lang="fr-FR" sz="3600" dirty="0"/>
          </a:p>
        </p:txBody>
      </p:sp>
      <p:sp>
        <p:nvSpPr>
          <p:cNvPr id="27" name="Espace réservé du numéro de diapositive 26">
            <a:extLst>
              <a:ext uri="{FF2B5EF4-FFF2-40B4-BE49-F238E27FC236}">
                <a16:creationId xmlns:a16="http://schemas.microsoft.com/office/drawing/2014/main" id="{80549DDA-EF26-F618-B7A9-8C64F9D54081}"/>
              </a:ext>
            </a:extLst>
          </p:cNvPr>
          <p:cNvSpPr>
            <a:spLocks noGrp="1"/>
          </p:cNvSpPr>
          <p:nvPr>
            <p:ph type="sldNum" sz="quarter" idx="4294967295"/>
          </p:nvPr>
        </p:nvSpPr>
        <p:spPr>
          <a:xfrm>
            <a:off x="0" y="6419850"/>
            <a:ext cx="161925" cy="153988"/>
          </a:xfrm>
        </p:spPr>
        <p:txBody>
          <a:bodyPr/>
          <a:lstStyle/>
          <a:p>
            <a:fld id="{DAF489CC-3B7A-4DA5-A8C0-4984788D0EC5}" type="slidenum">
              <a:rPr lang="nl-NL" smtClean="0"/>
              <a:pPr/>
              <a:t>3</a:t>
            </a:fld>
            <a:endParaRPr lang="nl-NL" dirty="0"/>
          </a:p>
        </p:txBody>
      </p:sp>
    </p:spTree>
    <p:extLst>
      <p:ext uri="{BB962C8B-B14F-4D97-AF65-F5344CB8AC3E}">
        <p14:creationId xmlns:p14="http://schemas.microsoft.com/office/powerpoint/2010/main" val="928911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92408-853E-97F5-AE55-F0F4141E47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3674DE-3606-5509-64CC-A2A46F87BA78}"/>
              </a:ext>
            </a:extLst>
          </p:cNvPr>
          <p:cNvSpPr>
            <a:spLocks noGrp="1"/>
          </p:cNvSpPr>
          <p:nvPr>
            <p:ph type="title"/>
          </p:nvPr>
        </p:nvSpPr>
        <p:spPr>
          <a:xfrm>
            <a:off x="428624" y="291451"/>
            <a:ext cx="11337925" cy="912315"/>
          </a:xfrm>
        </p:spPr>
        <p:txBody>
          <a:bodyPr/>
          <a:lstStyle/>
          <a:p>
            <a:r>
              <a:rPr lang="en-IN" dirty="0"/>
              <a:t>4 </a:t>
            </a:r>
            <a:r>
              <a:rPr lang="fr-FR" noProof="0" dirty="0"/>
              <a:t>Contexte</a:t>
            </a:r>
            <a:endParaRPr lang="en-IN" dirty="0"/>
          </a:p>
        </p:txBody>
      </p:sp>
      <p:sp>
        <p:nvSpPr>
          <p:cNvPr id="6" name="TextBox 5">
            <a:extLst>
              <a:ext uri="{FF2B5EF4-FFF2-40B4-BE49-F238E27FC236}">
                <a16:creationId xmlns:a16="http://schemas.microsoft.com/office/drawing/2014/main" id="{8A75804F-DF57-496F-7222-90704E91CA02}"/>
              </a:ext>
            </a:extLst>
          </p:cNvPr>
          <p:cNvSpPr txBox="1"/>
          <p:nvPr/>
        </p:nvSpPr>
        <p:spPr>
          <a:xfrm flipH="1">
            <a:off x="428621" y="1446213"/>
            <a:ext cx="5577840" cy="457200"/>
          </a:xfrm>
          <a:prstGeom prst="rect">
            <a:avLst/>
          </a:prstGeom>
          <a:solidFill>
            <a:schemeClr val="accent1"/>
          </a:solidFill>
          <a:ln w="12700">
            <a:solidFill>
              <a:schemeClr val="accent1"/>
            </a:solidFill>
          </a:ln>
        </p:spPr>
        <p:txBody>
          <a:bodyPr wrap="square" lIns="91440" tIns="45720" rIns="91440" bIns="45720" rtlCol="0" anchor="ctr">
            <a:noAutofit/>
          </a:bodyPr>
          <a:lstStyle/>
          <a:p>
            <a:pPr algn="ctr"/>
            <a:r>
              <a:rPr lang="en-IN" dirty="0">
                <a:solidFill>
                  <a:schemeClr val="bg1"/>
                </a:solidFill>
                <a:latin typeface="+mj-lt"/>
              </a:rPr>
              <a:t>Je me </a:t>
            </a:r>
            <a:r>
              <a:rPr lang="fr-FR" noProof="0" dirty="0">
                <a:solidFill>
                  <a:schemeClr val="bg1"/>
                </a:solidFill>
                <a:latin typeface="+mj-lt"/>
              </a:rPr>
              <a:t>présente</a:t>
            </a:r>
            <a:endParaRPr lang="en-IN" dirty="0">
              <a:solidFill>
                <a:schemeClr val="bg1"/>
              </a:solidFill>
              <a:latin typeface="+mj-lt"/>
            </a:endParaRPr>
          </a:p>
        </p:txBody>
      </p:sp>
      <p:sp>
        <p:nvSpPr>
          <p:cNvPr id="7" name="TextBox 6">
            <a:extLst>
              <a:ext uri="{FF2B5EF4-FFF2-40B4-BE49-F238E27FC236}">
                <a16:creationId xmlns:a16="http://schemas.microsoft.com/office/drawing/2014/main" id="{F2CDB7E4-79E3-5DF0-7B55-2778D043539A}"/>
              </a:ext>
            </a:extLst>
          </p:cNvPr>
          <p:cNvSpPr txBox="1"/>
          <p:nvPr/>
        </p:nvSpPr>
        <p:spPr>
          <a:xfrm flipH="1">
            <a:off x="428621" y="1911538"/>
            <a:ext cx="5577840" cy="1815919"/>
          </a:xfrm>
          <a:prstGeom prst="rect">
            <a:avLst/>
          </a:prstGeom>
          <a:noFill/>
          <a:ln w="12700">
            <a:solidFill>
              <a:schemeClr val="accent1"/>
            </a:solidFill>
          </a:ln>
        </p:spPr>
        <p:txBody>
          <a:bodyPr wrap="square" lIns="91440" tIns="45720" rIns="91440" bIns="45720" rtlCol="0">
            <a:noAutofit/>
          </a:bodyPr>
          <a:lstStyle/>
          <a:p>
            <a:pPr algn="l"/>
            <a:endParaRPr lang="en-IN" dirty="0">
              <a:solidFill>
                <a:schemeClr val="accent3"/>
              </a:solidFill>
            </a:endParaRPr>
          </a:p>
        </p:txBody>
      </p:sp>
      <p:sp>
        <p:nvSpPr>
          <p:cNvPr id="5" name="TextBox 4">
            <a:extLst>
              <a:ext uri="{FF2B5EF4-FFF2-40B4-BE49-F238E27FC236}">
                <a16:creationId xmlns:a16="http://schemas.microsoft.com/office/drawing/2014/main" id="{B59D7D5B-0B89-69B0-C140-46A8DEFF261F}"/>
              </a:ext>
            </a:extLst>
          </p:cNvPr>
          <p:cNvSpPr txBox="1"/>
          <p:nvPr/>
        </p:nvSpPr>
        <p:spPr>
          <a:xfrm>
            <a:off x="6188710" y="1446213"/>
            <a:ext cx="5577840" cy="457200"/>
          </a:xfrm>
          <a:prstGeom prst="rect">
            <a:avLst/>
          </a:prstGeom>
          <a:solidFill>
            <a:schemeClr val="accent2"/>
          </a:solidFill>
          <a:ln w="12700">
            <a:solidFill>
              <a:schemeClr val="accent2"/>
            </a:solidFill>
          </a:ln>
        </p:spPr>
        <p:txBody>
          <a:bodyPr wrap="square" lIns="91440" tIns="45720" rIns="91440" bIns="45720" rtlCol="0" anchor="ctr">
            <a:noAutofit/>
          </a:bodyPr>
          <a:lstStyle/>
          <a:p>
            <a:pPr algn="ctr"/>
            <a:r>
              <a:rPr lang="en-IN" dirty="0">
                <a:solidFill>
                  <a:schemeClr val="accent3"/>
                </a:solidFill>
                <a:latin typeface="+mj-lt"/>
              </a:rPr>
              <a:t>Le </a:t>
            </a:r>
            <a:r>
              <a:rPr lang="fr-FR" noProof="0" dirty="0">
                <a:solidFill>
                  <a:schemeClr val="accent3"/>
                </a:solidFill>
                <a:latin typeface="+mj-lt"/>
              </a:rPr>
              <a:t>cas</a:t>
            </a:r>
            <a:r>
              <a:rPr lang="en-IN" dirty="0">
                <a:solidFill>
                  <a:schemeClr val="accent3"/>
                </a:solidFill>
                <a:latin typeface="+mj-lt"/>
              </a:rPr>
              <a:t> </a:t>
            </a:r>
            <a:r>
              <a:rPr lang="fr-FR" noProof="0" dirty="0">
                <a:solidFill>
                  <a:schemeClr val="accent3"/>
                </a:solidFill>
                <a:latin typeface="+mj-lt"/>
              </a:rPr>
              <a:t>d’usage</a:t>
            </a:r>
            <a:endParaRPr lang="en-IN" dirty="0">
              <a:solidFill>
                <a:schemeClr val="accent3"/>
              </a:solidFill>
              <a:latin typeface="+mj-lt"/>
            </a:endParaRPr>
          </a:p>
        </p:txBody>
      </p:sp>
      <p:sp>
        <p:nvSpPr>
          <p:cNvPr id="8" name="TextBox 7">
            <a:extLst>
              <a:ext uri="{FF2B5EF4-FFF2-40B4-BE49-F238E27FC236}">
                <a16:creationId xmlns:a16="http://schemas.microsoft.com/office/drawing/2014/main" id="{9BEC294B-27B6-9CCD-06C5-73D2E8965E15}"/>
              </a:ext>
            </a:extLst>
          </p:cNvPr>
          <p:cNvSpPr txBox="1"/>
          <p:nvPr/>
        </p:nvSpPr>
        <p:spPr>
          <a:xfrm>
            <a:off x="6188710" y="1911538"/>
            <a:ext cx="5577840" cy="1815919"/>
          </a:xfrm>
          <a:prstGeom prst="rect">
            <a:avLst/>
          </a:prstGeom>
          <a:noFill/>
          <a:ln w="12700">
            <a:solidFill>
              <a:schemeClr val="accent2"/>
            </a:solidFill>
          </a:ln>
        </p:spPr>
        <p:txBody>
          <a:bodyPr wrap="square" lIns="91440" tIns="45720" rIns="91440" bIns="45720" rtlCol="0" anchor="ctr" anchorCtr="0">
            <a:noAutofit/>
          </a:bodyPr>
          <a:lstStyle/>
          <a:p>
            <a:pPr marL="0" lvl="1"/>
            <a:endParaRPr lang="fr-FR" dirty="0"/>
          </a:p>
          <a:p>
            <a:pPr marL="0" lvl="1"/>
            <a:endParaRPr lang="fr-FR" dirty="0"/>
          </a:p>
        </p:txBody>
      </p:sp>
      <p:sp>
        <p:nvSpPr>
          <p:cNvPr id="11" name="TextBox 10">
            <a:extLst>
              <a:ext uri="{FF2B5EF4-FFF2-40B4-BE49-F238E27FC236}">
                <a16:creationId xmlns:a16="http://schemas.microsoft.com/office/drawing/2014/main" id="{F3AB55B3-35A9-09BF-9F42-198DBEBFC3E7}"/>
              </a:ext>
            </a:extLst>
          </p:cNvPr>
          <p:cNvSpPr txBox="1"/>
          <p:nvPr/>
        </p:nvSpPr>
        <p:spPr>
          <a:xfrm flipH="1">
            <a:off x="428621" y="3803831"/>
            <a:ext cx="5577840" cy="457200"/>
          </a:xfrm>
          <a:prstGeom prst="rect">
            <a:avLst/>
          </a:prstGeom>
          <a:solidFill>
            <a:schemeClr val="accent3"/>
          </a:solidFill>
          <a:ln w="12700">
            <a:solidFill>
              <a:schemeClr val="accent3"/>
            </a:solidFill>
          </a:ln>
        </p:spPr>
        <p:txBody>
          <a:bodyPr wrap="square" lIns="91440" tIns="45720" rIns="91440" bIns="45720" rtlCol="0" anchor="ctr">
            <a:noAutofit/>
          </a:bodyPr>
          <a:lstStyle/>
          <a:p>
            <a:pPr algn="ctr"/>
            <a:r>
              <a:rPr lang="fr-FR" noProof="0" dirty="0">
                <a:solidFill>
                  <a:schemeClr val="bg1"/>
                </a:solidFill>
                <a:latin typeface="+mj-lt"/>
              </a:rPr>
              <a:t>Bénéficiaires</a:t>
            </a:r>
            <a:endParaRPr lang="en-IN" dirty="0">
              <a:solidFill>
                <a:schemeClr val="bg1"/>
              </a:solidFill>
              <a:latin typeface="+mj-lt"/>
            </a:endParaRPr>
          </a:p>
        </p:txBody>
      </p:sp>
      <p:sp>
        <p:nvSpPr>
          <p:cNvPr id="9" name="TextBox 8">
            <a:extLst>
              <a:ext uri="{FF2B5EF4-FFF2-40B4-BE49-F238E27FC236}">
                <a16:creationId xmlns:a16="http://schemas.microsoft.com/office/drawing/2014/main" id="{A3DE5C0D-A698-7D3B-35A6-176E4FB6B93A}"/>
              </a:ext>
            </a:extLst>
          </p:cNvPr>
          <p:cNvSpPr txBox="1"/>
          <p:nvPr/>
        </p:nvSpPr>
        <p:spPr>
          <a:xfrm flipH="1">
            <a:off x="428621" y="4261031"/>
            <a:ext cx="5577840" cy="1815919"/>
          </a:xfrm>
          <a:prstGeom prst="rect">
            <a:avLst/>
          </a:prstGeom>
          <a:noFill/>
          <a:ln w="12700">
            <a:solidFill>
              <a:schemeClr val="accent3"/>
            </a:solidFill>
          </a:ln>
        </p:spPr>
        <p:txBody>
          <a:bodyPr wrap="square" lIns="91440" tIns="45720" rIns="91440" bIns="45720" rtlCol="0" anchor="ctr" anchorCtr="0">
            <a:noAutofit/>
          </a:bodyPr>
          <a:lstStyle/>
          <a:p>
            <a:endParaRPr lang="en-IN" sz="1600" dirty="0">
              <a:solidFill>
                <a:schemeClr val="accent3"/>
              </a:solidFill>
            </a:endParaRPr>
          </a:p>
        </p:txBody>
      </p:sp>
      <p:sp>
        <p:nvSpPr>
          <p:cNvPr id="12" name="TextBox 11">
            <a:extLst>
              <a:ext uri="{FF2B5EF4-FFF2-40B4-BE49-F238E27FC236}">
                <a16:creationId xmlns:a16="http://schemas.microsoft.com/office/drawing/2014/main" id="{C13E3AFB-6FF7-CF94-62F4-3D9386DDD2B5}"/>
              </a:ext>
            </a:extLst>
          </p:cNvPr>
          <p:cNvSpPr txBox="1"/>
          <p:nvPr/>
        </p:nvSpPr>
        <p:spPr>
          <a:xfrm>
            <a:off x="6188710" y="3803831"/>
            <a:ext cx="5577840" cy="457200"/>
          </a:xfrm>
          <a:prstGeom prst="rect">
            <a:avLst/>
          </a:prstGeom>
          <a:solidFill>
            <a:schemeClr val="accent6"/>
          </a:solidFill>
          <a:ln w="12700">
            <a:solidFill>
              <a:schemeClr val="accent6"/>
            </a:solidFill>
          </a:ln>
        </p:spPr>
        <p:txBody>
          <a:bodyPr wrap="square" lIns="91440" tIns="45720" rIns="91440" bIns="45720" rtlCol="0" anchor="ctr">
            <a:noAutofit/>
          </a:bodyPr>
          <a:lstStyle/>
          <a:p>
            <a:pPr algn="ctr"/>
            <a:r>
              <a:rPr lang="fr-FR" noProof="0" dirty="0">
                <a:solidFill>
                  <a:schemeClr val="bg1"/>
                </a:solidFill>
                <a:latin typeface="+mj-lt"/>
              </a:rPr>
              <a:t>Objectifs</a:t>
            </a:r>
            <a:endParaRPr lang="en-IN" dirty="0">
              <a:solidFill>
                <a:schemeClr val="bg1"/>
              </a:solidFill>
              <a:latin typeface="+mj-lt"/>
            </a:endParaRPr>
          </a:p>
        </p:txBody>
      </p:sp>
      <p:sp>
        <p:nvSpPr>
          <p:cNvPr id="10" name="TextBox 9">
            <a:extLst>
              <a:ext uri="{FF2B5EF4-FFF2-40B4-BE49-F238E27FC236}">
                <a16:creationId xmlns:a16="http://schemas.microsoft.com/office/drawing/2014/main" id="{ACEB4A5A-9E63-5575-2F97-9849275189E3}"/>
              </a:ext>
            </a:extLst>
          </p:cNvPr>
          <p:cNvSpPr txBox="1"/>
          <p:nvPr/>
        </p:nvSpPr>
        <p:spPr>
          <a:xfrm>
            <a:off x="6188710" y="4261031"/>
            <a:ext cx="5577840" cy="1815919"/>
          </a:xfrm>
          <a:prstGeom prst="rect">
            <a:avLst/>
          </a:prstGeom>
          <a:noFill/>
          <a:ln w="12700">
            <a:solidFill>
              <a:schemeClr val="accent6"/>
            </a:solidFill>
          </a:ln>
        </p:spPr>
        <p:txBody>
          <a:bodyPr wrap="square" lIns="91440" tIns="45720" rIns="91440" bIns="45720" rtlCol="0" anchor="ctr" anchorCtr="0">
            <a:noAutofit/>
          </a:bodyPr>
          <a:lstStyle/>
          <a:p>
            <a:pPr marL="285750" lvl="1" indent="-285750">
              <a:spcAft>
                <a:spcPts val="600"/>
              </a:spcAft>
              <a:buFont typeface="Arial" panose="020B0604020202020204" pitchFamily="34" charset="0"/>
              <a:buChar char="•"/>
            </a:pPr>
            <a:endParaRPr lang="fr-FR" dirty="0"/>
          </a:p>
        </p:txBody>
      </p:sp>
      <p:sp>
        <p:nvSpPr>
          <p:cNvPr id="4" name="Slide Number Placeholder 3">
            <a:extLst>
              <a:ext uri="{FF2B5EF4-FFF2-40B4-BE49-F238E27FC236}">
                <a16:creationId xmlns:a16="http://schemas.microsoft.com/office/drawing/2014/main" id="{1077DB44-1392-2AD8-6D3E-764E6A3FB7A1}"/>
              </a:ext>
            </a:extLst>
          </p:cNvPr>
          <p:cNvSpPr>
            <a:spLocks noGrp="1"/>
          </p:cNvSpPr>
          <p:nvPr>
            <p:ph type="sldNum" sz="quarter" idx="4"/>
          </p:nvPr>
        </p:nvSpPr>
        <p:spPr/>
        <p:txBody>
          <a:bodyPr/>
          <a:lstStyle/>
          <a:p>
            <a:fld id="{DAF489CC-3B7A-4DA5-A8C0-4984788D0EC5}" type="slidenum">
              <a:rPr lang="nl-NL" smtClean="0"/>
              <a:pPr/>
              <a:t>4</a:t>
            </a:fld>
            <a:endParaRPr lang="nl-NL" dirty="0"/>
          </a:p>
        </p:txBody>
      </p:sp>
      <p:pic>
        <p:nvPicPr>
          <p:cNvPr id="14" name="Graphic 75">
            <a:extLst>
              <a:ext uri="{FF2B5EF4-FFF2-40B4-BE49-F238E27FC236}">
                <a16:creationId xmlns:a16="http://schemas.microsoft.com/office/drawing/2014/main" id="{EA275695-06BF-8BCA-530F-47C3EAD46872}"/>
              </a:ext>
              <a:ext uri="{C183D7F6-B498-43B3-948B-1728B52AA6E4}">
                <adec:decorative xmlns:adec="http://schemas.microsoft.com/office/drawing/2017/decorative" val="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093010" y="2279231"/>
            <a:ext cx="820288" cy="1044000"/>
          </a:xfrm>
          <a:prstGeom prst="rect">
            <a:avLst/>
          </a:prstGeom>
        </p:spPr>
      </p:pic>
      <p:sp>
        <p:nvSpPr>
          <p:cNvPr id="15" name="ZoneTexte 14">
            <a:extLst>
              <a:ext uri="{FF2B5EF4-FFF2-40B4-BE49-F238E27FC236}">
                <a16:creationId xmlns:a16="http://schemas.microsoft.com/office/drawing/2014/main" id="{73268698-D4E8-30FB-3F56-5918FA7BF561}"/>
              </a:ext>
            </a:extLst>
          </p:cNvPr>
          <p:cNvSpPr txBox="1"/>
          <p:nvPr/>
        </p:nvSpPr>
        <p:spPr>
          <a:xfrm>
            <a:off x="425450" y="2047883"/>
            <a:ext cx="4560552" cy="1543228"/>
          </a:xfrm>
          <a:prstGeom prst="rect">
            <a:avLst/>
          </a:prstGeom>
          <a:noFill/>
        </p:spPr>
        <p:txBody>
          <a:bodyPr wrap="square" rtlCol="0" anchor="ctr" anchorCtr="0">
            <a:noAutofit/>
          </a:bodyPr>
          <a:lstStyle/>
          <a:p>
            <a:pPr marL="285750" indent="-285750">
              <a:spcAft>
                <a:spcPts val="600"/>
              </a:spcAft>
              <a:buFont typeface="Arial" panose="020B0604020202020204" pitchFamily="34" charset="0"/>
              <a:buChar char="•"/>
            </a:pPr>
            <a:r>
              <a:rPr lang="fr-FR" noProof="0" dirty="0">
                <a:solidFill>
                  <a:schemeClr val="accent3"/>
                </a:solidFill>
                <a:latin typeface="Aptos" panose="020B0004020202020204" pitchFamily="34" charset="0"/>
              </a:rPr>
              <a:t>Ingénieur calcul scientifique pendant 15 ans</a:t>
            </a:r>
          </a:p>
          <a:p>
            <a:pPr marL="285750" indent="-285750">
              <a:spcAft>
                <a:spcPts val="600"/>
              </a:spcAft>
              <a:buFont typeface="Arial" panose="020B0604020202020204" pitchFamily="34" charset="0"/>
              <a:buChar char="•"/>
            </a:pPr>
            <a:r>
              <a:rPr lang="fr-FR" noProof="0" dirty="0">
                <a:solidFill>
                  <a:schemeClr val="accent3"/>
                </a:solidFill>
                <a:latin typeface="Aptos" panose="020B0004020202020204" pitchFamily="34" charset="0"/>
              </a:rPr>
              <a:t>Expert technique en R&amp;D innovation</a:t>
            </a:r>
          </a:p>
          <a:p>
            <a:pPr marL="285750" indent="-285750">
              <a:spcAft>
                <a:spcPts val="600"/>
              </a:spcAft>
              <a:buFont typeface="Arial" panose="020B0604020202020204" pitchFamily="34" charset="0"/>
              <a:buChar char="•"/>
            </a:pPr>
            <a:r>
              <a:rPr lang="fr-FR" noProof="0" dirty="0">
                <a:solidFill>
                  <a:schemeClr val="accent3"/>
                </a:solidFill>
                <a:latin typeface="Aptos" panose="020B0004020202020204" pitchFamily="34" charset="0"/>
              </a:rPr>
              <a:t>Un peu d’IA mais surtout sur des modèles de Computer Vision</a:t>
            </a:r>
          </a:p>
        </p:txBody>
      </p:sp>
      <p:pic>
        <p:nvPicPr>
          <p:cNvPr id="19" name="Graphic 127">
            <a:extLst>
              <a:ext uri="{FF2B5EF4-FFF2-40B4-BE49-F238E27FC236}">
                <a16:creationId xmlns:a16="http://schemas.microsoft.com/office/drawing/2014/main" id="{62585065-6D01-59DA-51F0-C5789D4D4964}"/>
              </a:ext>
              <a:ext uri="{C183D7F6-B498-43B3-948B-1728B52AA6E4}">
                <adec:decorative xmlns:adec="http://schemas.microsoft.com/office/drawing/2017/decorative" val="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67474" y="4892487"/>
            <a:ext cx="756000" cy="756000"/>
          </a:xfrm>
          <a:prstGeom prst="rect">
            <a:avLst/>
          </a:prstGeom>
        </p:spPr>
      </p:pic>
      <p:pic>
        <p:nvPicPr>
          <p:cNvPr id="21" name="Graphic 12">
            <a:extLst>
              <a:ext uri="{FF2B5EF4-FFF2-40B4-BE49-F238E27FC236}">
                <a16:creationId xmlns:a16="http://schemas.microsoft.com/office/drawing/2014/main" id="{8C4AF09A-27F1-1645-AB14-0BA7A33BC5EC}"/>
              </a:ext>
              <a:ext uri="{C183D7F6-B498-43B3-948B-1728B52AA6E4}">
                <adec:decorative xmlns:adec="http://schemas.microsoft.com/office/drawing/2017/decorative" val="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50077" y="4987787"/>
            <a:ext cx="706154" cy="540000"/>
          </a:xfrm>
          <a:prstGeom prst="rect">
            <a:avLst/>
          </a:prstGeom>
        </p:spPr>
      </p:pic>
      <p:pic>
        <p:nvPicPr>
          <p:cNvPr id="23" name="Graphic 4">
            <a:extLst>
              <a:ext uri="{FF2B5EF4-FFF2-40B4-BE49-F238E27FC236}">
                <a16:creationId xmlns:a16="http://schemas.microsoft.com/office/drawing/2014/main" id="{43EF844D-BDA3-86DC-3DC8-B4BC6320E1B2}"/>
              </a:ext>
              <a:ext uri="{C183D7F6-B498-43B3-948B-1728B52AA6E4}">
                <adec:decorative xmlns:adec="http://schemas.microsoft.com/office/drawing/2017/decorative" val="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05270" y="2268828"/>
            <a:ext cx="1480408" cy="1116000"/>
          </a:xfrm>
          <a:prstGeom prst="rect">
            <a:avLst/>
          </a:prstGeom>
        </p:spPr>
      </p:pic>
      <p:sp>
        <p:nvSpPr>
          <p:cNvPr id="25" name="ZoneTexte 24">
            <a:extLst>
              <a:ext uri="{FF2B5EF4-FFF2-40B4-BE49-F238E27FC236}">
                <a16:creationId xmlns:a16="http://schemas.microsoft.com/office/drawing/2014/main" id="{E7206B1D-B0E8-01E6-E1C7-5DCEF87BC888}"/>
              </a:ext>
            </a:extLst>
          </p:cNvPr>
          <p:cNvSpPr txBox="1"/>
          <p:nvPr/>
        </p:nvSpPr>
        <p:spPr>
          <a:xfrm>
            <a:off x="6184832" y="2042514"/>
            <a:ext cx="4560552" cy="1543228"/>
          </a:xfrm>
          <a:prstGeom prst="rect">
            <a:avLst/>
          </a:prstGeom>
          <a:noFill/>
        </p:spPr>
        <p:txBody>
          <a:bodyPr wrap="square" rtlCol="0" anchor="ctr" anchorCtr="0">
            <a:noAutofit/>
          </a:bodyPr>
          <a:lstStyle/>
          <a:p>
            <a:pPr marL="285750" lvl="1" indent="-285750">
              <a:spcAft>
                <a:spcPts val="600"/>
              </a:spcAft>
              <a:buFont typeface="Arial" panose="020B0604020202020204" pitchFamily="34" charset="0"/>
              <a:buChar char="•"/>
            </a:pPr>
            <a:r>
              <a:rPr lang="fr-FR" dirty="0">
                <a:latin typeface="Aptos" panose="020B0004020202020204" pitchFamily="34" charset="0"/>
              </a:rPr>
              <a:t>Projet de certification Atlas CISIA</a:t>
            </a:r>
          </a:p>
          <a:p>
            <a:pPr marL="285750" lvl="1" indent="-285750">
              <a:spcAft>
                <a:spcPts val="600"/>
              </a:spcAft>
              <a:buFont typeface="Arial" panose="020B0604020202020204" pitchFamily="34" charset="0"/>
              <a:buChar char="•"/>
            </a:pPr>
            <a:r>
              <a:rPr lang="fr-FR" dirty="0">
                <a:latin typeface="Aptos" panose="020B0004020202020204" pitchFamily="34" charset="0"/>
              </a:rPr>
              <a:t>Système d'aide à l'orientation et tri multimodal des demandeurs d'emploi</a:t>
            </a:r>
          </a:p>
        </p:txBody>
      </p:sp>
      <p:sp>
        <p:nvSpPr>
          <p:cNvPr id="27" name="ZoneTexte 26">
            <a:extLst>
              <a:ext uri="{FF2B5EF4-FFF2-40B4-BE49-F238E27FC236}">
                <a16:creationId xmlns:a16="http://schemas.microsoft.com/office/drawing/2014/main" id="{06672E08-A657-9AEF-E1FE-C83ACD8BC1A6}"/>
              </a:ext>
            </a:extLst>
          </p:cNvPr>
          <p:cNvSpPr txBox="1"/>
          <p:nvPr/>
        </p:nvSpPr>
        <p:spPr>
          <a:xfrm>
            <a:off x="425450" y="4397376"/>
            <a:ext cx="4560552" cy="1543228"/>
          </a:xfrm>
          <a:prstGeom prst="rect">
            <a:avLst/>
          </a:prstGeom>
          <a:noFill/>
        </p:spPr>
        <p:txBody>
          <a:bodyPr wrap="square" rtlCol="0" anchor="ctr" anchorCtr="0">
            <a:noAutofit/>
          </a:bodyPr>
          <a:lstStyle/>
          <a:p>
            <a:pPr marL="285750" indent="-285750">
              <a:buFont typeface="Arial" panose="020B0604020202020204" pitchFamily="34" charset="0"/>
              <a:buChar char="•"/>
            </a:pPr>
            <a:r>
              <a:rPr lang="fr-FR" dirty="0">
                <a:latin typeface="Aptos" panose="020B0004020202020204" pitchFamily="34" charset="0"/>
              </a:rPr>
              <a:t>Conseillers qui doivent évaluer le risque de chômage de longue durée afin d’adapter le parcours usager au risque</a:t>
            </a:r>
            <a:endParaRPr lang="en-IN" dirty="0">
              <a:solidFill>
                <a:schemeClr val="accent3"/>
              </a:solidFill>
              <a:latin typeface="Aptos" panose="020B0004020202020204" pitchFamily="34" charset="0"/>
            </a:endParaRPr>
          </a:p>
        </p:txBody>
      </p:sp>
      <mc:AlternateContent xmlns:mc="http://schemas.openxmlformats.org/markup-compatibility/2006" xmlns:a14="http://schemas.microsoft.com/office/drawing/2010/main">
        <mc:Choice Requires="a14">
          <p:sp>
            <p:nvSpPr>
              <p:cNvPr id="28" name="ZoneTexte 27">
                <a:extLst>
                  <a:ext uri="{FF2B5EF4-FFF2-40B4-BE49-F238E27FC236}">
                    <a16:creationId xmlns:a16="http://schemas.microsoft.com/office/drawing/2014/main" id="{6AA1B1AE-29ED-97CC-7925-C3A74CE78F3E}"/>
                  </a:ext>
                </a:extLst>
              </p:cNvPr>
              <p:cNvSpPr txBox="1"/>
              <p:nvPr/>
            </p:nvSpPr>
            <p:spPr>
              <a:xfrm>
                <a:off x="6188561" y="4280640"/>
                <a:ext cx="5095523" cy="1815918"/>
              </a:xfrm>
              <a:prstGeom prst="rect">
                <a:avLst/>
              </a:prstGeom>
              <a:noFill/>
            </p:spPr>
            <p:txBody>
              <a:bodyPr wrap="square" rtlCol="0" anchor="ctr" anchorCtr="0">
                <a:noAutofit/>
              </a:bodyPr>
              <a:lstStyle/>
              <a:p>
                <a:pPr marL="285750" lvl="1" indent="-285750">
                  <a:spcAft>
                    <a:spcPts val="600"/>
                  </a:spcAft>
                  <a:buFont typeface="Arial" panose="020B0604020202020204" pitchFamily="34" charset="0"/>
                  <a:buChar char="•"/>
                </a:pPr>
                <a:r>
                  <a:rPr lang="fr-FR" dirty="0">
                    <a:latin typeface="Aptos" panose="020B0004020202020204" pitchFamily="34" charset="0"/>
                  </a:rPr>
                  <a:t>Aider les conseillers à orienter les usagers selon le délai potentiel de retour à l'emploi :</a:t>
                </a:r>
              </a:p>
              <a:p>
                <a:pPr marL="534988" lvl="2" indent="-261938">
                  <a:buFont typeface="Arial" panose="020B0604020202020204" pitchFamily="34" charset="0"/>
                  <a:buChar char="•"/>
                </a:pPr>
                <a:r>
                  <a:rPr lang="fr-FR" sz="1600" dirty="0">
                    <a:latin typeface="Aptos" panose="020B0004020202020204" pitchFamily="34" charset="0"/>
                  </a:rPr>
                  <a:t>Classe 0 (</a:t>
                </a:r>
                <a14:m>
                  <m:oMath xmlns:m="http://schemas.openxmlformats.org/officeDocument/2006/math">
                    <m:r>
                      <a:rPr lang="fr-FR" sz="1600" i="1">
                        <a:latin typeface="Cambria Math" panose="02040503050406030204" pitchFamily="18" charset="0"/>
                      </a:rPr>
                      <m:t>&lt;6 </m:t>
                    </m:r>
                  </m:oMath>
                </a14:m>
                <a:r>
                  <a:rPr lang="fr-FR" sz="1600" dirty="0">
                    <a:latin typeface="Aptos" panose="020B0004020202020204" pitchFamily="34" charset="0"/>
                  </a:rPr>
                  <a:t>m) : accompagnement standard</a:t>
                </a:r>
              </a:p>
              <a:p>
                <a:pPr marL="534988" lvl="2" indent="-261938">
                  <a:buFont typeface="Arial" panose="020B0604020202020204" pitchFamily="34" charset="0"/>
                  <a:buChar char="•"/>
                </a:pPr>
                <a:r>
                  <a:rPr lang="fr-FR" sz="1600" dirty="0">
                    <a:latin typeface="Aptos" panose="020B0004020202020204" pitchFamily="34" charset="0"/>
                  </a:rPr>
                  <a:t>Classe 1 </a:t>
                </a:r>
                <a14:m>
                  <m:oMath xmlns:m="http://schemas.openxmlformats.org/officeDocument/2006/math">
                    <m:r>
                      <a:rPr lang="fr-FR" sz="1600" dirty="0">
                        <a:latin typeface="Cambria Math" panose="02040503050406030204" pitchFamily="18" charset="0"/>
                      </a:rPr>
                      <m:t> </m:t>
                    </m:r>
                    <m:r>
                      <a:rPr lang="fr-FR" sz="1600" i="1" dirty="0">
                        <a:latin typeface="Cambria Math" panose="02040503050406030204" pitchFamily="18" charset="0"/>
                      </a:rPr>
                      <m:t>(&lt;</m:t>
                    </m:r>
                    <m:r>
                      <a:rPr lang="fr-FR" sz="1600" i="1">
                        <a:latin typeface="Cambria Math" panose="02040503050406030204" pitchFamily="18" charset="0"/>
                      </a:rPr>
                      <m:t>12 </m:t>
                    </m:r>
                  </m:oMath>
                </a14:m>
                <a:r>
                  <a:rPr lang="fr-FR" sz="1600" dirty="0">
                    <a:latin typeface="Aptos" panose="020B0004020202020204" pitchFamily="34" charset="0"/>
                  </a:rPr>
                  <a:t>m) : accompagnement ciblé</a:t>
                </a:r>
              </a:p>
              <a:p>
                <a:pPr marL="534988" lvl="2" indent="-261938">
                  <a:buFont typeface="Arial" panose="020B0604020202020204" pitchFamily="34" charset="0"/>
                  <a:buChar char="•"/>
                </a:pPr>
                <a:r>
                  <a:rPr lang="fr-FR" sz="1600" dirty="0">
                    <a:latin typeface="Aptos" panose="020B0004020202020204" pitchFamily="34" charset="0"/>
                  </a:rPr>
                  <a:t>Classe 2 </a:t>
                </a:r>
                <a14:m>
                  <m:oMath xmlns:m="http://schemas.openxmlformats.org/officeDocument/2006/math">
                    <m:r>
                      <a:rPr lang="fr-FR" sz="1600">
                        <a:latin typeface="Cambria Math" panose="02040503050406030204" pitchFamily="18" charset="0"/>
                      </a:rPr>
                      <m:t>(</m:t>
                    </m:r>
                    <m:r>
                      <a:rPr lang="fr-FR" sz="1600" i="1">
                        <a:latin typeface="Cambria Math" panose="02040503050406030204" pitchFamily="18" charset="0"/>
                      </a:rPr>
                      <m:t>&gt;12 </m:t>
                    </m:r>
                  </m:oMath>
                </a14:m>
                <a:r>
                  <a:rPr lang="fr-FR" sz="1600" dirty="0">
                    <a:latin typeface="Aptos" panose="020B0004020202020204" pitchFamily="34" charset="0"/>
                  </a:rPr>
                  <a:t>m) : accompagnement renforcé</a:t>
                </a:r>
                <a:endParaRPr lang="en-IN" sz="1600" dirty="0">
                  <a:solidFill>
                    <a:schemeClr val="accent3"/>
                  </a:solidFill>
                  <a:latin typeface="Aptos" panose="020B0004020202020204" pitchFamily="34" charset="0"/>
                </a:endParaRPr>
              </a:p>
            </p:txBody>
          </p:sp>
        </mc:Choice>
        <mc:Fallback xmlns="">
          <p:sp>
            <p:nvSpPr>
              <p:cNvPr id="28" name="ZoneTexte 27">
                <a:extLst>
                  <a:ext uri="{FF2B5EF4-FFF2-40B4-BE49-F238E27FC236}">
                    <a16:creationId xmlns:a16="http://schemas.microsoft.com/office/drawing/2014/main" id="{6AA1B1AE-29ED-97CC-7925-C3A74CE78F3E}"/>
                  </a:ext>
                </a:extLst>
              </p:cNvPr>
              <p:cNvSpPr txBox="1">
                <a:spLocks noRot="1" noChangeAspect="1" noMove="1" noResize="1" noEditPoints="1" noAdjustHandles="1" noChangeArrowheads="1" noChangeShapeType="1" noTextEdit="1"/>
              </p:cNvSpPr>
              <p:nvPr/>
            </p:nvSpPr>
            <p:spPr>
              <a:xfrm>
                <a:off x="6188561" y="4280640"/>
                <a:ext cx="5095523" cy="1815918"/>
              </a:xfrm>
              <a:prstGeom prst="rect">
                <a:avLst/>
              </a:prstGeom>
              <a:blipFill>
                <a:blip r:embed="rId6"/>
                <a:stretch>
                  <a:fillRect l="-718"/>
                </a:stretch>
              </a:blipFill>
            </p:spPr>
            <p:txBody>
              <a:bodyPr/>
              <a:lstStyle/>
              <a:p>
                <a:r>
                  <a:rPr lang="fr-FR">
                    <a:noFill/>
                  </a:rPr>
                  <a:t> </a:t>
                </a:r>
              </a:p>
            </p:txBody>
          </p:sp>
        </mc:Fallback>
      </mc:AlternateContent>
    </p:spTree>
    <p:extLst>
      <p:ext uri="{BB962C8B-B14F-4D97-AF65-F5344CB8AC3E}">
        <p14:creationId xmlns:p14="http://schemas.microsoft.com/office/powerpoint/2010/main" val="1649013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3EBBB-ADC5-6B4F-E230-1CA16F0FC6D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0650900-1D98-A2E8-B71D-61426157966E}"/>
              </a:ext>
              <a:ext uri="{C183D7F6-B498-43B3-948B-1728B52AA6E4}">
                <adec:decorative xmlns:adec="http://schemas.microsoft.com/office/drawing/2017/decorative" val="1"/>
              </a:ext>
            </a:extLst>
          </p:cNvPr>
          <p:cNvSpPr txBox="1"/>
          <p:nvPr/>
        </p:nvSpPr>
        <p:spPr>
          <a:xfrm>
            <a:off x="428624" y="1446213"/>
            <a:ext cx="1371600" cy="1371600"/>
          </a:xfrm>
          <a:prstGeom prst="rect">
            <a:avLst/>
          </a:prstGeom>
          <a:solidFill>
            <a:schemeClr val="accent1"/>
          </a:solidFill>
          <a:ln w="12700">
            <a:solidFill>
              <a:schemeClr val="accent1"/>
            </a:solidFill>
          </a:ln>
        </p:spPr>
        <p:txBody>
          <a:bodyPr wrap="square" lIns="91440" tIns="45720" rIns="91440" bIns="45720" rtlCol="0">
            <a:noAutofit/>
          </a:bodyPr>
          <a:lstStyle/>
          <a:p>
            <a:pPr algn="l"/>
            <a:endParaRPr lang="en-IN" dirty="0">
              <a:solidFill>
                <a:schemeClr val="accent3"/>
              </a:solidFill>
            </a:endParaRPr>
          </a:p>
        </p:txBody>
      </p:sp>
      <p:sp>
        <p:nvSpPr>
          <p:cNvPr id="3" name="TextBox 2">
            <a:extLst>
              <a:ext uri="{FF2B5EF4-FFF2-40B4-BE49-F238E27FC236}">
                <a16:creationId xmlns:a16="http://schemas.microsoft.com/office/drawing/2014/main" id="{0D8B0D8B-C79C-8048-BBDF-BFEE98447D78}"/>
              </a:ext>
              <a:ext uri="{C183D7F6-B498-43B3-948B-1728B52AA6E4}">
                <adec:decorative xmlns:adec="http://schemas.microsoft.com/office/drawing/2017/decorative" val="1"/>
              </a:ext>
            </a:extLst>
          </p:cNvPr>
          <p:cNvSpPr txBox="1"/>
          <p:nvPr/>
        </p:nvSpPr>
        <p:spPr>
          <a:xfrm>
            <a:off x="428624" y="3070585"/>
            <a:ext cx="1371600" cy="1371600"/>
          </a:xfrm>
          <a:prstGeom prst="rect">
            <a:avLst/>
          </a:prstGeom>
          <a:solidFill>
            <a:schemeClr val="accent2"/>
          </a:solidFill>
          <a:ln w="12700">
            <a:solidFill>
              <a:schemeClr val="accent2"/>
            </a:solidFill>
          </a:ln>
        </p:spPr>
        <p:txBody>
          <a:bodyPr wrap="square" lIns="91440" tIns="45720" rIns="91440" bIns="45720" rtlCol="0">
            <a:noAutofit/>
          </a:bodyPr>
          <a:lstStyle/>
          <a:p>
            <a:pPr algn="l"/>
            <a:endParaRPr lang="en-IN" dirty="0">
              <a:solidFill>
                <a:schemeClr val="accent3"/>
              </a:solidFill>
            </a:endParaRPr>
          </a:p>
        </p:txBody>
      </p:sp>
      <p:sp>
        <p:nvSpPr>
          <p:cNvPr id="4" name="TextBox 3">
            <a:extLst>
              <a:ext uri="{FF2B5EF4-FFF2-40B4-BE49-F238E27FC236}">
                <a16:creationId xmlns:a16="http://schemas.microsoft.com/office/drawing/2014/main" id="{D37C6EE9-6D44-9582-AE60-03AB8B2FE5CD}"/>
              </a:ext>
              <a:ext uri="{C183D7F6-B498-43B3-948B-1728B52AA6E4}">
                <adec:decorative xmlns:adec="http://schemas.microsoft.com/office/drawing/2017/decorative" val="1"/>
              </a:ext>
            </a:extLst>
          </p:cNvPr>
          <p:cNvSpPr txBox="1"/>
          <p:nvPr/>
        </p:nvSpPr>
        <p:spPr>
          <a:xfrm>
            <a:off x="428624" y="4694958"/>
            <a:ext cx="1371600" cy="1371600"/>
          </a:xfrm>
          <a:prstGeom prst="rect">
            <a:avLst/>
          </a:prstGeom>
          <a:solidFill>
            <a:schemeClr val="accent3"/>
          </a:solidFill>
          <a:ln w="12700">
            <a:solidFill>
              <a:schemeClr val="accent3"/>
            </a:solidFill>
          </a:ln>
        </p:spPr>
        <p:txBody>
          <a:bodyPr wrap="square" lIns="91440" tIns="45720" rIns="91440" bIns="45720" rtlCol="0">
            <a:noAutofit/>
          </a:bodyPr>
          <a:lstStyle/>
          <a:p>
            <a:pPr algn="l"/>
            <a:endParaRPr lang="en-IN" dirty="0">
              <a:solidFill>
                <a:schemeClr val="accent3"/>
              </a:solidFill>
            </a:endParaRPr>
          </a:p>
        </p:txBody>
      </p:sp>
      <p:sp>
        <p:nvSpPr>
          <p:cNvPr id="7" name="Title 6">
            <a:extLst>
              <a:ext uri="{FF2B5EF4-FFF2-40B4-BE49-F238E27FC236}">
                <a16:creationId xmlns:a16="http://schemas.microsoft.com/office/drawing/2014/main" id="{13E2A6E0-D8E9-D5DF-A466-02B5688E93ED}"/>
              </a:ext>
            </a:extLst>
          </p:cNvPr>
          <p:cNvSpPr>
            <a:spLocks noGrp="1"/>
          </p:cNvSpPr>
          <p:nvPr>
            <p:ph type="title"/>
          </p:nvPr>
        </p:nvSpPr>
        <p:spPr>
          <a:xfrm>
            <a:off x="428624" y="291451"/>
            <a:ext cx="11337925" cy="912315"/>
          </a:xfrm>
        </p:spPr>
        <p:txBody>
          <a:bodyPr/>
          <a:lstStyle/>
          <a:p>
            <a:r>
              <a:rPr lang="en-IN" dirty="0"/>
              <a:t>3 </a:t>
            </a:r>
            <a:r>
              <a:rPr lang="fr-FR" noProof="0" dirty="0"/>
              <a:t>Cadrage métier</a:t>
            </a:r>
            <a:endParaRPr lang="en-IN" dirty="0"/>
          </a:p>
        </p:txBody>
      </p:sp>
      <p:sp>
        <p:nvSpPr>
          <p:cNvPr id="6" name="Slide Number Placeholder 5">
            <a:extLst>
              <a:ext uri="{FF2B5EF4-FFF2-40B4-BE49-F238E27FC236}">
                <a16:creationId xmlns:a16="http://schemas.microsoft.com/office/drawing/2014/main" id="{16D30D25-7ED9-1C1B-16A0-7236A4F74793}"/>
              </a:ext>
            </a:extLst>
          </p:cNvPr>
          <p:cNvSpPr>
            <a:spLocks noGrp="1"/>
          </p:cNvSpPr>
          <p:nvPr>
            <p:ph type="sldNum" sz="quarter" idx="4"/>
          </p:nvPr>
        </p:nvSpPr>
        <p:spPr/>
        <p:txBody>
          <a:bodyPr/>
          <a:lstStyle/>
          <a:p>
            <a:fld id="{DAF489CC-3B7A-4DA5-A8C0-4984788D0EC5}" type="slidenum">
              <a:rPr lang="nl-NL" smtClean="0"/>
              <a:pPr/>
              <a:t>5</a:t>
            </a:fld>
            <a:endParaRPr lang="nl-NL" dirty="0"/>
          </a:p>
        </p:txBody>
      </p:sp>
      <p:sp>
        <p:nvSpPr>
          <p:cNvPr id="13" name="Rectangle 12">
            <a:extLst>
              <a:ext uri="{FF2B5EF4-FFF2-40B4-BE49-F238E27FC236}">
                <a16:creationId xmlns:a16="http://schemas.microsoft.com/office/drawing/2014/main" id="{8467B0A1-6C71-4149-2E1F-7AD6650B6A1E}"/>
              </a:ext>
            </a:extLst>
          </p:cNvPr>
          <p:cNvSpPr/>
          <p:nvPr/>
        </p:nvSpPr>
        <p:spPr>
          <a:xfrm>
            <a:off x="1895066" y="1446213"/>
            <a:ext cx="9868309" cy="13716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r>
              <a:rPr lang="fr-FR" sz="2000" b="1" dirty="0">
                <a:solidFill>
                  <a:schemeClr val="accent1"/>
                </a:solidFill>
                <a:latin typeface="Aptos" panose="020B0004020202020204" pitchFamily="34" charset="0"/>
              </a:rPr>
              <a:t>Outil d’aide à la décision </a:t>
            </a:r>
            <a:endParaRPr lang="en-IN" sz="2000" b="1" dirty="0">
              <a:solidFill>
                <a:schemeClr val="accent1"/>
              </a:solidFill>
              <a:latin typeface="Aptos" panose="020B0004020202020204" pitchFamily="34" charset="0"/>
            </a:endParaRPr>
          </a:p>
          <a:p>
            <a:pPr marL="285750" lvl="0" indent="-285750">
              <a:buFont typeface="Arial" panose="020B0604020202020204" pitchFamily="34" charset="0"/>
              <a:buChar char="•"/>
            </a:pPr>
            <a:r>
              <a:rPr lang="fr-FR" sz="1700" dirty="0">
                <a:solidFill>
                  <a:schemeClr val="accent3"/>
                </a:solidFill>
                <a:latin typeface="Aptos" panose="020B0004020202020204" pitchFamily="34" charset="0"/>
              </a:rPr>
              <a:t>Sujet traitant d’une prédiction de retour à l’emploi : qualification AI </a:t>
            </a:r>
            <a:r>
              <a:rPr lang="fr-FR" sz="1700" dirty="0" err="1">
                <a:solidFill>
                  <a:schemeClr val="accent3"/>
                </a:solidFill>
                <a:latin typeface="Aptos" panose="020B0004020202020204" pitchFamily="34" charset="0"/>
              </a:rPr>
              <a:t>Act</a:t>
            </a:r>
            <a:r>
              <a:rPr lang="fr-FR" sz="1700" dirty="0">
                <a:solidFill>
                  <a:schemeClr val="accent3"/>
                </a:solidFill>
                <a:latin typeface="Aptos" panose="020B0004020202020204" pitchFamily="34" charset="0"/>
              </a:rPr>
              <a:t> </a:t>
            </a:r>
            <a:r>
              <a:rPr lang="fr-FR" sz="1700" dirty="0">
                <a:solidFill>
                  <a:schemeClr val="accent3"/>
                </a:solidFill>
                <a:latin typeface="Aptos" panose="020B0004020202020204" pitchFamily="34" charset="0"/>
                <a:sym typeface="Wingdings" panose="05000000000000000000" pitchFamily="2" charset="2"/>
              </a:rPr>
              <a:t> </a:t>
            </a:r>
            <a:r>
              <a:rPr lang="fr-FR" sz="1700" dirty="0">
                <a:solidFill>
                  <a:schemeClr val="accent3"/>
                </a:solidFill>
                <a:latin typeface="Aptos" panose="020B0004020202020204" pitchFamily="34" charset="0"/>
              </a:rPr>
              <a:t>Système d'IA à « Haut Risque » (Annexe III, point 4)  </a:t>
            </a:r>
          </a:p>
          <a:p>
            <a:pPr marL="285750" lvl="0" indent="-285750">
              <a:buFont typeface="Arial" panose="020B0604020202020204" pitchFamily="34" charset="0"/>
              <a:buChar char="•"/>
            </a:pPr>
            <a:r>
              <a:rPr lang="fr-FR" sz="1700" dirty="0">
                <a:solidFill>
                  <a:schemeClr val="accent3"/>
                </a:solidFill>
                <a:latin typeface="Aptos" panose="020B0004020202020204" pitchFamily="34" charset="0"/>
              </a:rPr>
              <a:t>Le système </a:t>
            </a:r>
            <a:r>
              <a:rPr lang="fr-FR" sz="1700" b="1" dirty="0">
                <a:solidFill>
                  <a:schemeClr val="accent3"/>
                </a:solidFill>
                <a:latin typeface="Aptos" panose="020B0004020202020204" pitchFamily="34" charset="0"/>
              </a:rPr>
              <a:t>n'automatise pas la décision finale</a:t>
            </a:r>
            <a:r>
              <a:rPr lang="fr-FR" sz="1700" dirty="0">
                <a:solidFill>
                  <a:schemeClr val="accent3"/>
                </a:solidFill>
                <a:latin typeface="Aptos" panose="020B0004020202020204" pitchFamily="34" charset="0"/>
              </a:rPr>
              <a:t> : il fournit une recommandation fiable, objective et reproductible pour éclairer le conseiller</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B408874B-6567-D100-968C-A9C0B24875BC}"/>
                  </a:ext>
                </a:extLst>
              </p:cNvPr>
              <p:cNvSpPr/>
              <p:nvPr/>
            </p:nvSpPr>
            <p:spPr>
              <a:xfrm>
                <a:off x="1895067" y="3012217"/>
                <a:ext cx="9868308" cy="144655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r>
                  <a:rPr lang="fr-FR" sz="2000" b="1" noProof="0" dirty="0">
                    <a:solidFill>
                      <a:schemeClr val="accent2"/>
                    </a:solidFill>
                    <a:latin typeface="Aptos" panose="020B0004020202020204" pitchFamily="34" charset="0"/>
                  </a:rPr>
                  <a:t>Asymétrie des coûts d’erreur</a:t>
                </a:r>
                <a:endParaRPr lang="en-IN" sz="2000" b="1" dirty="0">
                  <a:solidFill>
                    <a:schemeClr val="accent2"/>
                  </a:solidFill>
                  <a:latin typeface="Aptos" panose="020B0004020202020204" pitchFamily="34" charset="0"/>
                </a:endParaRPr>
              </a:p>
              <a:p>
                <a:pPr marL="285750" indent="-285750">
                  <a:buFont typeface="Arial" panose="020B0604020202020204" pitchFamily="34" charset="0"/>
                  <a:buChar char="•"/>
                </a:pPr>
                <a:r>
                  <a:rPr lang="fr-FR" sz="1700" dirty="0">
                    <a:solidFill>
                      <a:schemeClr val="accent3"/>
                    </a:solidFill>
                    <a:latin typeface="Aptos" panose="020B0004020202020204" pitchFamily="34" charset="0"/>
                  </a:rPr>
                  <a:t>L'erreur critique </a:t>
                </a:r>
                <a14:m>
                  <m:oMath xmlns:m="http://schemas.openxmlformats.org/officeDocument/2006/math">
                    <m:r>
                      <a:rPr lang="fr-FR" sz="1700" i="1">
                        <a:solidFill>
                          <a:schemeClr val="accent3"/>
                        </a:solidFill>
                        <a:latin typeface="Cambria Math" panose="02040503050406030204" pitchFamily="18" charset="0"/>
                      </a:rPr>
                      <m:t>2→0</m:t>
                    </m:r>
                    <m:r>
                      <a:rPr lang="fr-FR" sz="1700">
                        <a:solidFill>
                          <a:schemeClr val="accent3"/>
                        </a:solidFill>
                        <a:latin typeface="Cambria Math" panose="02040503050406030204" pitchFamily="18" charset="0"/>
                      </a:rPr>
                      <m:t> </m:t>
                    </m:r>
                  </m:oMath>
                </a14:m>
                <a:r>
                  <a:rPr lang="fr-FR" sz="1700" dirty="0">
                    <a:solidFill>
                      <a:schemeClr val="accent3"/>
                    </a:solidFill>
                    <a:latin typeface="Aptos" panose="020B0004020202020204" pitchFamily="34" charset="0"/>
                  </a:rPr>
                  <a:t>(un usager en risque de chômage de longue durée classé en retour rapide) est la plus préjudiciable sur les plans humain et financier</a:t>
                </a:r>
              </a:p>
              <a:p>
                <a:pPr marL="285750" indent="-285750">
                  <a:buFont typeface="Arial" panose="020B0604020202020204" pitchFamily="34" charset="0"/>
                  <a:buChar char="•"/>
                </a:pPr>
                <a:r>
                  <a:rPr lang="fr-FR" sz="1700" dirty="0">
                    <a:solidFill>
                      <a:schemeClr val="accent3"/>
                    </a:solidFill>
                    <a:latin typeface="Aptos" panose="020B0004020202020204" pitchFamily="34" charset="0"/>
                  </a:rPr>
                  <a:t>« Elle prive l'usager d'un accompagnement renforcé indispensable » et engage juridiquement l’administration</a:t>
                </a:r>
                <a:endParaRPr lang="en-IN" sz="1700" dirty="0">
                  <a:solidFill>
                    <a:schemeClr val="accent3"/>
                  </a:solidFill>
                  <a:latin typeface="Aptos" panose="020B0004020202020204" pitchFamily="34" charset="0"/>
                </a:endParaRPr>
              </a:p>
            </p:txBody>
          </p:sp>
        </mc:Choice>
        <mc:Fallback xmlns="">
          <p:sp>
            <p:nvSpPr>
              <p:cNvPr id="15" name="Rectangle 14">
                <a:extLst>
                  <a:ext uri="{FF2B5EF4-FFF2-40B4-BE49-F238E27FC236}">
                    <a16:creationId xmlns:a16="http://schemas.microsoft.com/office/drawing/2014/main" id="{B408874B-6567-D100-968C-A9C0B24875BC}"/>
                  </a:ext>
                </a:extLst>
              </p:cNvPr>
              <p:cNvSpPr>
                <a:spLocks noRot="1" noChangeAspect="1" noMove="1" noResize="1" noEditPoints="1" noAdjustHandles="1" noChangeArrowheads="1" noChangeShapeType="1" noTextEdit="1"/>
              </p:cNvSpPr>
              <p:nvPr/>
            </p:nvSpPr>
            <p:spPr>
              <a:xfrm>
                <a:off x="1895067" y="3012217"/>
                <a:ext cx="9868308" cy="1446550"/>
              </a:xfrm>
              <a:prstGeom prst="rect">
                <a:avLst/>
              </a:prstGeom>
              <a:blipFill>
                <a:blip r:embed="rId2"/>
                <a:stretch>
                  <a:fillRect l="-679" t="-2110" b="-5063"/>
                </a:stretch>
              </a:blipFill>
              <a:ln w="12700">
                <a:noFill/>
              </a:ln>
            </p:spPr>
            <p:txBody>
              <a:bodyPr/>
              <a:lstStyle/>
              <a:p>
                <a:r>
                  <a:rPr lang="fr-FR">
                    <a:noFill/>
                  </a:rPr>
                  <a:t> </a:t>
                </a:r>
              </a:p>
            </p:txBody>
          </p:sp>
        </mc:Fallback>
      </mc:AlternateContent>
      <p:sp>
        <p:nvSpPr>
          <p:cNvPr id="17" name="Rectangle 16">
            <a:extLst>
              <a:ext uri="{FF2B5EF4-FFF2-40B4-BE49-F238E27FC236}">
                <a16:creationId xmlns:a16="http://schemas.microsoft.com/office/drawing/2014/main" id="{0FAD6CAC-C200-BC5D-23EA-6B7F333245BA}"/>
              </a:ext>
            </a:extLst>
          </p:cNvPr>
          <p:cNvSpPr/>
          <p:nvPr/>
        </p:nvSpPr>
        <p:spPr>
          <a:xfrm>
            <a:off x="1895067" y="4694958"/>
            <a:ext cx="9868308" cy="954107"/>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r>
              <a:rPr lang="fr-FR" sz="2000" b="1" noProof="0" dirty="0">
                <a:solidFill>
                  <a:schemeClr val="accent3"/>
                </a:solidFill>
                <a:latin typeface="Aptos" panose="020B0004020202020204" pitchFamily="34" charset="0"/>
              </a:rPr>
              <a:t>Latence</a:t>
            </a:r>
            <a:endParaRPr lang="en-IN" sz="1600" b="1" dirty="0">
              <a:solidFill>
                <a:schemeClr val="accent3"/>
              </a:solidFill>
              <a:latin typeface="Aptos" panose="020B0004020202020204" pitchFamily="34" charset="0"/>
            </a:endParaRPr>
          </a:p>
          <a:p>
            <a:pPr marL="285750" lvl="0" indent="-285750">
              <a:buFont typeface="Arial" panose="020B0604020202020204" pitchFamily="34" charset="0"/>
              <a:buChar char="•"/>
            </a:pPr>
            <a:r>
              <a:rPr lang="fr-FR" sz="1700" dirty="0">
                <a:solidFill>
                  <a:schemeClr val="accent3"/>
                </a:solidFill>
                <a:latin typeface="Aptos" panose="020B0004020202020204" pitchFamily="34" charset="0"/>
              </a:rPr>
              <a:t>La durée de traitement doit être compatible avec l’utilisation par un conseiller lors d’un entretien en face-à-face</a:t>
            </a:r>
          </a:p>
        </p:txBody>
      </p:sp>
      <p:cxnSp>
        <p:nvCxnSpPr>
          <p:cNvPr id="24" name="Straight Connector 23">
            <a:extLst>
              <a:ext uri="{FF2B5EF4-FFF2-40B4-BE49-F238E27FC236}">
                <a16:creationId xmlns:a16="http://schemas.microsoft.com/office/drawing/2014/main" id="{7C02D587-4C67-097C-D592-68F3F1C735EB}"/>
              </a:ext>
              <a:ext uri="{C183D7F6-B498-43B3-948B-1728B52AA6E4}">
                <adec:decorative xmlns:adec="http://schemas.microsoft.com/office/drawing/2017/decorative" val="1"/>
              </a:ext>
            </a:extLst>
          </p:cNvPr>
          <p:cNvCxnSpPr>
            <a:cxnSpLocks/>
          </p:cNvCxnSpPr>
          <p:nvPr/>
        </p:nvCxnSpPr>
        <p:spPr>
          <a:xfrm>
            <a:off x="426720" y="2944199"/>
            <a:ext cx="1133856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8399AF0-54EE-33AE-21BC-1C186F8F6B84}"/>
              </a:ext>
              <a:ext uri="{C183D7F6-B498-43B3-948B-1728B52AA6E4}">
                <adec:decorative xmlns:adec="http://schemas.microsoft.com/office/drawing/2017/decorative" val="1"/>
              </a:ext>
            </a:extLst>
          </p:cNvPr>
          <p:cNvCxnSpPr>
            <a:cxnSpLocks/>
          </p:cNvCxnSpPr>
          <p:nvPr/>
        </p:nvCxnSpPr>
        <p:spPr>
          <a:xfrm>
            <a:off x="426720" y="4568571"/>
            <a:ext cx="1133856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10" name="Group 243">
            <a:extLst>
              <a:ext uri="{FF2B5EF4-FFF2-40B4-BE49-F238E27FC236}">
                <a16:creationId xmlns:a16="http://schemas.microsoft.com/office/drawing/2014/main" id="{16BBDD85-B80C-B1F8-D23A-66CCFE9D3174}"/>
              </a:ext>
            </a:extLst>
          </p:cNvPr>
          <p:cNvGrpSpPr/>
          <p:nvPr/>
        </p:nvGrpSpPr>
        <p:grpSpPr>
          <a:xfrm>
            <a:off x="894439" y="1863069"/>
            <a:ext cx="439969" cy="531995"/>
            <a:chOff x="1605615" y="2983606"/>
            <a:chExt cx="439969" cy="531995"/>
          </a:xfrm>
        </p:grpSpPr>
        <p:sp>
          <p:nvSpPr>
            <p:cNvPr id="11" name="Freeform: Shape 179">
              <a:extLst>
                <a:ext uri="{FF2B5EF4-FFF2-40B4-BE49-F238E27FC236}">
                  <a16:creationId xmlns:a16="http://schemas.microsoft.com/office/drawing/2014/main" id="{29B44251-0528-2831-4A57-524A619E24BB}"/>
                </a:ext>
              </a:extLst>
            </p:cNvPr>
            <p:cNvSpPr/>
            <p:nvPr/>
          </p:nvSpPr>
          <p:spPr>
            <a:xfrm>
              <a:off x="1648749" y="2983606"/>
              <a:ext cx="152407" cy="151839"/>
            </a:xfrm>
            <a:custGeom>
              <a:avLst/>
              <a:gdLst>
                <a:gd name="connsiteX0" fmla="*/ 152408 w 152407"/>
                <a:gd name="connsiteY0" fmla="*/ 75923 h 151839"/>
                <a:gd name="connsiteX1" fmla="*/ 76492 w 152407"/>
                <a:gd name="connsiteY1" fmla="*/ 151839 h 151839"/>
                <a:gd name="connsiteX2" fmla="*/ 0 w 152407"/>
                <a:gd name="connsiteY2" fmla="*/ 75923 h 151839"/>
                <a:gd name="connsiteX3" fmla="*/ 76492 w 152407"/>
                <a:gd name="connsiteY3" fmla="*/ 7 h 151839"/>
                <a:gd name="connsiteX4" fmla="*/ 152408 w 152407"/>
                <a:gd name="connsiteY4" fmla="*/ 75923 h 1518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7" h="151839">
                  <a:moveTo>
                    <a:pt x="152408" y="75923"/>
                  </a:moveTo>
                  <a:cubicBezTo>
                    <a:pt x="152408" y="117907"/>
                    <a:pt x="118476" y="151839"/>
                    <a:pt x="76492" y="151839"/>
                  </a:cubicBezTo>
                  <a:cubicBezTo>
                    <a:pt x="34507" y="151839"/>
                    <a:pt x="0" y="117907"/>
                    <a:pt x="0" y="75923"/>
                  </a:cubicBezTo>
                  <a:cubicBezTo>
                    <a:pt x="0" y="33939"/>
                    <a:pt x="33932" y="7"/>
                    <a:pt x="76492" y="7"/>
                  </a:cubicBezTo>
                  <a:cubicBezTo>
                    <a:pt x="117900" y="-568"/>
                    <a:pt x="152408" y="33939"/>
                    <a:pt x="152408" y="75923"/>
                  </a:cubicBezTo>
                  <a:close/>
                </a:path>
              </a:pathLst>
            </a:custGeom>
            <a:noFill/>
            <a:ln w="49492" cap="flat">
              <a:solidFill>
                <a:schemeClr val="bg1"/>
              </a:solidFill>
              <a:prstDash val="solid"/>
              <a:miter/>
            </a:ln>
          </p:spPr>
          <p:txBody>
            <a:bodyPr rtlCol="0" anchor="ctr"/>
            <a:lstStyle/>
            <a:p>
              <a:endParaRPr lang="en-US"/>
            </a:p>
          </p:txBody>
        </p:sp>
        <p:sp>
          <p:nvSpPr>
            <p:cNvPr id="12" name="Freeform: Shape 180">
              <a:extLst>
                <a:ext uri="{FF2B5EF4-FFF2-40B4-BE49-F238E27FC236}">
                  <a16:creationId xmlns:a16="http://schemas.microsoft.com/office/drawing/2014/main" id="{6A6D8A45-73CC-1412-D881-039A2CDB9AFC}"/>
                </a:ext>
              </a:extLst>
            </p:cNvPr>
            <p:cNvSpPr/>
            <p:nvPr/>
          </p:nvSpPr>
          <p:spPr>
            <a:xfrm>
              <a:off x="1605615" y="3209061"/>
              <a:ext cx="238101" cy="119050"/>
            </a:xfrm>
            <a:custGeom>
              <a:avLst/>
              <a:gdLst>
                <a:gd name="connsiteX0" fmla="*/ 0 w 238101"/>
                <a:gd name="connsiteY0" fmla="*/ 119050 h 119050"/>
                <a:gd name="connsiteX1" fmla="*/ 119051 w 238101"/>
                <a:gd name="connsiteY1" fmla="*/ 0 h 119050"/>
                <a:gd name="connsiteX2" fmla="*/ 238101 w 238101"/>
                <a:gd name="connsiteY2" fmla="*/ 119050 h 119050"/>
              </a:gdLst>
              <a:ahLst/>
              <a:cxnLst>
                <a:cxn ang="0">
                  <a:pos x="connsiteX0" y="connsiteY0"/>
                </a:cxn>
                <a:cxn ang="0">
                  <a:pos x="connsiteX1" y="connsiteY1"/>
                </a:cxn>
                <a:cxn ang="0">
                  <a:pos x="connsiteX2" y="connsiteY2"/>
                </a:cxn>
              </a:cxnLst>
              <a:rect l="l" t="t" r="r" b="b"/>
              <a:pathLst>
                <a:path w="238101" h="119050">
                  <a:moveTo>
                    <a:pt x="0" y="119050"/>
                  </a:moveTo>
                  <a:cubicBezTo>
                    <a:pt x="0" y="52911"/>
                    <a:pt x="53487" y="0"/>
                    <a:pt x="119051" y="0"/>
                  </a:cubicBezTo>
                  <a:cubicBezTo>
                    <a:pt x="185190" y="0"/>
                    <a:pt x="238101" y="53486"/>
                    <a:pt x="238101" y="119050"/>
                  </a:cubicBezTo>
                </a:path>
              </a:pathLst>
            </a:custGeom>
            <a:noFill/>
            <a:ln w="49492" cap="flat">
              <a:solidFill>
                <a:schemeClr val="bg1"/>
              </a:solidFill>
              <a:prstDash val="solid"/>
              <a:miter/>
            </a:ln>
          </p:spPr>
          <p:txBody>
            <a:bodyPr rtlCol="0" anchor="ctr"/>
            <a:lstStyle/>
            <a:p>
              <a:endParaRPr lang="en-US"/>
            </a:p>
          </p:txBody>
        </p:sp>
        <p:grpSp>
          <p:nvGrpSpPr>
            <p:cNvPr id="14" name="Graphic 78">
              <a:extLst>
                <a:ext uri="{FF2B5EF4-FFF2-40B4-BE49-F238E27FC236}">
                  <a16:creationId xmlns:a16="http://schemas.microsoft.com/office/drawing/2014/main" id="{A282541C-0B18-D1E4-C6A5-74E5A6D72F24}"/>
                </a:ext>
              </a:extLst>
            </p:cNvPr>
            <p:cNvGrpSpPr/>
            <p:nvPr/>
          </p:nvGrpSpPr>
          <p:grpSpPr>
            <a:xfrm>
              <a:off x="1694759" y="3165927"/>
              <a:ext cx="350825" cy="349674"/>
              <a:chOff x="1694759" y="3165927"/>
              <a:chExt cx="350825" cy="349674"/>
            </a:xfrm>
            <a:noFill/>
          </p:grpSpPr>
          <p:sp>
            <p:nvSpPr>
              <p:cNvPr id="16" name="Freeform: Shape 182">
                <a:extLst>
                  <a:ext uri="{FF2B5EF4-FFF2-40B4-BE49-F238E27FC236}">
                    <a16:creationId xmlns:a16="http://schemas.microsoft.com/office/drawing/2014/main" id="{AEB2BEDB-3E35-E414-0869-0603FC03529B}"/>
                  </a:ext>
                </a:extLst>
              </p:cNvPr>
              <p:cNvSpPr/>
              <p:nvPr/>
            </p:nvSpPr>
            <p:spPr>
              <a:xfrm>
                <a:off x="1710288" y="3174554"/>
                <a:ext cx="269158" cy="269157"/>
              </a:xfrm>
              <a:custGeom>
                <a:avLst/>
                <a:gdLst>
                  <a:gd name="connsiteX0" fmla="*/ 134579 w 269158"/>
                  <a:gd name="connsiteY0" fmla="*/ 0 h 269157"/>
                  <a:gd name="connsiteX1" fmla="*/ 269158 w 269158"/>
                  <a:gd name="connsiteY1" fmla="*/ 134579 h 269157"/>
                  <a:gd name="connsiteX2" fmla="*/ 134579 w 269158"/>
                  <a:gd name="connsiteY2" fmla="*/ 269157 h 269157"/>
                  <a:gd name="connsiteX3" fmla="*/ 0 w 269158"/>
                  <a:gd name="connsiteY3" fmla="*/ 134579 h 269157"/>
                </a:gdLst>
                <a:ahLst/>
                <a:cxnLst>
                  <a:cxn ang="0">
                    <a:pos x="connsiteX0" y="connsiteY0"/>
                  </a:cxn>
                  <a:cxn ang="0">
                    <a:pos x="connsiteX1" y="connsiteY1"/>
                  </a:cxn>
                  <a:cxn ang="0">
                    <a:pos x="connsiteX2" y="connsiteY2"/>
                  </a:cxn>
                  <a:cxn ang="0">
                    <a:pos x="connsiteX3" y="connsiteY3"/>
                  </a:cxn>
                </a:cxnLst>
                <a:rect l="l" t="t" r="r" b="b"/>
                <a:pathLst>
                  <a:path w="269158" h="269157">
                    <a:moveTo>
                      <a:pt x="134579" y="0"/>
                    </a:moveTo>
                    <a:cubicBezTo>
                      <a:pt x="208770" y="0"/>
                      <a:pt x="269158" y="60388"/>
                      <a:pt x="269158" y="134579"/>
                    </a:cubicBezTo>
                    <a:cubicBezTo>
                      <a:pt x="269158" y="208769"/>
                      <a:pt x="208770" y="269157"/>
                      <a:pt x="134579" y="269157"/>
                    </a:cubicBezTo>
                    <a:cubicBezTo>
                      <a:pt x="60388" y="269157"/>
                      <a:pt x="0" y="208769"/>
                      <a:pt x="0" y="134579"/>
                    </a:cubicBezTo>
                  </a:path>
                </a:pathLst>
              </a:custGeom>
              <a:noFill/>
              <a:ln w="49492" cap="flat">
                <a:solidFill>
                  <a:schemeClr val="bg1"/>
                </a:solidFill>
                <a:prstDash val="solid"/>
                <a:miter/>
              </a:ln>
            </p:spPr>
            <p:txBody>
              <a:bodyPr rtlCol="0" anchor="ctr"/>
              <a:lstStyle/>
              <a:p>
                <a:endParaRPr lang="en-US"/>
              </a:p>
            </p:txBody>
          </p:sp>
          <p:sp>
            <p:nvSpPr>
              <p:cNvPr id="18" name="Freeform: Shape 183">
                <a:extLst>
                  <a:ext uri="{FF2B5EF4-FFF2-40B4-BE49-F238E27FC236}">
                    <a16:creationId xmlns:a16="http://schemas.microsoft.com/office/drawing/2014/main" id="{B1A55514-6A7D-A16B-151C-F115D8C84CAA}"/>
                  </a:ext>
                </a:extLst>
              </p:cNvPr>
              <p:cNvSpPr/>
              <p:nvPr/>
            </p:nvSpPr>
            <p:spPr>
              <a:xfrm>
                <a:off x="1694759" y="3165927"/>
                <a:ext cx="350825" cy="349674"/>
              </a:xfrm>
              <a:custGeom>
                <a:avLst/>
                <a:gdLst>
                  <a:gd name="connsiteX0" fmla="*/ 295614 w 350825"/>
                  <a:gd name="connsiteY0" fmla="*/ 289287 h 349674"/>
                  <a:gd name="connsiteX1" fmla="*/ 250754 w 350825"/>
                  <a:gd name="connsiteY1" fmla="*/ 244427 h 349674"/>
                  <a:gd name="connsiteX2" fmla="*/ 44860 w 350825"/>
                  <a:gd name="connsiteY2" fmla="*/ 248453 h 349674"/>
                  <a:gd name="connsiteX3" fmla="*/ 0 w 350825"/>
                  <a:gd name="connsiteY3" fmla="*/ 293312 h 349674"/>
                  <a:gd name="connsiteX4" fmla="*/ 292738 w 350825"/>
                  <a:gd name="connsiteY4" fmla="*/ 0 h 349674"/>
                  <a:gd name="connsiteX5" fmla="*/ 247878 w 350825"/>
                  <a:gd name="connsiteY5" fmla="*/ 44860 h 349674"/>
                  <a:gd name="connsiteX6" fmla="*/ 350826 w 350825"/>
                  <a:gd name="connsiteY6" fmla="*/ 143206 h 349674"/>
                  <a:gd name="connsiteX7" fmla="*/ 286987 w 350825"/>
                  <a:gd name="connsiteY7" fmla="*/ 143206 h 349674"/>
                  <a:gd name="connsiteX8" fmla="*/ 150107 w 350825"/>
                  <a:gd name="connsiteY8" fmla="*/ 285836 h 349674"/>
                  <a:gd name="connsiteX9" fmla="*/ 150107 w 350825"/>
                  <a:gd name="connsiteY9" fmla="*/ 349674 h 349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0825" h="349674">
                    <a:moveTo>
                      <a:pt x="295614" y="289287"/>
                    </a:moveTo>
                    <a:lnTo>
                      <a:pt x="250754" y="244427"/>
                    </a:lnTo>
                    <a:moveTo>
                      <a:pt x="44860" y="248453"/>
                    </a:moveTo>
                    <a:lnTo>
                      <a:pt x="0" y="293312"/>
                    </a:lnTo>
                    <a:moveTo>
                      <a:pt x="292738" y="0"/>
                    </a:moveTo>
                    <a:lnTo>
                      <a:pt x="247878" y="44860"/>
                    </a:lnTo>
                    <a:moveTo>
                      <a:pt x="350826" y="143206"/>
                    </a:moveTo>
                    <a:lnTo>
                      <a:pt x="286987" y="143206"/>
                    </a:lnTo>
                    <a:moveTo>
                      <a:pt x="150107" y="285836"/>
                    </a:moveTo>
                    <a:lnTo>
                      <a:pt x="150107" y="349674"/>
                    </a:lnTo>
                  </a:path>
                </a:pathLst>
              </a:custGeom>
              <a:noFill/>
              <a:ln w="49492" cap="flat">
                <a:solidFill>
                  <a:schemeClr val="bg1"/>
                </a:solidFill>
                <a:prstDash val="solid"/>
                <a:miter/>
              </a:ln>
            </p:spPr>
            <p:txBody>
              <a:bodyPr rtlCol="0" anchor="ctr"/>
              <a:lstStyle/>
              <a:p>
                <a:endParaRPr lang="en-US"/>
              </a:p>
            </p:txBody>
          </p:sp>
        </p:grpSp>
      </p:grpSp>
      <p:grpSp>
        <p:nvGrpSpPr>
          <p:cNvPr id="47" name="Group 228">
            <a:extLst>
              <a:ext uri="{FF2B5EF4-FFF2-40B4-BE49-F238E27FC236}">
                <a16:creationId xmlns:a16="http://schemas.microsoft.com/office/drawing/2014/main" id="{D282B885-43D7-E49F-BF5B-DF945A4A6571}"/>
              </a:ext>
            </a:extLst>
          </p:cNvPr>
          <p:cNvGrpSpPr/>
          <p:nvPr/>
        </p:nvGrpSpPr>
        <p:grpSpPr>
          <a:xfrm>
            <a:off x="875596" y="3571518"/>
            <a:ext cx="477655" cy="389501"/>
            <a:chOff x="5258901" y="3042132"/>
            <a:chExt cx="477655" cy="389501"/>
          </a:xfrm>
        </p:grpSpPr>
        <p:sp>
          <p:nvSpPr>
            <p:cNvPr id="48" name="Freeform: Shape 193">
              <a:extLst>
                <a:ext uri="{FF2B5EF4-FFF2-40B4-BE49-F238E27FC236}">
                  <a16:creationId xmlns:a16="http://schemas.microsoft.com/office/drawing/2014/main" id="{2246AD99-BC61-463C-D982-0CE31786FE97}"/>
                </a:ext>
              </a:extLst>
            </p:cNvPr>
            <p:cNvSpPr/>
            <p:nvPr/>
          </p:nvSpPr>
          <p:spPr>
            <a:xfrm>
              <a:off x="5258901" y="3042132"/>
              <a:ext cx="477655" cy="389501"/>
            </a:xfrm>
            <a:custGeom>
              <a:avLst/>
              <a:gdLst>
                <a:gd name="connsiteX0" fmla="*/ 141057 w 477655"/>
                <a:gd name="connsiteY0" fmla="*/ 389502 h 389501"/>
                <a:gd name="connsiteX1" fmla="*/ 6478 w 477655"/>
                <a:gd name="connsiteY1" fmla="*/ 389502 h 389501"/>
                <a:gd name="connsiteX2" fmla="*/ 1877 w 477655"/>
                <a:gd name="connsiteY2" fmla="*/ 372248 h 389501"/>
                <a:gd name="connsiteX3" fmla="*/ 234227 w 477655"/>
                <a:gd name="connsiteY3" fmla="*/ 3019 h 389501"/>
                <a:gd name="connsiteX4" fmla="*/ 243429 w 477655"/>
                <a:gd name="connsiteY4" fmla="*/ 3019 h 389501"/>
                <a:gd name="connsiteX5" fmla="*/ 475779 w 477655"/>
                <a:gd name="connsiteY5" fmla="*/ 372248 h 389501"/>
                <a:gd name="connsiteX6" fmla="*/ 471178 w 477655"/>
                <a:gd name="connsiteY6" fmla="*/ 389502 h 389501"/>
                <a:gd name="connsiteX7" fmla="*/ 336599 w 477655"/>
                <a:gd name="connsiteY7" fmla="*/ 389502 h 389501"/>
                <a:gd name="connsiteX8" fmla="*/ 141057 w 477655"/>
                <a:gd name="connsiteY8" fmla="*/ 389502 h 38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655" h="389501">
                  <a:moveTo>
                    <a:pt x="141057" y="389502"/>
                  </a:moveTo>
                  <a:lnTo>
                    <a:pt x="6478" y="389502"/>
                  </a:lnTo>
                  <a:cubicBezTo>
                    <a:pt x="726" y="389502"/>
                    <a:pt x="-2149" y="378574"/>
                    <a:pt x="1877" y="372248"/>
                  </a:cubicBezTo>
                  <a:lnTo>
                    <a:pt x="234227" y="3019"/>
                  </a:lnTo>
                  <a:cubicBezTo>
                    <a:pt x="236527" y="-1006"/>
                    <a:pt x="240553" y="-1006"/>
                    <a:pt x="243429" y="3019"/>
                  </a:cubicBezTo>
                  <a:lnTo>
                    <a:pt x="475779" y="372248"/>
                  </a:lnTo>
                  <a:cubicBezTo>
                    <a:pt x="479805" y="378574"/>
                    <a:pt x="476929" y="389502"/>
                    <a:pt x="471178" y="389502"/>
                  </a:cubicBezTo>
                  <a:lnTo>
                    <a:pt x="336599" y="389502"/>
                  </a:lnTo>
                  <a:lnTo>
                    <a:pt x="141057" y="389502"/>
                  </a:lnTo>
                  <a:close/>
                </a:path>
              </a:pathLst>
            </a:custGeom>
            <a:noFill/>
            <a:ln w="49492" cap="flat">
              <a:solidFill>
                <a:schemeClr val="bg1"/>
              </a:solidFill>
              <a:prstDash val="solid"/>
              <a:miter/>
            </a:ln>
          </p:spPr>
          <p:txBody>
            <a:bodyPr rtlCol="0" anchor="ctr"/>
            <a:lstStyle/>
            <a:p>
              <a:endParaRPr lang="en-US"/>
            </a:p>
          </p:txBody>
        </p:sp>
        <p:sp>
          <p:nvSpPr>
            <p:cNvPr id="49" name="Freeform: Shape 195">
              <a:extLst>
                <a:ext uri="{FF2B5EF4-FFF2-40B4-BE49-F238E27FC236}">
                  <a16:creationId xmlns:a16="http://schemas.microsoft.com/office/drawing/2014/main" id="{AB078CDA-C820-FDDD-52DC-1A2AFD037B4A}"/>
                </a:ext>
              </a:extLst>
            </p:cNvPr>
            <p:cNvSpPr/>
            <p:nvPr/>
          </p:nvSpPr>
          <p:spPr>
            <a:xfrm>
              <a:off x="5496578" y="3168228"/>
              <a:ext cx="5751" cy="128252"/>
            </a:xfrm>
            <a:custGeom>
              <a:avLst/>
              <a:gdLst>
                <a:gd name="connsiteX0" fmla="*/ 0 w 5751"/>
                <a:gd name="connsiteY0" fmla="*/ 0 h 128252"/>
                <a:gd name="connsiteX1" fmla="*/ 0 w 5751"/>
                <a:gd name="connsiteY1" fmla="*/ 128252 h 128252"/>
              </a:gdLst>
              <a:ahLst/>
              <a:cxnLst>
                <a:cxn ang="0">
                  <a:pos x="connsiteX0" y="connsiteY0"/>
                </a:cxn>
                <a:cxn ang="0">
                  <a:pos x="connsiteX1" y="connsiteY1"/>
                </a:cxn>
              </a:cxnLst>
              <a:rect l="l" t="t" r="r" b="b"/>
              <a:pathLst>
                <a:path w="5751" h="128252">
                  <a:moveTo>
                    <a:pt x="0" y="0"/>
                  </a:moveTo>
                  <a:lnTo>
                    <a:pt x="0" y="128252"/>
                  </a:lnTo>
                </a:path>
              </a:pathLst>
            </a:custGeom>
            <a:ln w="49492" cap="flat">
              <a:solidFill>
                <a:schemeClr val="bg1"/>
              </a:solidFill>
              <a:prstDash val="solid"/>
              <a:miter/>
            </a:ln>
          </p:spPr>
          <p:txBody>
            <a:bodyPr rtlCol="0" anchor="ctr"/>
            <a:lstStyle/>
            <a:p>
              <a:endParaRPr lang="en-US"/>
            </a:p>
          </p:txBody>
        </p:sp>
        <p:sp>
          <p:nvSpPr>
            <p:cNvPr id="50" name="Freeform: Shape 196">
              <a:extLst>
                <a:ext uri="{FF2B5EF4-FFF2-40B4-BE49-F238E27FC236}">
                  <a16:creationId xmlns:a16="http://schemas.microsoft.com/office/drawing/2014/main" id="{21F3E9D4-AC79-267A-D85A-3393AF2843B1}"/>
                </a:ext>
              </a:extLst>
            </p:cNvPr>
            <p:cNvSpPr/>
            <p:nvPr/>
          </p:nvSpPr>
          <p:spPr>
            <a:xfrm>
              <a:off x="5466816" y="3318478"/>
              <a:ext cx="62400" cy="62400"/>
            </a:xfrm>
            <a:custGeom>
              <a:avLst/>
              <a:gdLst>
                <a:gd name="connsiteX0" fmla="*/ 9633 w 62400"/>
                <a:gd name="connsiteY0" fmla="*/ 53343 h 62400"/>
                <a:gd name="connsiteX1" fmla="*/ 9058 w 62400"/>
                <a:gd name="connsiteY1" fmla="*/ 52767 h 62400"/>
                <a:gd name="connsiteX2" fmla="*/ 9058 w 62400"/>
                <a:gd name="connsiteY2" fmla="*/ 9058 h 62400"/>
                <a:gd name="connsiteX3" fmla="*/ 52768 w 62400"/>
                <a:gd name="connsiteY3" fmla="*/ 9058 h 62400"/>
                <a:gd name="connsiteX4" fmla="*/ 53343 w 62400"/>
                <a:gd name="connsiteY4" fmla="*/ 9633 h 62400"/>
                <a:gd name="connsiteX5" fmla="*/ 53343 w 62400"/>
                <a:gd name="connsiteY5" fmla="*/ 53343 h 62400"/>
                <a:gd name="connsiteX6" fmla="*/ 9633 w 62400"/>
                <a:gd name="connsiteY6" fmla="*/ 53343 h 6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400" h="62400">
                  <a:moveTo>
                    <a:pt x="9633" y="53343"/>
                  </a:moveTo>
                  <a:lnTo>
                    <a:pt x="9058" y="52767"/>
                  </a:lnTo>
                  <a:cubicBezTo>
                    <a:pt x="-3019" y="40690"/>
                    <a:pt x="-3019" y="21136"/>
                    <a:pt x="9058" y="9058"/>
                  </a:cubicBezTo>
                  <a:cubicBezTo>
                    <a:pt x="21136" y="-3019"/>
                    <a:pt x="40690" y="-3019"/>
                    <a:pt x="52768" y="9058"/>
                  </a:cubicBezTo>
                  <a:lnTo>
                    <a:pt x="53343" y="9633"/>
                  </a:lnTo>
                  <a:cubicBezTo>
                    <a:pt x="65420" y="21711"/>
                    <a:pt x="65420" y="41265"/>
                    <a:pt x="53343" y="53343"/>
                  </a:cubicBezTo>
                  <a:cubicBezTo>
                    <a:pt x="41265" y="65420"/>
                    <a:pt x="21711" y="65420"/>
                    <a:pt x="9633" y="53343"/>
                  </a:cubicBezTo>
                </a:path>
              </a:pathLst>
            </a:custGeom>
            <a:solidFill>
              <a:schemeClr val="bg1"/>
            </a:solidFill>
            <a:ln w="5715" cap="flat">
              <a:noFill/>
              <a:prstDash val="solid"/>
              <a:miter/>
            </a:ln>
          </p:spPr>
          <p:txBody>
            <a:bodyPr rtlCol="0" anchor="ctr"/>
            <a:lstStyle/>
            <a:p>
              <a:endParaRPr lang="en-US"/>
            </a:p>
          </p:txBody>
        </p:sp>
      </p:grpSp>
      <p:grpSp>
        <p:nvGrpSpPr>
          <p:cNvPr id="51" name="Group 784">
            <a:extLst>
              <a:ext uri="{FF2B5EF4-FFF2-40B4-BE49-F238E27FC236}">
                <a16:creationId xmlns:a16="http://schemas.microsoft.com/office/drawing/2014/main" id="{881935FE-F2CF-1DA3-A499-2CF679231A5D}"/>
              </a:ext>
            </a:extLst>
          </p:cNvPr>
          <p:cNvGrpSpPr/>
          <p:nvPr/>
        </p:nvGrpSpPr>
        <p:grpSpPr>
          <a:xfrm>
            <a:off x="840879" y="5157644"/>
            <a:ext cx="544788" cy="446228"/>
            <a:chOff x="4012489" y="381050"/>
            <a:chExt cx="544788" cy="446228"/>
          </a:xfrm>
        </p:grpSpPr>
        <p:sp>
          <p:nvSpPr>
            <p:cNvPr id="52" name="Freeform: Shape 411">
              <a:extLst>
                <a:ext uri="{FF2B5EF4-FFF2-40B4-BE49-F238E27FC236}">
                  <a16:creationId xmlns:a16="http://schemas.microsoft.com/office/drawing/2014/main" id="{06EFA848-294A-792B-1CA6-567BACEEB8F2}"/>
                </a:ext>
              </a:extLst>
            </p:cNvPr>
            <p:cNvSpPr/>
            <p:nvPr/>
          </p:nvSpPr>
          <p:spPr>
            <a:xfrm>
              <a:off x="4304864" y="471955"/>
              <a:ext cx="136325" cy="221312"/>
            </a:xfrm>
            <a:custGeom>
              <a:avLst/>
              <a:gdLst>
                <a:gd name="connsiteX0" fmla="*/ 56 w 136325"/>
                <a:gd name="connsiteY0" fmla="*/ 82675 h 221312"/>
                <a:gd name="connsiteX1" fmla="*/ 56 w 136325"/>
                <a:gd name="connsiteY1" fmla="*/ 20608 h 221312"/>
                <a:gd name="connsiteX2" fmla="*/ 17960 w 136325"/>
                <a:gd name="connsiteY2" fmla="*/ 317 h 221312"/>
                <a:gd name="connsiteX3" fmla="*/ 40638 w 136325"/>
                <a:gd name="connsiteY3" fmla="*/ 14043 h 221312"/>
                <a:gd name="connsiteX4" fmla="*/ 41832 w 136325"/>
                <a:gd name="connsiteY4" fmla="*/ 24785 h 221312"/>
                <a:gd name="connsiteX5" fmla="*/ 41832 w 136325"/>
                <a:gd name="connsiteY5" fmla="*/ 126838 h 221312"/>
                <a:gd name="connsiteX6" fmla="*/ 47203 w 136325"/>
                <a:gd name="connsiteY6" fmla="*/ 135790 h 221312"/>
                <a:gd name="connsiteX7" fmla="*/ 124190 w 136325"/>
                <a:gd name="connsiteY7" fmla="*/ 181146 h 221312"/>
                <a:gd name="connsiteX8" fmla="*/ 136126 w 136325"/>
                <a:gd name="connsiteY8" fmla="*/ 203825 h 221312"/>
                <a:gd name="connsiteX9" fmla="*/ 103899 w 136325"/>
                <a:gd name="connsiteY9" fmla="*/ 218148 h 221312"/>
                <a:gd name="connsiteX10" fmla="*/ 48397 w 136325"/>
                <a:gd name="connsiteY10" fmla="*/ 185324 h 221312"/>
                <a:gd name="connsiteX11" fmla="*/ 11992 w 136325"/>
                <a:gd name="connsiteY11" fmla="*/ 163839 h 221312"/>
                <a:gd name="connsiteX12" fmla="*/ 56 w 136325"/>
                <a:gd name="connsiteY12" fmla="*/ 142355 h 221312"/>
                <a:gd name="connsiteX13" fmla="*/ 56 w 136325"/>
                <a:gd name="connsiteY13" fmla="*/ 82675 h 221312"/>
                <a:gd name="connsiteX14" fmla="*/ 56 w 136325"/>
                <a:gd name="connsiteY14" fmla="*/ 82675 h 221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6325" h="221312">
                  <a:moveTo>
                    <a:pt x="56" y="82675"/>
                  </a:moveTo>
                  <a:cubicBezTo>
                    <a:pt x="56" y="61787"/>
                    <a:pt x="56" y="40899"/>
                    <a:pt x="56" y="20608"/>
                  </a:cubicBezTo>
                  <a:cubicBezTo>
                    <a:pt x="56" y="10462"/>
                    <a:pt x="7814" y="2107"/>
                    <a:pt x="17960" y="317"/>
                  </a:cubicBezTo>
                  <a:cubicBezTo>
                    <a:pt x="27509" y="-1474"/>
                    <a:pt x="37654" y="4494"/>
                    <a:pt x="40638" y="14043"/>
                  </a:cubicBezTo>
                  <a:cubicBezTo>
                    <a:pt x="41832" y="17624"/>
                    <a:pt x="41832" y="21205"/>
                    <a:pt x="41832" y="24785"/>
                  </a:cubicBezTo>
                  <a:cubicBezTo>
                    <a:pt x="41832" y="58803"/>
                    <a:pt x="41832" y="92820"/>
                    <a:pt x="41832" y="126838"/>
                  </a:cubicBezTo>
                  <a:cubicBezTo>
                    <a:pt x="41832" y="131015"/>
                    <a:pt x="43026" y="133403"/>
                    <a:pt x="47203" y="135790"/>
                  </a:cubicBezTo>
                  <a:cubicBezTo>
                    <a:pt x="72865" y="150710"/>
                    <a:pt x="98528" y="166226"/>
                    <a:pt x="124190" y="181146"/>
                  </a:cubicBezTo>
                  <a:cubicBezTo>
                    <a:pt x="133142" y="186518"/>
                    <a:pt x="137320" y="195469"/>
                    <a:pt x="136126" y="203825"/>
                  </a:cubicBezTo>
                  <a:cubicBezTo>
                    <a:pt x="133142" y="218745"/>
                    <a:pt x="117625" y="225906"/>
                    <a:pt x="103899" y="218148"/>
                  </a:cubicBezTo>
                  <a:cubicBezTo>
                    <a:pt x="85398" y="207405"/>
                    <a:pt x="66897" y="196066"/>
                    <a:pt x="48397" y="185324"/>
                  </a:cubicBezTo>
                  <a:cubicBezTo>
                    <a:pt x="36461" y="178162"/>
                    <a:pt x="24525" y="171001"/>
                    <a:pt x="11992" y="163839"/>
                  </a:cubicBezTo>
                  <a:cubicBezTo>
                    <a:pt x="3637" y="159065"/>
                    <a:pt x="-541" y="151903"/>
                    <a:pt x="56" y="142355"/>
                  </a:cubicBezTo>
                  <a:cubicBezTo>
                    <a:pt x="56" y="123257"/>
                    <a:pt x="56" y="102966"/>
                    <a:pt x="56" y="82675"/>
                  </a:cubicBezTo>
                  <a:lnTo>
                    <a:pt x="56" y="82675"/>
                  </a:lnTo>
                  <a:close/>
                </a:path>
              </a:pathLst>
            </a:custGeom>
            <a:solidFill>
              <a:schemeClr val="bg1"/>
            </a:solidFill>
            <a:ln w="5909" cap="flat">
              <a:noFill/>
              <a:prstDash val="solid"/>
              <a:miter/>
            </a:ln>
          </p:spPr>
          <p:txBody>
            <a:bodyPr rtlCol="0" anchor="ctr"/>
            <a:lstStyle/>
            <a:p>
              <a:endParaRPr lang="en-US"/>
            </a:p>
          </p:txBody>
        </p:sp>
        <p:sp>
          <p:nvSpPr>
            <p:cNvPr id="53" name="Freeform: Shape 412">
              <a:extLst>
                <a:ext uri="{FF2B5EF4-FFF2-40B4-BE49-F238E27FC236}">
                  <a16:creationId xmlns:a16="http://schemas.microsoft.com/office/drawing/2014/main" id="{75D2969C-3767-69C9-9FB6-918C4EEF862C}"/>
                </a:ext>
              </a:extLst>
            </p:cNvPr>
            <p:cNvSpPr/>
            <p:nvPr/>
          </p:nvSpPr>
          <p:spPr>
            <a:xfrm>
              <a:off x="4124687" y="381050"/>
              <a:ext cx="432590" cy="446228"/>
            </a:xfrm>
            <a:custGeom>
              <a:avLst/>
              <a:gdLst>
                <a:gd name="connsiteX0" fmla="*/ 133086 w 432590"/>
                <a:gd name="connsiteY0" fmla="*/ 13638 h 446228"/>
                <a:gd name="connsiteX1" fmla="*/ 418952 w 432590"/>
                <a:gd name="connsiteY1" fmla="*/ 146724 h 446228"/>
                <a:gd name="connsiteX2" fmla="*/ 285866 w 432590"/>
                <a:gd name="connsiteY2" fmla="*/ 432590 h 446228"/>
                <a:gd name="connsiteX3" fmla="*/ 0 w 432590"/>
                <a:gd name="connsiteY3" fmla="*/ 299504 h 446228"/>
              </a:gdLst>
              <a:ahLst/>
              <a:cxnLst>
                <a:cxn ang="0">
                  <a:pos x="connsiteX0" y="connsiteY0"/>
                </a:cxn>
                <a:cxn ang="0">
                  <a:pos x="connsiteX1" y="connsiteY1"/>
                </a:cxn>
                <a:cxn ang="0">
                  <a:pos x="connsiteX2" y="connsiteY2"/>
                </a:cxn>
                <a:cxn ang="0">
                  <a:pos x="connsiteX3" y="connsiteY3"/>
                </a:cxn>
              </a:cxnLst>
              <a:rect l="l" t="t" r="r" b="b"/>
              <a:pathLst>
                <a:path w="432590" h="446228">
                  <a:moveTo>
                    <a:pt x="133086" y="13638"/>
                  </a:moveTo>
                  <a:cubicBezTo>
                    <a:pt x="248268" y="-28735"/>
                    <a:pt x="376580" y="30945"/>
                    <a:pt x="418952" y="146724"/>
                  </a:cubicBezTo>
                  <a:cubicBezTo>
                    <a:pt x="461325" y="262503"/>
                    <a:pt x="401645" y="390217"/>
                    <a:pt x="285866" y="432590"/>
                  </a:cubicBezTo>
                  <a:cubicBezTo>
                    <a:pt x="170087" y="474963"/>
                    <a:pt x="41776" y="415283"/>
                    <a:pt x="0" y="299504"/>
                  </a:cubicBezTo>
                </a:path>
              </a:pathLst>
            </a:custGeom>
            <a:noFill/>
            <a:ln w="51172" cap="flat">
              <a:solidFill>
                <a:schemeClr val="bg1"/>
              </a:solidFill>
              <a:prstDash val="solid"/>
              <a:miter/>
            </a:ln>
          </p:spPr>
          <p:txBody>
            <a:bodyPr rtlCol="0" anchor="ctr"/>
            <a:lstStyle/>
            <a:p>
              <a:endParaRPr lang="en-US"/>
            </a:p>
          </p:txBody>
        </p:sp>
        <p:sp>
          <p:nvSpPr>
            <p:cNvPr id="54" name="Freeform: Shape 413">
              <a:extLst>
                <a:ext uri="{FF2B5EF4-FFF2-40B4-BE49-F238E27FC236}">
                  <a16:creationId xmlns:a16="http://schemas.microsoft.com/office/drawing/2014/main" id="{44426506-F15A-0316-80B2-9AD6BE946DE0}"/>
                </a:ext>
              </a:extLst>
            </p:cNvPr>
            <p:cNvSpPr/>
            <p:nvPr/>
          </p:nvSpPr>
          <p:spPr>
            <a:xfrm>
              <a:off x="4012489" y="398269"/>
              <a:ext cx="235138" cy="235138"/>
            </a:xfrm>
            <a:custGeom>
              <a:avLst/>
              <a:gdLst>
                <a:gd name="connsiteX0" fmla="*/ 235138 w 235138"/>
                <a:gd name="connsiteY0" fmla="*/ 117569 h 235138"/>
                <a:gd name="connsiteX1" fmla="*/ 117569 w 235138"/>
                <a:gd name="connsiteY1" fmla="*/ 235138 h 235138"/>
                <a:gd name="connsiteX2" fmla="*/ 0 w 235138"/>
                <a:gd name="connsiteY2" fmla="*/ 117569 h 235138"/>
                <a:gd name="connsiteX3" fmla="*/ 117569 w 235138"/>
                <a:gd name="connsiteY3" fmla="*/ 0 h 235138"/>
                <a:gd name="connsiteX4" fmla="*/ 235138 w 235138"/>
                <a:gd name="connsiteY4" fmla="*/ 117569 h 235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38" h="235138">
                  <a:moveTo>
                    <a:pt x="235138" y="117569"/>
                  </a:moveTo>
                  <a:cubicBezTo>
                    <a:pt x="235138" y="182501"/>
                    <a:pt x="182501" y="235138"/>
                    <a:pt x="117569" y="235138"/>
                  </a:cubicBezTo>
                  <a:cubicBezTo>
                    <a:pt x="52638" y="235138"/>
                    <a:pt x="0" y="182501"/>
                    <a:pt x="0" y="117569"/>
                  </a:cubicBezTo>
                  <a:cubicBezTo>
                    <a:pt x="0" y="52638"/>
                    <a:pt x="52638" y="0"/>
                    <a:pt x="117569" y="0"/>
                  </a:cubicBezTo>
                  <a:cubicBezTo>
                    <a:pt x="182501" y="0"/>
                    <a:pt x="235138" y="52638"/>
                    <a:pt x="235138" y="117569"/>
                  </a:cubicBezTo>
                  <a:close/>
                </a:path>
              </a:pathLst>
            </a:custGeom>
            <a:noFill/>
            <a:ln w="51172" cap="flat">
              <a:solidFill>
                <a:schemeClr val="bg1"/>
              </a:solidFill>
              <a:prstDash val="solid"/>
              <a:miter/>
            </a:ln>
          </p:spPr>
          <p:txBody>
            <a:bodyPr rtlCol="0" anchor="ctr"/>
            <a:lstStyle/>
            <a:p>
              <a:endParaRPr lang="en-US"/>
            </a:p>
          </p:txBody>
        </p:sp>
        <p:sp>
          <p:nvSpPr>
            <p:cNvPr id="55" name="Freeform: Shape 414">
              <a:extLst>
                <a:ext uri="{FF2B5EF4-FFF2-40B4-BE49-F238E27FC236}">
                  <a16:creationId xmlns:a16="http://schemas.microsoft.com/office/drawing/2014/main" id="{A8DFD68C-BB0F-A9A5-1983-C693070DA703}"/>
                </a:ext>
              </a:extLst>
            </p:cNvPr>
            <p:cNvSpPr/>
            <p:nvPr/>
          </p:nvSpPr>
          <p:spPr>
            <a:xfrm>
              <a:off x="4060233" y="467497"/>
              <a:ext cx="133085" cy="103246"/>
            </a:xfrm>
            <a:custGeom>
              <a:avLst/>
              <a:gdLst>
                <a:gd name="connsiteX0" fmla="*/ 133086 w 133085"/>
                <a:gd name="connsiteY0" fmla="*/ 26856 h 103246"/>
                <a:gd name="connsiteX1" fmla="*/ 54309 w 133085"/>
                <a:gd name="connsiteY1" fmla="*/ 103246 h 103246"/>
                <a:gd name="connsiteX2" fmla="*/ 0 w 133085"/>
                <a:gd name="connsiteY2" fmla="*/ 48937 h 103246"/>
                <a:gd name="connsiteX3" fmla="*/ 27453 w 133085"/>
                <a:gd name="connsiteY3" fmla="*/ 23275 h 103246"/>
                <a:gd name="connsiteX4" fmla="*/ 53712 w 133085"/>
                <a:gd name="connsiteY4" fmla="*/ 52518 h 103246"/>
                <a:gd name="connsiteX5" fmla="*/ 109214 w 133085"/>
                <a:gd name="connsiteY5" fmla="*/ 0 h 103246"/>
                <a:gd name="connsiteX6" fmla="*/ 133086 w 133085"/>
                <a:gd name="connsiteY6" fmla="*/ 26856 h 10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85" h="103246">
                  <a:moveTo>
                    <a:pt x="133086" y="26856"/>
                  </a:moveTo>
                  <a:cubicBezTo>
                    <a:pt x="110408" y="50728"/>
                    <a:pt x="78181" y="80568"/>
                    <a:pt x="54309" y="103246"/>
                  </a:cubicBezTo>
                  <a:cubicBezTo>
                    <a:pt x="40582" y="89520"/>
                    <a:pt x="15517" y="64454"/>
                    <a:pt x="0" y="48937"/>
                  </a:cubicBezTo>
                  <a:cubicBezTo>
                    <a:pt x="4774" y="44163"/>
                    <a:pt x="20888" y="29840"/>
                    <a:pt x="27453" y="23275"/>
                  </a:cubicBezTo>
                  <a:cubicBezTo>
                    <a:pt x="36405" y="32824"/>
                    <a:pt x="45357" y="42969"/>
                    <a:pt x="53712" y="52518"/>
                  </a:cubicBezTo>
                  <a:cubicBezTo>
                    <a:pt x="74003" y="32824"/>
                    <a:pt x="89520" y="18501"/>
                    <a:pt x="109214" y="0"/>
                  </a:cubicBezTo>
                  <a:cubicBezTo>
                    <a:pt x="113392" y="4774"/>
                    <a:pt x="126521" y="19694"/>
                    <a:pt x="133086" y="26856"/>
                  </a:cubicBezTo>
                  <a:close/>
                </a:path>
              </a:pathLst>
            </a:custGeom>
            <a:solidFill>
              <a:schemeClr val="bg1"/>
            </a:solidFill>
            <a:ln w="5909" cap="flat">
              <a:noFill/>
              <a:prstDash val="solid"/>
              <a:miter/>
            </a:ln>
          </p:spPr>
          <p:txBody>
            <a:bodyPr rtlCol="0" anchor="ctr"/>
            <a:lstStyle/>
            <a:p>
              <a:endParaRPr lang="en-US"/>
            </a:p>
          </p:txBody>
        </p:sp>
      </p:grpSp>
    </p:spTree>
    <p:extLst>
      <p:ext uri="{BB962C8B-B14F-4D97-AF65-F5344CB8AC3E}">
        <p14:creationId xmlns:p14="http://schemas.microsoft.com/office/powerpoint/2010/main" val="3508406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9ED64-C52C-D085-BD86-50973CBF10E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041A86D-0949-7562-4B6D-FF037FFFD80E}"/>
              </a:ext>
            </a:extLst>
          </p:cNvPr>
          <p:cNvSpPr>
            <a:spLocks noGrp="1"/>
          </p:cNvSpPr>
          <p:nvPr>
            <p:ph type="title"/>
          </p:nvPr>
        </p:nvSpPr>
        <p:spPr>
          <a:xfrm>
            <a:off x="428624" y="291451"/>
            <a:ext cx="11337925" cy="912315"/>
          </a:xfrm>
        </p:spPr>
        <p:txBody>
          <a:bodyPr/>
          <a:lstStyle/>
          <a:p>
            <a:pPr lvl="0"/>
            <a:r>
              <a:rPr lang="fr-FR" b="1" dirty="0"/>
              <a:t>Première exploration des données</a:t>
            </a:r>
            <a:endParaRPr lang="fr-FR" dirty="0"/>
          </a:p>
        </p:txBody>
      </p:sp>
      <p:grpSp>
        <p:nvGrpSpPr>
          <p:cNvPr id="2" name="Group 1">
            <a:extLst>
              <a:ext uri="{FF2B5EF4-FFF2-40B4-BE49-F238E27FC236}">
                <a16:creationId xmlns:a16="http://schemas.microsoft.com/office/drawing/2014/main" id="{C94642A5-7B7A-55E0-AF53-3E0AA089C2FD}"/>
              </a:ext>
              <a:ext uri="{C183D7F6-B498-43B3-948B-1728B52AA6E4}">
                <adec:decorative xmlns:adec="http://schemas.microsoft.com/office/drawing/2017/decorative" val="1"/>
              </a:ext>
            </a:extLst>
          </p:cNvPr>
          <p:cNvGrpSpPr/>
          <p:nvPr/>
        </p:nvGrpSpPr>
        <p:grpSpPr>
          <a:xfrm>
            <a:off x="428623" y="1446213"/>
            <a:ext cx="3713724" cy="4630736"/>
            <a:chOff x="428623" y="1446213"/>
            <a:chExt cx="2818017" cy="4630736"/>
          </a:xfrm>
        </p:grpSpPr>
        <p:sp>
          <p:nvSpPr>
            <p:cNvPr id="8" name="Rectangle 7">
              <a:extLst>
                <a:ext uri="{FF2B5EF4-FFF2-40B4-BE49-F238E27FC236}">
                  <a16:creationId xmlns:a16="http://schemas.microsoft.com/office/drawing/2014/main" id="{B3E7AED1-0B66-0910-3076-19F3FC64866A}"/>
                </a:ext>
              </a:extLst>
            </p:cNvPr>
            <p:cNvSpPr/>
            <p:nvPr/>
          </p:nvSpPr>
          <p:spPr>
            <a:xfrm>
              <a:off x="428623" y="1446213"/>
              <a:ext cx="2818015" cy="548640"/>
            </a:xfrm>
            <a:prstGeom prst="rect">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noProof="0" dirty="0">
                  <a:latin typeface="Aptos" panose="020B0004020202020204" pitchFamily="34" charset="0"/>
                </a:rPr>
                <a:t>Volumétrie &amp; Qualité</a:t>
              </a:r>
              <a:endParaRPr lang="en-IN" dirty="0">
                <a:latin typeface="Aptos" panose="020B0004020202020204" pitchFamily="34"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39F9903-38CB-8EEB-419F-9E0C7A587B4B}"/>
                    </a:ext>
                  </a:extLst>
                </p:cNvPr>
                <p:cNvSpPr txBox="1"/>
                <p:nvPr/>
              </p:nvSpPr>
              <p:spPr>
                <a:xfrm>
                  <a:off x="428624" y="1994852"/>
                  <a:ext cx="2818016" cy="4082097"/>
                </a:xfrm>
                <a:prstGeom prst="rect">
                  <a:avLst/>
                </a:prstGeom>
                <a:noFill/>
                <a:ln w="12700">
                  <a:solidFill>
                    <a:schemeClr val="accent1"/>
                  </a:solidFill>
                </a:ln>
              </p:spPr>
              <p:txBody>
                <a:bodyPr wrap="square" lIns="91440" tIns="45720" rIns="91440" bIns="45720" rtlCol="0">
                  <a:noAutofit/>
                </a:bodyPr>
                <a:lstStyle/>
                <a:p>
                  <a:pPr marL="285750" indent="-285750">
                    <a:spcAft>
                      <a:spcPts val="600"/>
                    </a:spcAft>
                    <a:buFont typeface="Arial" panose="020B0604020202020204" pitchFamily="34" charset="0"/>
                    <a:buChar char="•"/>
                  </a:pPr>
                  <a:r>
                    <a:rPr lang="fr-FR" dirty="0" err="1">
                      <a:solidFill>
                        <a:schemeClr val="accent3"/>
                      </a:solidFill>
                      <a:latin typeface="Aptos" panose="020B0004020202020204" pitchFamily="34" charset="0"/>
                    </a:rPr>
                    <a:t>Dataset</a:t>
                  </a:r>
                  <a:r>
                    <a:rPr lang="fr-FR" dirty="0">
                      <a:solidFill>
                        <a:schemeClr val="accent3"/>
                      </a:solidFill>
                      <a:latin typeface="Aptos" panose="020B0004020202020204" pitchFamily="34" charset="0"/>
                    </a:rPr>
                    <a:t> modéré : 2 500 dossiers, 10 variables</a:t>
                  </a:r>
                </a:p>
                <a:p>
                  <a:pPr marL="285750" indent="-285750">
                    <a:spcAft>
                      <a:spcPts val="600"/>
                    </a:spcAft>
                    <a:buFont typeface="Arial" panose="020B0604020202020204" pitchFamily="34" charset="0"/>
                    <a:buChar char="•"/>
                  </a:pPr>
                  <a:r>
                    <a:rPr lang="fr-FR" dirty="0" err="1">
                      <a:solidFill>
                        <a:schemeClr val="accent3"/>
                      </a:solidFill>
                      <a:latin typeface="Aptos" panose="020B0004020202020204" pitchFamily="34" charset="0"/>
                    </a:rPr>
                    <a:t>Dataset</a:t>
                  </a:r>
                  <a:r>
                    <a:rPr lang="fr-FR" dirty="0">
                      <a:solidFill>
                        <a:schemeClr val="accent3"/>
                      </a:solidFill>
                      <a:latin typeface="Aptos" panose="020B0004020202020204" pitchFamily="34" charset="0"/>
                    </a:rPr>
                    <a:t> multimodal : données tabulaires et textuelles</a:t>
                  </a:r>
                </a:p>
                <a:p>
                  <a:pPr marL="285750" indent="-285750">
                    <a:spcAft>
                      <a:spcPts val="600"/>
                    </a:spcAft>
                    <a:buFont typeface="Arial" panose="020B0604020202020204" pitchFamily="34" charset="0"/>
                    <a:buChar char="•"/>
                  </a:pPr>
                  <a:r>
                    <a:rPr lang="fr-FR" dirty="0">
                      <a:solidFill>
                        <a:schemeClr val="accent3"/>
                      </a:solidFill>
                      <a:latin typeface="Aptos" panose="020B0004020202020204" pitchFamily="34" charset="0"/>
                    </a:rPr>
                    <a:t>Faible taux de valeurs manquantes (</a:t>
                  </a:r>
                  <a14:m>
                    <m:oMath xmlns:m="http://schemas.openxmlformats.org/officeDocument/2006/math">
                      <m:r>
                        <a:rPr lang="fr-FR">
                          <a:solidFill>
                            <a:schemeClr val="accent3"/>
                          </a:solidFill>
                          <a:latin typeface="Cambria Math" panose="02040503050406030204" pitchFamily="18" charset="0"/>
                        </a:rPr>
                        <m:t>&lt;5%</m:t>
                      </m:r>
                    </m:oMath>
                  </a14:m>
                  <a:r>
                    <a:rPr lang="fr-FR" dirty="0">
                      <a:solidFill>
                        <a:schemeClr val="accent3"/>
                      </a:solidFill>
                      <a:latin typeface="Aptos" panose="020B0004020202020204" pitchFamily="34" charset="0"/>
                    </a:rPr>
                    <a:t>)</a:t>
                  </a:r>
                </a:p>
                <a:p>
                  <a:pPr marL="285750" indent="-285750">
                    <a:spcAft>
                      <a:spcPts val="600"/>
                    </a:spcAft>
                    <a:buFont typeface="Arial" panose="020B0604020202020204" pitchFamily="34" charset="0"/>
                    <a:buChar char="•"/>
                  </a:pPr>
                  <a:r>
                    <a:rPr lang="fr-FR" dirty="0">
                      <a:solidFill>
                        <a:schemeClr val="accent3"/>
                      </a:solidFill>
                      <a:latin typeface="Aptos" panose="020B0004020202020204" pitchFamily="34" charset="0"/>
                    </a:rPr>
                    <a:t>Pas de valeurs métier aberrantes sur l’âge, l’ancienneté</a:t>
                  </a:r>
                  <a:endParaRPr lang="en-IN" dirty="0">
                    <a:solidFill>
                      <a:schemeClr val="accent3"/>
                    </a:solidFill>
                    <a:latin typeface="Aptos" panose="020B0004020202020204" pitchFamily="34" charset="0"/>
                  </a:endParaRPr>
                </a:p>
              </p:txBody>
            </p:sp>
          </mc:Choice>
          <mc:Fallback xmlns="">
            <p:sp>
              <p:nvSpPr>
                <p:cNvPr id="9" name="TextBox 8">
                  <a:extLst>
                    <a:ext uri="{FF2B5EF4-FFF2-40B4-BE49-F238E27FC236}">
                      <a16:creationId xmlns:a16="http://schemas.microsoft.com/office/drawing/2014/main" id="{D39F9903-38CB-8EEB-419F-9E0C7A587B4B}"/>
                    </a:ext>
                  </a:extLst>
                </p:cNvPr>
                <p:cNvSpPr txBox="1">
                  <a:spLocks noRot="1" noChangeAspect="1" noMove="1" noResize="1" noEditPoints="1" noAdjustHandles="1" noChangeArrowheads="1" noChangeShapeType="1" noTextEdit="1"/>
                </p:cNvSpPr>
                <p:nvPr/>
              </p:nvSpPr>
              <p:spPr>
                <a:xfrm>
                  <a:off x="428624" y="1994852"/>
                  <a:ext cx="2818016" cy="4082097"/>
                </a:xfrm>
                <a:prstGeom prst="rect">
                  <a:avLst/>
                </a:prstGeom>
                <a:blipFill>
                  <a:blip r:embed="rId2"/>
                  <a:stretch>
                    <a:fillRect l="-817" t="-446" r="-1961"/>
                  </a:stretch>
                </a:blipFill>
                <a:ln w="12700">
                  <a:solidFill>
                    <a:schemeClr val="accent1"/>
                  </a:solidFill>
                </a:ln>
              </p:spPr>
              <p:txBody>
                <a:bodyPr/>
                <a:lstStyle/>
                <a:p>
                  <a:r>
                    <a:rPr lang="fr-FR">
                      <a:noFill/>
                    </a:rPr>
                    <a:t> </a:t>
                  </a:r>
                </a:p>
              </p:txBody>
            </p:sp>
          </mc:Fallback>
        </mc:AlternateContent>
      </p:grpSp>
      <p:grpSp>
        <p:nvGrpSpPr>
          <p:cNvPr id="3" name="Group 2">
            <a:extLst>
              <a:ext uri="{FF2B5EF4-FFF2-40B4-BE49-F238E27FC236}">
                <a16:creationId xmlns:a16="http://schemas.microsoft.com/office/drawing/2014/main" id="{5CE381CD-9EA9-D64B-7D94-900D4BB7582F}"/>
              </a:ext>
              <a:ext uri="{C183D7F6-B498-43B3-948B-1728B52AA6E4}">
                <adec:decorative xmlns:adec="http://schemas.microsoft.com/office/drawing/2017/decorative" val="1"/>
              </a:ext>
            </a:extLst>
          </p:cNvPr>
          <p:cNvGrpSpPr/>
          <p:nvPr/>
        </p:nvGrpSpPr>
        <p:grpSpPr>
          <a:xfrm>
            <a:off x="4350465" y="1446213"/>
            <a:ext cx="3713720" cy="4630736"/>
            <a:chOff x="3246640" y="1446213"/>
            <a:chExt cx="2651760" cy="4630736"/>
          </a:xfrm>
        </p:grpSpPr>
        <p:sp>
          <p:nvSpPr>
            <p:cNvPr id="10" name="Rectangle 9">
              <a:extLst>
                <a:ext uri="{FF2B5EF4-FFF2-40B4-BE49-F238E27FC236}">
                  <a16:creationId xmlns:a16="http://schemas.microsoft.com/office/drawing/2014/main" id="{DA1DA0C3-37BB-7886-5356-40F34EF1FB6B}"/>
                </a:ext>
              </a:extLst>
            </p:cNvPr>
            <p:cNvSpPr/>
            <p:nvPr/>
          </p:nvSpPr>
          <p:spPr>
            <a:xfrm>
              <a:off x="3246640" y="1446213"/>
              <a:ext cx="2651760" cy="548640"/>
            </a:xfrm>
            <a:prstGeom prst="rect">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Aptos" panose="020B0004020202020204" pitchFamily="34" charset="0"/>
                </a:rPr>
                <a:t>Variables </a:t>
              </a:r>
              <a:r>
                <a:rPr lang="fr-FR" noProof="0" dirty="0">
                  <a:latin typeface="Aptos" panose="020B0004020202020204" pitchFamily="34" charset="0"/>
                </a:rPr>
                <a:t>catégorielles</a:t>
              </a:r>
              <a:endParaRPr lang="en-IN" dirty="0">
                <a:latin typeface="Aptos" panose="020B000402020202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A1FC256-138D-BDAF-B709-ACAEECAFADAA}"/>
                    </a:ext>
                  </a:extLst>
                </p:cNvPr>
                <p:cNvSpPr txBox="1"/>
                <p:nvPr/>
              </p:nvSpPr>
              <p:spPr>
                <a:xfrm>
                  <a:off x="3246640" y="1994852"/>
                  <a:ext cx="2651760" cy="4082097"/>
                </a:xfrm>
                <a:prstGeom prst="rect">
                  <a:avLst/>
                </a:prstGeom>
                <a:noFill/>
                <a:ln w="12700">
                  <a:solidFill>
                    <a:schemeClr val="accent1"/>
                  </a:solidFill>
                </a:ln>
              </p:spPr>
              <p:txBody>
                <a:bodyPr wrap="square" lIns="91440" tIns="45720" rIns="91440" bIns="45720" rtlCol="0">
                  <a:noAutofit/>
                </a:bodyPr>
                <a:lstStyle/>
                <a:p>
                  <a:pPr marL="285750" indent="-285750">
                    <a:buFont typeface="Arial" panose="020B0604020202020204" pitchFamily="34" charset="0"/>
                    <a:buChar char="•"/>
                  </a:pPr>
                  <a:r>
                    <a:rPr lang="fr-FR" dirty="0">
                      <a:solidFill>
                        <a:schemeClr val="accent3"/>
                      </a:solidFill>
                      <a:latin typeface="Aptos" panose="020B0004020202020204" pitchFamily="34" charset="0"/>
                    </a:rPr>
                    <a:t>code_insee_commune :</a:t>
                  </a:r>
                </a:p>
                <a:p>
                  <a:pPr marL="742950" lvl="1" indent="-285750">
                    <a:buFont typeface="Arial" panose="020B0604020202020204" pitchFamily="34" charset="0"/>
                    <a:buChar char="•"/>
                  </a:pPr>
                  <a:r>
                    <a:rPr lang="fr-FR" dirty="0">
                      <a:solidFill>
                        <a:schemeClr val="accent3"/>
                      </a:solidFill>
                      <a:latin typeface="Aptos" panose="020B0004020202020204" pitchFamily="34" charset="0"/>
                    </a:rPr>
                    <a:t> </a:t>
                  </a:r>
                  <a14:m>
                    <m:oMath xmlns:m="http://schemas.openxmlformats.org/officeDocument/2006/math">
                      <m:r>
                        <a:rPr lang="fr-FR" sz="1700" i="1">
                          <a:solidFill>
                            <a:schemeClr val="accent3"/>
                          </a:solidFill>
                          <a:latin typeface="Cambria Math" panose="02040503050406030204" pitchFamily="18" charset="0"/>
                        </a:rPr>
                        <m:t>&gt;2</m:t>
                      </m:r>
                      <m:r>
                        <m:rPr>
                          <m:nor/>
                        </m:rPr>
                        <a:rPr lang="fr-FR" sz="1700" i="0">
                          <a:solidFill>
                            <a:schemeClr val="accent3"/>
                          </a:solidFill>
                          <a:latin typeface="Aptos" panose="020B0004020202020204" pitchFamily="34" charset="0"/>
                        </a:rPr>
                        <m:t> </m:t>
                      </m:r>
                      <m:r>
                        <a:rPr lang="fr-FR" sz="1700" i="1">
                          <a:solidFill>
                            <a:schemeClr val="accent3"/>
                          </a:solidFill>
                          <a:latin typeface="Cambria Math" panose="02040503050406030204" pitchFamily="18" charset="0"/>
                        </a:rPr>
                        <m:t>400</m:t>
                      </m:r>
                    </m:oMath>
                  </a14:m>
                  <a:r>
                    <a:rPr lang="fr-FR" sz="1700" dirty="0">
                      <a:solidFill>
                        <a:schemeClr val="accent3"/>
                      </a:solidFill>
                      <a:latin typeface="Aptos" panose="020B0004020202020204" pitchFamily="34" charset="0"/>
                    </a:rPr>
                    <a:t> modalités</a:t>
                  </a:r>
                </a:p>
                <a:p>
                  <a:pPr marL="742950" lvl="1" indent="-285750">
                    <a:buFont typeface="Arial" panose="020B0604020202020204" pitchFamily="34" charset="0"/>
                    <a:buChar char="•"/>
                  </a:pPr>
                  <a:r>
                    <a:rPr lang="fr-FR" sz="1700" dirty="0">
                      <a:solidFill>
                        <a:schemeClr val="accent3"/>
                      </a:solidFill>
                      <a:latin typeface="Aptos" panose="020B0004020202020204" pitchFamily="34" charset="0"/>
                    </a:rPr>
                    <a:t>regroupement en départements (96 modalités) </a:t>
                  </a:r>
                </a:p>
                <a:p>
                  <a:pPr marL="742950" lvl="1" indent="-285750">
                    <a:buFont typeface="Arial" panose="020B0604020202020204" pitchFamily="34" charset="0"/>
                    <a:buChar char="•"/>
                  </a:pPr>
                  <a:r>
                    <a:rPr lang="fr-FR" sz="1700" dirty="0">
                      <a:solidFill>
                        <a:schemeClr val="accent3"/>
                      </a:solidFill>
                      <a:latin typeface="Aptos" panose="020B0004020202020204" pitchFamily="34" charset="0"/>
                    </a:rPr>
                    <a:t>++ réduit la variance</a:t>
                  </a:r>
                </a:p>
                <a:p>
                  <a:pPr marL="742950" lvl="1" indent="-285750">
                    <a:buFont typeface="Arial" panose="020B0604020202020204" pitchFamily="34" charset="0"/>
                    <a:buChar char="•"/>
                  </a:pPr>
                  <a:r>
                    <a:rPr lang="fr-FR" sz="1700" dirty="0">
                      <a:solidFill>
                        <a:schemeClr val="accent3"/>
                      </a:solidFill>
                      <a:latin typeface="Aptos" panose="020B0004020202020204" pitchFamily="34" charset="0"/>
                    </a:rPr>
                    <a:t>++ limiter les risques de réidentification</a:t>
                  </a:r>
                </a:p>
                <a:p>
                  <a:endParaRPr lang="fr-FR" dirty="0">
                    <a:solidFill>
                      <a:schemeClr val="accent3"/>
                    </a:solidFill>
                    <a:latin typeface="Aptos" panose="020B0004020202020204" pitchFamily="34" charset="0"/>
                  </a:endParaRPr>
                </a:p>
                <a:p>
                  <a:pPr marL="285750" indent="-285750">
                    <a:buFont typeface="Arial" panose="020B0604020202020204" pitchFamily="34" charset="0"/>
                    <a:buChar char="•"/>
                  </a:pPr>
                  <a:r>
                    <a:rPr lang="fr-FR" dirty="0" err="1">
                      <a:solidFill>
                        <a:schemeClr val="accent3"/>
                      </a:solidFill>
                      <a:latin typeface="Aptos" panose="020B0004020202020204" pitchFamily="34" charset="0"/>
                    </a:rPr>
                    <a:t>code_rome_vise</a:t>
                  </a:r>
                  <a:r>
                    <a:rPr lang="fr-FR" dirty="0">
                      <a:solidFill>
                        <a:schemeClr val="accent3"/>
                      </a:solidFill>
                      <a:latin typeface="Aptos" panose="020B0004020202020204" pitchFamily="34" charset="0"/>
                    </a:rPr>
                    <a:t> :</a:t>
                  </a:r>
                </a:p>
                <a:p>
                  <a:pPr marL="742950" lvl="1" indent="-285750">
                    <a:buFont typeface="Arial" panose="020B0604020202020204" pitchFamily="34" charset="0"/>
                    <a:buChar char="•"/>
                  </a:pPr>
                  <a:r>
                    <a:rPr lang="fr-FR" sz="1700" dirty="0">
                      <a:solidFill>
                        <a:schemeClr val="accent3"/>
                      </a:solidFill>
                      <a:latin typeface="Aptos" panose="020B0004020202020204" pitchFamily="34" charset="0"/>
                    </a:rPr>
                    <a:t>50 modalités</a:t>
                  </a:r>
                </a:p>
                <a:p>
                  <a:pPr marL="742950" lvl="1" indent="-285750">
                    <a:buFont typeface="Arial" panose="020B0604020202020204" pitchFamily="34" charset="0"/>
                    <a:buChar char="•"/>
                  </a:pPr>
                  <a:r>
                    <a:rPr lang="fr-FR" sz="1700" dirty="0">
                      <a:solidFill>
                        <a:schemeClr val="accent3"/>
                      </a:solidFill>
                      <a:latin typeface="Aptos" panose="020B0004020202020204" pitchFamily="34" charset="0"/>
                    </a:rPr>
                    <a:t>Regroupement par lettre </a:t>
                  </a:r>
                  <a:r>
                    <a:rPr lang="fr-FR" sz="1700" dirty="0">
                      <a:solidFill>
                        <a:schemeClr val="accent3"/>
                      </a:solidFill>
                      <a:latin typeface="Aptos" panose="020B0004020202020204" pitchFamily="34" charset="0"/>
                      <a:sym typeface="Wingdings" panose="05000000000000000000" pitchFamily="2" charset="2"/>
                    </a:rPr>
                    <a:t></a:t>
                  </a:r>
                  <a:r>
                    <a:rPr lang="fr-FR" sz="1700" dirty="0">
                      <a:solidFill>
                        <a:schemeClr val="accent3"/>
                      </a:solidFill>
                      <a:latin typeface="Aptos" panose="020B0004020202020204" pitchFamily="34" charset="0"/>
                    </a:rPr>
                    <a:t>11 modalités</a:t>
                  </a:r>
                </a:p>
                <a:p>
                  <a:pPr marL="742950" lvl="1" indent="-285750">
                    <a:buFont typeface="Arial" panose="020B0604020202020204" pitchFamily="34" charset="0"/>
                    <a:buChar char="•"/>
                  </a:pPr>
                  <a:r>
                    <a:rPr lang="fr-FR" sz="1700" dirty="0">
                      <a:solidFill>
                        <a:schemeClr val="accent3"/>
                      </a:solidFill>
                      <a:latin typeface="Aptos" panose="020B0004020202020204" pitchFamily="34" charset="0"/>
                    </a:rPr>
                    <a:t>Pas d’avantage clair (modalité la plus représentée 2,84%)</a:t>
                  </a:r>
                </a:p>
                <a:p>
                  <a:pPr algn="l"/>
                  <a:endParaRPr lang="en-IN" dirty="0">
                    <a:solidFill>
                      <a:schemeClr val="accent3"/>
                    </a:solidFill>
                    <a:latin typeface="Aptos" panose="020B0004020202020204" pitchFamily="34" charset="0"/>
                  </a:endParaRPr>
                </a:p>
              </p:txBody>
            </p:sp>
          </mc:Choice>
          <mc:Fallback xmlns="">
            <p:sp>
              <p:nvSpPr>
                <p:cNvPr id="16" name="TextBox 15">
                  <a:extLst>
                    <a:ext uri="{FF2B5EF4-FFF2-40B4-BE49-F238E27FC236}">
                      <a16:creationId xmlns:a16="http://schemas.microsoft.com/office/drawing/2014/main" id="{0A1FC256-138D-BDAF-B709-ACAEECAFADAA}"/>
                    </a:ext>
                  </a:extLst>
                </p:cNvPr>
                <p:cNvSpPr txBox="1">
                  <a:spLocks noRot="1" noChangeAspect="1" noMove="1" noResize="1" noEditPoints="1" noAdjustHandles="1" noChangeArrowheads="1" noChangeShapeType="1" noTextEdit="1"/>
                </p:cNvSpPr>
                <p:nvPr/>
              </p:nvSpPr>
              <p:spPr>
                <a:xfrm>
                  <a:off x="3246640" y="1994852"/>
                  <a:ext cx="2651760" cy="4082097"/>
                </a:xfrm>
                <a:prstGeom prst="rect">
                  <a:avLst/>
                </a:prstGeom>
                <a:blipFill>
                  <a:blip r:embed="rId3"/>
                  <a:stretch>
                    <a:fillRect l="-982" t="-446" r="-1800"/>
                  </a:stretch>
                </a:blipFill>
                <a:ln w="12700">
                  <a:solidFill>
                    <a:schemeClr val="accent1"/>
                  </a:solidFill>
                </a:ln>
              </p:spPr>
              <p:txBody>
                <a:bodyPr/>
                <a:lstStyle/>
                <a:p>
                  <a:r>
                    <a:rPr lang="fr-FR">
                      <a:noFill/>
                    </a:rPr>
                    <a:t> </a:t>
                  </a:r>
                </a:p>
              </p:txBody>
            </p:sp>
          </mc:Fallback>
        </mc:AlternateContent>
      </p:grpSp>
      <p:grpSp>
        <p:nvGrpSpPr>
          <p:cNvPr id="4" name="Group 3">
            <a:extLst>
              <a:ext uri="{FF2B5EF4-FFF2-40B4-BE49-F238E27FC236}">
                <a16:creationId xmlns:a16="http://schemas.microsoft.com/office/drawing/2014/main" id="{E7FEC7B2-8359-8FBA-7608-ECFF06B09A2E}"/>
              </a:ext>
              <a:ext uri="{C183D7F6-B498-43B3-948B-1728B52AA6E4}">
                <adec:decorative xmlns:adec="http://schemas.microsoft.com/office/drawing/2017/decorative" val="1"/>
              </a:ext>
            </a:extLst>
          </p:cNvPr>
          <p:cNvGrpSpPr/>
          <p:nvPr/>
        </p:nvGrpSpPr>
        <p:grpSpPr>
          <a:xfrm>
            <a:off x="8268754" y="1446213"/>
            <a:ext cx="3494622" cy="4630736"/>
            <a:chOff x="6064656" y="1446213"/>
            <a:chExt cx="2651760" cy="4630736"/>
          </a:xfrm>
        </p:grpSpPr>
        <p:sp>
          <p:nvSpPr>
            <p:cNvPr id="11" name="Rectangle 10">
              <a:extLst>
                <a:ext uri="{FF2B5EF4-FFF2-40B4-BE49-F238E27FC236}">
                  <a16:creationId xmlns:a16="http://schemas.microsoft.com/office/drawing/2014/main" id="{BCA09F7E-A41A-451C-8106-4ECD4EC408B3}"/>
                </a:ext>
              </a:extLst>
            </p:cNvPr>
            <p:cNvSpPr/>
            <p:nvPr/>
          </p:nvSpPr>
          <p:spPr>
            <a:xfrm>
              <a:off x="6064656" y="1446213"/>
              <a:ext cx="2651760" cy="548640"/>
            </a:xfrm>
            <a:prstGeom prst="rect">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Aptos" panose="020B0004020202020204" pitchFamily="34" charset="0"/>
                </a:rPr>
                <a:t>Variable </a:t>
              </a:r>
              <a:r>
                <a:rPr lang="fr-FR" noProof="0" dirty="0">
                  <a:latin typeface="Aptos" panose="020B0004020202020204" pitchFamily="34" charset="0"/>
                </a:rPr>
                <a:t>textuelle</a:t>
              </a:r>
              <a:endParaRPr lang="en-IN" dirty="0">
                <a:latin typeface="Aptos" panose="020B0004020202020204" pitchFamily="34" charset="0"/>
              </a:endParaRPr>
            </a:p>
          </p:txBody>
        </p:sp>
        <p:sp>
          <p:nvSpPr>
            <p:cNvPr id="17" name="TextBox 16">
              <a:extLst>
                <a:ext uri="{FF2B5EF4-FFF2-40B4-BE49-F238E27FC236}">
                  <a16:creationId xmlns:a16="http://schemas.microsoft.com/office/drawing/2014/main" id="{2492022D-9D84-C95D-76CE-86112F5D6ABC}"/>
                </a:ext>
              </a:extLst>
            </p:cNvPr>
            <p:cNvSpPr txBox="1"/>
            <p:nvPr/>
          </p:nvSpPr>
          <p:spPr>
            <a:xfrm>
              <a:off x="6064656" y="1994852"/>
              <a:ext cx="2651760" cy="4082097"/>
            </a:xfrm>
            <a:prstGeom prst="rect">
              <a:avLst/>
            </a:prstGeom>
            <a:noFill/>
            <a:ln w="12700">
              <a:solidFill>
                <a:schemeClr val="accent1"/>
              </a:solidFill>
            </a:ln>
          </p:spPr>
          <p:txBody>
            <a:bodyPr wrap="square" lIns="91440" tIns="45720" rIns="91440" bIns="45720" rtlCol="0">
              <a:noAutofit/>
            </a:bodyPr>
            <a:lstStyle/>
            <a:p>
              <a:pPr marL="285750" indent="-285750">
                <a:buFont typeface="Arial" panose="020B0604020202020204" pitchFamily="34" charset="0"/>
                <a:buChar char="•"/>
              </a:pPr>
              <a:r>
                <a:rPr lang="fr-FR" dirty="0">
                  <a:solidFill>
                    <a:schemeClr val="accent3"/>
                  </a:solidFill>
                  <a:latin typeface="Aptos" panose="020B0004020202020204" pitchFamily="34" charset="0"/>
                </a:rPr>
                <a:t>9 formulations récurrentes type « profils types » </a:t>
              </a:r>
            </a:p>
            <a:p>
              <a:endParaRPr lang="fr-FR" dirty="0">
                <a:solidFill>
                  <a:schemeClr val="accent3"/>
                </a:solidFill>
                <a:latin typeface="Aptos" panose="020B0004020202020204" pitchFamily="34" charset="0"/>
              </a:endParaRPr>
            </a:p>
            <a:p>
              <a:pPr marL="285750" indent="-285750">
                <a:buFont typeface="Arial" panose="020B0604020202020204" pitchFamily="34" charset="0"/>
                <a:buChar char="•"/>
              </a:pPr>
              <a:r>
                <a:rPr lang="fr-FR" dirty="0">
                  <a:solidFill>
                    <a:schemeClr val="accent3"/>
                  </a:solidFill>
                  <a:latin typeface="Aptos" panose="020B0004020202020204" pitchFamily="34" charset="0"/>
                </a:rPr>
                <a:t>Encodage catégoriel direct en alternative à TF-IDF</a:t>
              </a:r>
              <a:endParaRPr lang="en-IN" dirty="0">
                <a:solidFill>
                  <a:schemeClr val="accent3"/>
                </a:solidFill>
                <a:latin typeface="Aptos" panose="020B0004020202020204" pitchFamily="34" charset="0"/>
              </a:endParaRPr>
            </a:p>
          </p:txBody>
        </p:sp>
      </p:grpSp>
      <p:sp>
        <p:nvSpPr>
          <p:cNvPr id="5" name="Slide Number Placeholder 4">
            <a:extLst>
              <a:ext uri="{FF2B5EF4-FFF2-40B4-BE49-F238E27FC236}">
                <a16:creationId xmlns:a16="http://schemas.microsoft.com/office/drawing/2014/main" id="{D135CF40-F9C1-7B5E-6D52-D582FF8872B7}"/>
              </a:ext>
            </a:extLst>
          </p:cNvPr>
          <p:cNvSpPr>
            <a:spLocks noGrp="1"/>
          </p:cNvSpPr>
          <p:nvPr>
            <p:ph type="sldNum" sz="quarter" idx="4"/>
          </p:nvPr>
        </p:nvSpPr>
        <p:spPr/>
        <p:txBody>
          <a:bodyPr/>
          <a:lstStyle/>
          <a:p>
            <a:fld id="{DAF489CC-3B7A-4DA5-A8C0-4984788D0EC5}" type="slidenum">
              <a:rPr lang="nl-NL" smtClean="0"/>
              <a:pPr/>
              <a:t>6</a:t>
            </a:fld>
            <a:endParaRPr lang="nl-NL" dirty="0"/>
          </a:p>
        </p:txBody>
      </p:sp>
    </p:spTree>
    <p:extLst>
      <p:ext uri="{BB962C8B-B14F-4D97-AF65-F5344CB8AC3E}">
        <p14:creationId xmlns:p14="http://schemas.microsoft.com/office/powerpoint/2010/main" val="233742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C40D1-8717-DFA9-78AC-E84FA0CE6053}"/>
            </a:ext>
          </a:extLst>
        </p:cNvPr>
        <p:cNvGrpSpPr/>
        <p:nvPr/>
      </p:nvGrpSpPr>
      <p:grpSpPr>
        <a:xfrm>
          <a:off x="0" y="0"/>
          <a:ext cx="0" cy="0"/>
          <a:chOff x="0" y="0"/>
          <a:chExt cx="0" cy="0"/>
        </a:xfrm>
      </p:grpSpPr>
      <p:graphicFrame>
        <p:nvGraphicFramePr>
          <p:cNvPr id="23" name="Chart 22">
            <a:extLst>
              <a:ext uri="{FF2B5EF4-FFF2-40B4-BE49-F238E27FC236}">
                <a16:creationId xmlns:a16="http://schemas.microsoft.com/office/drawing/2014/main" id="{71B39532-95FC-8748-D40D-4367BB3FBA21}"/>
              </a:ext>
              <a:ext uri="{C183D7F6-B498-43B3-948B-1728B52AA6E4}">
                <adec:decorative xmlns:adec="http://schemas.microsoft.com/office/drawing/2017/decorative" val="1"/>
              </a:ext>
            </a:extLst>
          </p:cNvPr>
          <p:cNvGraphicFramePr/>
          <p:nvPr/>
        </p:nvGraphicFramePr>
        <p:xfrm>
          <a:off x="428624" y="1446212"/>
          <a:ext cx="4626864" cy="4626864"/>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a:extLst>
              <a:ext uri="{FF2B5EF4-FFF2-40B4-BE49-F238E27FC236}">
                <a16:creationId xmlns:a16="http://schemas.microsoft.com/office/drawing/2014/main" id="{D3B12071-1466-BA12-651E-C48C6FD90C18}"/>
              </a:ext>
            </a:extLst>
          </p:cNvPr>
          <p:cNvSpPr>
            <a:spLocks noGrp="1"/>
          </p:cNvSpPr>
          <p:nvPr>
            <p:ph type="title"/>
          </p:nvPr>
        </p:nvSpPr>
        <p:spPr>
          <a:xfrm>
            <a:off x="428624" y="291452"/>
            <a:ext cx="11337925" cy="531724"/>
          </a:xfrm>
        </p:spPr>
        <p:txBody>
          <a:bodyPr/>
          <a:lstStyle/>
          <a:p>
            <a:pPr fontAlgn="t"/>
            <a:r>
              <a:rPr lang="fr-FR" dirty="0"/>
              <a:t>Cadre réglementaire, éthique et analyse de biais</a:t>
            </a:r>
          </a:p>
        </p:txBody>
      </p:sp>
      <p:sp>
        <p:nvSpPr>
          <p:cNvPr id="4" name="Slide Number Placeholder 3">
            <a:extLst>
              <a:ext uri="{FF2B5EF4-FFF2-40B4-BE49-F238E27FC236}">
                <a16:creationId xmlns:a16="http://schemas.microsoft.com/office/drawing/2014/main" id="{512AF022-B338-7741-4C44-E21AB81174F2}"/>
              </a:ext>
            </a:extLst>
          </p:cNvPr>
          <p:cNvSpPr>
            <a:spLocks noGrp="1"/>
          </p:cNvSpPr>
          <p:nvPr>
            <p:ph type="sldNum" sz="quarter" idx="4"/>
          </p:nvPr>
        </p:nvSpPr>
        <p:spPr/>
        <p:txBody>
          <a:bodyPr/>
          <a:lstStyle/>
          <a:p>
            <a:fld id="{DAF489CC-3B7A-4DA5-A8C0-4984788D0EC5}" type="slidenum">
              <a:rPr lang="nl-NL" smtClean="0"/>
              <a:pPr/>
              <a:t>7</a:t>
            </a:fld>
            <a:endParaRPr lang="nl-NL" dirty="0"/>
          </a:p>
        </p:txBody>
      </p:sp>
      <p:sp>
        <p:nvSpPr>
          <p:cNvPr id="3" name="TextBox 2">
            <a:extLst>
              <a:ext uri="{FF2B5EF4-FFF2-40B4-BE49-F238E27FC236}">
                <a16:creationId xmlns:a16="http://schemas.microsoft.com/office/drawing/2014/main" id="{898BE82D-E997-50D3-C375-F11795C760AC}"/>
              </a:ext>
            </a:extLst>
          </p:cNvPr>
          <p:cNvSpPr txBox="1"/>
          <p:nvPr/>
        </p:nvSpPr>
        <p:spPr>
          <a:xfrm>
            <a:off x="5930003" y="1124827"/>
            <a:ext cx="5741163" cy="369332"/>
          </a:xfrm>
          <a:prstGeom prst="rect">
            <a:avLst/>
          </a:prstGeom>
          <a:noFill/>
          <a:ln w="12700">
            <a:noFill/>
          </a:ln>
        </p:spPr>
        <p:txBody>
          <a:bodyPr wrap="square" lIns="91440" tIns="45720" rIns="91440" bIns="45720" rtlCol="0">
            <a:spAutoFit/>
          </a:bodyPr>
          <a:lstStyle/>
          <a:p>
            <a:r>
              <a:rPr lang="fr-FR" b="1" kern="100" dirty="0">
                <a:latin typeface="Aptos" panose="020B0004020202020204" pitchFamily="34" charset="0"/>
                <a:ea typeface="DengXian" panose="02010600030101010101" pitchFamily="2" charset="-122"/>
                <a:cs typeface="Times New Roman" panose="02020603050405020304" pitchFamily="18" charset="0"/>
              </a:rPr>
              <a:t>Variables sensibles</a:t>
            </a:r>
            <a:r>
              <a:rPr lang="fr-FR" kern="100" dirty="0">
                <a:latin typeface="Aptos" panose="020B0004020202020204" pitchFamily="34" charset="0"/>
                <a:ea typeface="DengXian" panose="02010600030101010101" pitchFamily="2" charset="-122"/>
                <a:cs typeface="Times New Roman" panose="02020603050405020304" pitchFamily="18" charset="0"/>
              </a:rPr>
              <a:t> : </a:t>
            </a:r>
            <a:r>
              <a:rPr lang="fr-FR" kern="100" dirty="0" err="1">
                <a:latin typeface="Aptos" panose="020B0004020202020204" pitchFamily="34" charset="0"/>
                <a:ea typeface="DengXian" panose="02010600030101010101" pitchFamily="2" charset="-122"/>
                <a:cs typeface="Times New Roman" panose="02020603050405020304" pitchFamily="18" charset="0"/>
              </a:rPr>
              <a:t>age</a:t>
            </a:r>
            <a:r>
              <a:rPr lang="fr-FR" kern="100" dirty="0">
                <a:latin typeface="Aptos" panose="020B0004020202020204" pitchFamily="34" charset="0"/>
                <a:ea typeface="DengXian" panose="02010600030101010101" pitchFamily="2" charset="-122"/>
                <a:cs typeface="Times New Roman" panose="02020603050405020304" pitchFamily="18" charset="0"/>
              </a:rPr>
              <a:t> et </a:t>
            </a:r>
            <a:r>
              <a:rPr lang="fr-FR" kern="100" dirty="0" err="1">
                <a:latin typeface="Aptos" panose="020B0004020202020204" pitchFamily="34" charset="0"/>
                <a:ea typeface="DengXian" panose="02010600030101010101" pitchFamily="2" charset="-122"/>
                <a:cs typeface="Times New Roman" panose="02020603050405020304" pitchFamily="18" charset="0"/>
              </a:rPr>
              <a:t>nationalite_hors_ue</a:t>
            </a:r>
            <a:endParaRPr lang="en-IN" dirty="0">
              <a:solidFill>
                <a:schemeClr val="accent3"/>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AE184CA-BDCC-C4A3-90A0-B410BEBD20E9}"/>
                  </a:ext>
                </a:extLst>
              </p:cNvPr>
              <p:cNvSpPr txBox="1"/>
              <p:nvPr/>
            </p:nvSpPr>
            <p:spPr>
              <a:xfrm>
                <a:off x="5948813" y="1788038"/>
                <a:ext cx="5741163" cy="646331"/>
              </a:xfrm>
              <a:prstGeom prst="rect">
                <a:avLst/>
              </a:prstGeom>
              <a:noFill/>
              <a:ln w="12700">
                <a:noFill/>
              </a:ln>
            </p:spPr>
            <p:txBody>
              <a:bodyPr wrap="square" lIns="91440" tIns="45720" rIns="91440" bIns="45720" rtlCol="0">
                <a:spAutoFit/>
              </a:bodyPr>
              <a:lstStyle/>
              <a:p>
                <a:r>
                  <a:rPr lang="fr-FR" kern="100" dirty="0">
                    <a:latin typeface="Aptos" panose="020B0004020202020204" pitchFamily="34" charset="0"/>
                    <a:ea typeface="DengXian" panose="02010600030101010101" pitchFamily="2" charset="-122"/>
                    <a:cs typeface="Times New Roman" panose="02020603050405020304" pitchFamily="18" charset="0"/>
                  </a:rPr>
                  <a:t>Définition de l’</a:t>
                </a:r>
                <a:r>
                  <a:rPr lang="fr-FR" b="1" kern="100" dirty="0" err="1">
                    <a:latin typeface="Aptos" panose="020B0004020202020204" pitchFamily="34" charset="0"/>
                    <a:ea typeface="DengXian" panose="02010600030101010101" pitchFamily="2" charset="-122"/>
                    <a:cs typeface="Times New Roman" panose="02020603050405020304" pitchFamily="18" charset="0"/>
                  </a:rPr>
                  <a:t>outcome</a:t>
                </a:r>
                <a:r>
                  <a:rPr lang="fr-FR" b="1" kern="100" dirty="0">
                    <a:latin typeface="Aptos" panose="020B0004020202020204" pitchFamily="34" charset="0"/>
                    <a:ea typeface="DengXian" panose="02010600030101010101" pitchFamily="2" charset="-122"/>
                    <a:cs typeface="Times New Roman" panose="02020603050405020304" pitchFamily="18" charset="0"/>
                  </a:rPr>
                  <a:t> favorable </a:t>
                </a:r>
                <a:r>
                  <a:rPr lang="fr-FR" kern="100" dirty="0">
                    <a:latin typeface="Aptos" panose="020B0004020202020204" pitchFamily="34" charset="0"/>
                    <a:ea typeface="DengXian" panose="02010600030101010101" pitchFamily="2" charset="-122"/>
                    <a:cs typeface="Times New Roman" panose="02020603050405020304" pitchFamily="18" charset="0"/>
                  </a:rPr>
                  <a:t>: c</a:t>
                </a:r>
                <a14:m>
                  <m:oMath xmlns:m="http://schemas.openxmlformats.org/officeDocument/2006/math">
                    <m:r>
                      <m:rPr>
                        <m:sty m:val="p"/>
                      </m:rPr>
                      <a:rPr lang="fr-FR" kern="100">
                        <a:latin typeface="Cambria Math" panose="02040503050406030204" pitchFamily="18" charset="0"/>
                        <a:ea typeface="DengXian" panose="02010600030101010101" pitchFamily="2" charset="-122"/>
                        <a:cs typeface="Times New Roman" panose="02020603050405020304" pitchFamily="18" charset="0"/>
                      </a:rPr>
                      <m:t>lasse</m:t>
                    </m:r>
                    <m:r>
                      <a:rPr lang="fr-FR" kern="100">
                        <a:latin typeface="Cambria Math" panose="02040503050406030204" pitchFamily="18" charset="0"/>
                        <a:ea typeface="DengXian" panose="02010600030101010101" pitchFamily="2" charset="-122"/>
                        <a:cs typeface="Times New Roman" panose="02020603050405020304" pitchFamily="18" charset="0"/>
                      </a:rPr>
                      <m:t> 0</m:t>
                    </m:r>
                  </m:oMath>
                </a14:m>
                <a:r>
                  <a:rPr lang="fr-FR" kern="100" dirty="0">
                    <a:latin typeface="Aptos" panose="020B0004020202020204" pitchFamily="34" charset="0"/>
                    <a:ea typeface="DengXian" panose="02010600030101010101" pitchFamily="2" charset="-122"/>
                    <a:cs typeface="Times New Roman" panose="02020603050405020304" pitchFamily="18" charset="0"/>
                  </a:rPr>
                  <a:t> ou </a:t>
                </a:r>
                <a14:m>
                  <m:oMath xmlns:m="http://schemas.openxmlformats.org/officeDocument/2006/math">
                    <m:r>
                      <a:rPr lang="fr-FR" i="1" kern="100" dirty="0">
                        <a:latin typeface="Cambria Math" panose="02040503050406030204" pitchFamily="18" charset="0"/>
                        <a:ea typeface="DengXian" panose="02010600030101010101" pitchFamily="2" charset="-122"/>
                        <a:cs typeface="Times New Roman" panose="02020603050405020304" pitchFamily="18" charset="0"/>
                      </a:rPr>
                      <m:t>1</m:t>
                    </m:r>
                    <m:r>
                      <a:rPr lang="fr-FR" b="0" i="1" kern="100" smtClean="0">
                        <a:latin typeface="Cambria Math" panose="02040503050406030204" pitchFamily="18" charset="0"/>
                        <a:ea typeface="DengXian" panose="02010600030101010101" pitchFamily="2" charset="-122"/>
                        <a:cs typeface="Times New Roman" panose="02020603050405020304" pitchFamily="18" charset="0"/>
                      </a:rPr>
                      <m:t> </m:t>
                    </m:r>
                  </m:oMath>
                </a14:m>
                <a:r>
                  <a:rPr lang="fr-FR" kern="100" dirty="0">
                    <a:latin typeface="Aptos" panose="020B0004020202020204" pitchFamily="34" charset="0"/>
                    <a:ea typeface="DengXian" panose="02010600030101010101" pitchFamily="2" charset="-122"/>
                    <a:cs typeface="Times New Roman" panose="02020603050405020304" pitchFamily="18" charset="0"/>
                    <a:sym typeface="Wingdings" panose="05000000000000000000" pitchFamily="2" charset="2"/>
                  </a:rPr>
                  <a:t> </a:t>
                </a:r>
                <a:r>
                  <a:rPr lang="fr-FR" kern="100" dirty="0">
                    <a:latin typeface="Aptos" panose="020B0004020202020204" pitchFamily="34" charset="0"/>
                    <a:ea typeface="DengXian" panose="02010600030101010101" pitchFamily="2" charset="-122"/>
                    <a:cs typeface="Times New Roman" panose="02020603050405020304" pitchFamily="18" charset="0"/>
                  </a:rPr>
                  <a:t>ne pas être en chômage longue durée</a:t>
                </a:r>
                <a:endParaRPr lang="en-IN" dirty="0">
                  <a:solidFill>
                    <a:schemeClr val="accent3"/>
                  </a:solidFill>
                </a:endParaRPr>
              </a:p>
            </p:txBody>
          </p:sp>
        </mc:Choice>
        <mc:Fallback xmlns="">
          <p:sp>
            <p:nvSpPr>
              <p:cNvPr id="5" name="TextBox 4">
                <a:extLst>
                  <a:ext uri="{FF2B5EF4-FFF2-40B4-BE49-F238E27FC236}">
                    <a16:creationId xmlns:a16="http://schemas.microsoft.com/office/drawing/2014/main" id="{CAE184CA-BDCC-C4A3-90A0-B410BEBD20E9}"/>
                  </a:ext>
                </a:extLst>
              </p:cNvPr>
              <p:cNvSpPr txBox="1">
                <a:spLocks noRot="1" noChangeAspect="1" noMove="1" noResize="1" noEditPoints="1" noAdjustHandles="1" noChangeArrowheads="1" noChangeShapeType="1" noTextEdit="1"/>
              </p:cNvSpPr>
              <p:nvPr/>
            </p:nvSpPr>
            <p:spPr>
              <a:xfrm>
                <a:off x="5948813" y="1788038"/>
                <a:ext cx="5741163" cy="646331"/>
              </a:xfrm>
              <a:prstGeom prst="rect">
                <a:avLst/>
              </a:prstGeom>
              <a:blipFill>
                <a:blip r:embed="rId3"/>
                <a:stretch>
                  <a:fillRect l="-955" t="-5660" b="-14151"/>
                </a:stretch>
              </a:blipFill>
              <a:ln w="12700">
                <a:noFill/>
              </a:ln>
            </p:spPr>
            <p:txBody>
              <a:bodyPr/>
              <a:lstStyle/>
              <a:p>
                <a:r>
                  <a:rPr lang="fr-FR">
                    <a:noFill/>
                  </a:rPr>
                  <a:t> </a:t>
                </a:r>
              </a:p>
            </p:txBody>
          </p:sp>
        </mc:Fallback>
      </mc:AlternateContent>
      <p:sp>
        <p:nvSpPr>
          <p:cNvPr id="7" name="TextBox 6">
            <a:extLst>
              <a:ext uri="{FF2B5EF4-FFF2-40B4-BE49-F238E27FC236}">
                <a16:creationId xmlns:a16="http://schemas.microsoft.com/office/drawing/2014/main" id="{334F8233-E764-7950-2A1D-7CA35CF81E1A}"/>
              </a:ext>
            </a:extLst>
          </p:cNvPr>
          <p:cNvSpPr txBox="1"/>
          <p:nvPr/>
        </p:nvSpPr>
        <p:spPr>
          <a:xfrm>
            <a:off x="5948813" y="2658686"/>
            <a:ext cx="5741163" cy="646331"/>
          </a:xfrm>
          <a:prstGeom prst="rect">
            <a:avLst/>
          </a:prstGeom>
          <a:noFill/>
          <a:ln w="12700">
            <a:noFill/>
          </a:ln>
        </p:spPr>
        <p:txBody>
          <a:bodyPr wrap="square" lIns="91440" tIns="45720" rIns="91440" bIns="45720" rtlCol="0">
            <a:spAutoFit/>
          </a:bodyPr>
          <a:lstStyle/>
          <a:p>
            <a:r>
              <a:rPr lang="fr-FR" b="1" kern="100" dirty="0">
                <a:latin typeface="Aptos" panose="020B0004020202020204" pitchFamily="34" charset="0"/>
                <a:ea typeface="DengXian" panose="02010600030101010101" pitchFamily="2" charset="-122"/>
                <a:cs typeface="Times New Roman" panose="02020603050405020304" pitchFamily="18" charset="0"/>
              </a:rPr>
              <a:t>Disparate Impact (DI)</a:t>
            </a:r>
            <a:r>
              <a:rPr lang="fr-FR" kern="100" dirty="0">
                <a:latin typeface="Aptos" panose="020B0004020202020204" pitchFamily="34" charset="0"/>
                <a:ea typeface="DengXian" panose="02010600030101010101" pitchFamily="2" charset="-122"/>
                <a:cs typeface="Times New Roman" panose="02020603050405020304" pitchFamily="18" charset="0"/>
              </a:rPr>
              <a:t> &lt; 0,8 pour :</a:t>
            </a:r>
          </a:p>
          <a:p>
            <a:r>
              <a:rPr lang="fr-FR" dirty="0">
                <a:latin typeface="Aptos" panose="020B0004020202020204" pitchFamily="34" charset="0"/>
              </a:rPr>
              <a:t>50-59 ans, 60 ans et population hors UE</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163AECA-2CFF-3FE9-B0C2-814FF6D3ED76}"/>
                  </a:ext>
                </a:extLst>
              </p:cNvPr>
              <p:cNvSpPr txBox="1"/>
              <p:nvPr/>
            </p:nvSpPr>
            <p:spPr>
              <a:xfrm>
                <a:off x="5948813" y="3539535"/>
                <a:ext cx="5741163" cy="646331"/>
              </a:xfrm>
              <a:prstGeom prst="rect">
                <a:avLst/>
              </a:prstGeom>
              <a:noFill/>
              <a:ln w="12700">
                <a:noFill/>
              </a:ln>
            </p:spPr>
            <p:txBody>
              <a:bodyPr wrap="square" lIns="91440" tIns="45720" rIns="91440" bIns="45720" rtlCol="0">
                <a:spAutoFit/>
              </a:bodyPr>
              <a:lstStyle/>
              <a:p>
                <a:pPr marL="0" lvl="1">
                  <a:spcAft>
                    <a:spcPts val="400"/>
                  </a:spcAft>
                  <a:buSzPts val="1000"/>
                  <a:tabLst>
                    <a:tab pos="914400" algn="l"/>
                  </a:tabLst>
                </a:pPr>
                <a:r>
                  <a:rPr lang="fr-FR" b="1" kern="100" dirty="0">
                    <a:latin typeface="Aptos" panose="020B0004020202020204" pitchFamily="34" charset="0"/>
                    <a:ea typeface="DengXian" panose="02010600030101010101" pitchFamily="2" charset="-122"/>
                    <a:cs typeface="Times New Roman" panose="02020603050405020304" pitchFamily="18" charset="0"/>
                  </a:rPr>
                  <a:t>Effet d'intersectionnalité</a:t>
                </a:r>
                <a:r>
                  <a:rPr lang="fr-FR" kern="100" dirty="0">
                    <a:latin typeface="Aptos" panose="020B0004020202020204" pitchFamily="34" charset="0"/>
                    <a:ea typeface="DengXian" panose="02010600030101010101" pitchFamily="2" charset="-122"/>
                    <a:cs typeface="Times New Roman" panose="02020603050405020304" pitchFamily="18" charset="0"/>
                  </a:rPr>
                  <a:t> : aggravation marquée du DI sur le croisement « 50 ans et plus » </a:t>
                </a:r>
                <a14:m>
                  <m:oMath xmlns:m="http://schemas.openxmlformats.org/officeDocument/2006/math">
                    <m:r>
                      <a:rPr lang="fr-FR" i="1" kern="100">
                        <a:latin typeface="Cambria Math" panose="02040503050406030204" pitchFamily="18" charset="0"/>
                        <a:ea typeface="DengXian" panose="02010600030101010101" pitchFamily="2" charset="-122"/>
                        <a:cs typeface="Times New Roman" panose="02020603050405020304" pitchFamily="18" charset="0"/>
                      </a:rPr>
                      <m:t>×</m:t>
                    </m:r>
                  </m:oMath>
                </a14:m>
                <a:r>
                  <a:rPr lang="fr-FR" kern="100" dirty="0">
                    <a:latin typeface="Aptos" panose="020B0004020202020204" pitchFamily="34" charset="0"/>
                    <a:ea typeface="DengXian" panose="02010600030101010101" pitchFamily="2" charset="-122"/>
                    <a:cs typeface="Times New Roman" panose="02020603050405020304" pitchFamily="18" charset="0"/>
                  </a:rPr>
                  <a:t>« hors UE »</a:t>
                </a:r>
              </a:p>
            </p:txBody>
          </p:sp>
        </mc:Choice>
        <mc:Fallback xmlns="">
          <p:sp>
            <p:nvSpPr>
              <p:cNvPr id="8" name="TextBox 7">
                <a:extLst>
                  <a:ext uri="{FF2B5EF4-FFF2-40B4-BE49-F238E27FC236}">
                    <a16:creationId xmlns:a16="http://schemas.microsoft.com/office/drawing/2014/main" id="{0163AECA-2CFF-3FE9-B0C2-814FF6D3ED76}"/>
                  </a:ext>
                </a:extLst>
              </p:cNvPr>
              <p:cNvSpPr txBox="1">
                <a:spLocks noRot="1" noChangeAspect="1" noMove="1" noResize="1" noEditPoints="1" noAdjustHandles="1" noChangeArrowheads="1" noChangeShapeType="1" noTextEdit="1"/>
              </p:cNvSpPr>
              <p:nvPr/>
            </p:nvSpPr>
            <p:spPr>
              <a:xfrm>
                <a:off x="5948813" y="3539535"/>
                <a:ext cx="5741163" cy="646331"/>
              </a:xfrm>
              <a:prstGeom prst="rect">
                <a:avLst/>
              </a:prstGeom>
              <a:blipFill>
                <a:blip r:embed="rId4"/>
                <a:stretch>
                  <a:fillRect l="-955" t="-4717" b="-15094"/>
                </a:stretch>
              </a:blipFill>
              <a:ln w="12700">
                <a:noFill/>
              </a:ln>
            </p:spPr>
            <p:txBody>
              <a:bodyPr/>
              <a:lstStyle/>
              <a:p>
                <a:r>
                  <a:rPr lang="fr-FR">
                    <a:noFill/>
                  </a:rPr>
                  <a:t> </a:t>
                </a:r>
              </a:p>
            </p:txBody>
          </p:sp>
        </mc:Fallback>
      </mc:AlternateContent>
      <p:sp>
        <p:nvSpPr>
          <p:cNvPr id="9" name="TextBox 8">
            <a:extLst>
              <a:ext uri="{FF2B5EF4-FFF2-40B4-BE49-F238E27FC236}">
                <a16:creationId xmlns:a16="http://schemas.microsoft.com/office/drawing/2014/main" id="{C38AD6A5-824B-2B8E-5EC2-98069E1CD5AB}"/>
              </a:ext>
            </a:extLst>
          </p:cNvPr>
          <p:cNvSpPr txBox="1"/>
          <p:nvPr/>
        </p:nvSpPr>
        <p:spPr>
          <a:xfrm>
            <a:off x="5967624" y="4347572"/>
            <a:ext cx="5741164" cy="1992853"/>
          </a:xfrm>
          <a:prstGeom prst="rect">
            <a:avLst/>
          </a:prstGeom>
          <a:noFill/>
          <a:ln w="12700">
            <a:noFill/>
          </a:ln>
        </p:spPr>
        <p:txBody>
          <a:bodyPr wrap="square" lIns="91440" tIns="45720" rIns="91440" bIns="45720" rtlCol="0">
            <a:spAutoFit/>
          </a:bodyPr>
          <a:lstStyle/>
          <a:p>
            <a:pPr>
              <a:spcAft>
                <a:spcPts val="300"/>
              </a:spcAft>
            </a:pPr>
            <a:r>
              <a:rPr lang="fr-FR" b="1" kern="100" dirty="0">
                <a:latin typeface="Aptos" panose="020B0004020202020204" pitchFamily="34" charset="0"/>
                <a:ea typeface="DengXian" panose="02010600030101010101" pitchFamily="2" charset="-122"/>
                <a:cs typeface="Times New Roman" panose="02020603050405020304" pitchFamily="18" charset="0"/>
              </a:rPr>
              <a:t>Réglementation</a:t>
            </a:r>
            <a:r>
              <a:rPr lang="fr-FR" kern="100" dirty="0">
                <a:latin typeface="Aptos" panose="020B0004020202020204" pitchFamily="34" charset="0"/>
                <a:ea typeface="DengXian" panose="02010600030101010101" pitchFamily="2" charset="-122"/>
                <a:cs typeface="Times New Roman" panose="02020603050405020304" pitchFamily="18" charset="0"/>
              </a:rPr>
              <a:t> : </a:t>
            </a:r>
          </a:p>
          <a:p>
            <a:pPr marL="285750" indent="-285750">
              <a:buFont typeface="Arial" panose="020B0604020202020204" pitchFamily="34" charset="0"/>
              <a:buChar char="•"/>
            </a:pPr>
            <a:r>
              <a:rPr lang="fr-FR" sz="1600" dirty="0">
                <a:latin typeface="Aptos" panose="020B0004020202020204" pitchFamily="34" charset="0"/>
              </a:rPr>
              <a:t>Interdiction absolue d'automatiser (Article 22 RGPD </a:t>
            </a:r>
            <a:r>
              <a:rPr lang="fr-FR" sz="1600" b="1" dirty="0">
                <a:latin typeface="Aptos" panose="020B0004020202020204" pitchFamily="34" charset="0"/>
              </a:rPr>
              <a:t>+ </a:t>
            </a:r>
            <a:r>
              <a:rPr lang="fr-FR" sz="1600" kern="100" dirty="0">
                <a:latin typeface="Aptos" panose="020B0004020202020204" pitchFamily="34" charset="0"/>
                <a:ea typeface="DengXian" panose="02010600030101010101" pitchFamily="2" charset="-122"/>
                <a:cs typeface="Times New Roman" panose="02020603050405020304" pitchFamily="18" charset="0"/>
              </a:rPr>
              <a:t>AI </a:t>
            </a:r>
            <a:r>
              <a:rPr lang="fr-FR" sz="1600" kern="100" dirty="0" err="1">
                <a:latin typeface="Aptos" panose="020B0004020202020204" pitchFamily="34" charset="0"/>
                <a:ea typeface="DengXian" panose="02010600030101010101" pitchFamily="2" charset="-122"/>
                <a:cs typeface="Times New Roman" panose="02020603050405020304" pitchFamily="18" charset="0"/>
              </a:rPr>
              <a:t>Act</a:t>
            </a:r>
            <a:r>
              <a:rPr lang="fr-FR" sz="1600" kern="100" dirty="0">
                <a:latin typeface="Aptos" panose="020B0004020202020204" pitchFamily="34" charset="0"/>
                <a:ea typeface="DengXian" panose="02010600030101010101" pitchFamily="2" charset="-122"/>
                <a:cs typeface="Times New Roman" panose="02020603050405020304" pitchFamily="18" charset="0"/>
              </a:rPr>
              <a:t> européen qui classe les systèmes d'aide à l'emploi à haut risque</a:t>
            </a:r>
            <a:r>
              <a:rPr lang="fr-FR" sz="1600" b="1" dirty="0">
                <a:latin typeface="Aptos" panose="020B0004020202020204" pitchFamily="34" charset="0"/>
              </a:rPr>
              <a:t>) </a:t>
            </a:r>
          </a:p>
          <a:p>
            <a:pPr marL="285750" indent="-285750">
              <a:spcAft>
                <a:spcPts val="600"/>
              </a:spcAft>
              <a:buFont typeface="Arial" panose="020B0604020202020204" pitchFamily="34" charset="0"/>
              <a:buChar char="•"/>
            </a:pPr>
            <a:r>
              <a:rPr lang="fr-FR" sz="1600" dirty="0">
                <a:latin typeface="Aptos" panose="020B0004020202020204" pitchFamily="34" charset="0"/>
              </a:rPr>
              <a:t>Matérialisation du risque de discrimination indirecte (Loi pour une République Numérique &amp; Charte UE)</a:t>
            </a:r>
          </a:p>
          <a:p>
            <a:r>
              <a:rPr lang="fr-FR" sz="1600" b="1" dirty="0">
                <a:latin typeface="Aptos" panose="020B0004020202020204" pitchFamily="34" charset="0"/>
                <a:sym typeface="Wingdings" panose="05000000000000000000" pitchFamily="2" charset="2"/>
              </a:rPr>
              <a:t> </a:t>
            </a:r>
            <a:r>
              <a:rPr lang="fr-FR" b="1" kern="100" dirty="0">
                <a:latin typeface="Aptos" panose="020B0004020202020204" pitchFamily="34" charset="0"/>
                <a:ea typeface="DengXian" panose="02010600030101010101" pitchFamily="2" charset="-122"/>
                <a:cs typeface="Times New Roman" panose="02020603050405020304" pitchFamily="18" charset="0"/>
              </a:rPr>
              <a:t>supervision humaine impérative</a:t>
            </a:r>
            <a:endParaRPr lang="en-IN" b="1" dirty="0">
              <a:solidFill>
                <a:schemeClr val="accent3"/>
              </a:solidFill>
            </a:endParaRPr>
          </a:p>
        </p:txBody>
      </p:sp>
      <p:graphicFrame>
        <p:nvGraphicFramePr>
          <p:cNvPr id="21" name="Chart 20">
            <a:extLst>
              <a:ext uri="{FF2B5EF4-FFF2-40B4-BE49-F238E27FC236}">
                <a16:creationId xmlns:a16="http://schemas.microsoft.com/office/drawing/2014/main" id="{E931548E-C05E-7B90-21AB-6FD52CCCABBD}"/>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1934432978"/>
              </p:ext>
            </p:extLst>
          </p:nvPr>
        </p:nvGraphicFramePr>
        <p:xfrm>
          <a:off x="5269759" y="984881"/>
          <a:ext cx="649224" cy="64922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2" name="Chart 21">
            <a:extLst>
              <a:ext uri="{FF2B5EF4-FFF2-40B4-BE49-F238E27FC236}">
                <a16:creationId xmlns:a16="http://schemas.microsoft.com/office/drawing/2014/main" id="{7D01AB38-885D-C927-AF65-3CADF0A1B82F}"/>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2242541441"/>
              </p:ext>
            </p:extLst>
          </p:nvPr>
        </p:nvGraphicFramePr>
        <p:xfrm>
          <a:off x="5269759" y="1786591"/>
          <a:ext cx="649224" cy="649224"/>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4" name="Chart 23">
            <a:extLst>
              <a:ext uri="{FF2B5EF4-FFF2-40B4-BE49-F238E27FC236}">
                <a16:creationId xmlns:a16="http://schemas.microsoft.com/office/drawing/2014/main" id="{6FF02DC9-B52D-F372-CD33-8F166BEF5E29}"/>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402551080"/>
              </p:ext>
            </p:extLst>
          </p:nvPr>
        </p:nvGraphicFramePr>
        <p:xfrm>
          <a:off x="5269759" y="2658686"/>
          <a:ext cx="649224" cy="64633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6" name="Chart 25">
            <a:extLst>
              <a:ext uri="{FF2B5EF4-FFF2-40B4-BE49-F238E27FC236}">
                <a16:creationId xmlns:a16="http://schemas.microsoft.com/office/drawing/2014/main" id="{6A4C06E1-FD68-9640-72E9-D70863B0D38D}"/>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1446171059"/>
              </p:ext>
            </p:extLst>
          </p:nvPr>
        </p:nvGraphicFramePr>
        <p:xfrm>
          <a:off x="5269759" y="3538088"/>
          <a:ext cx="649224" cy="649224"/>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27" name="Chart 26">
            <a:extLst>
              <a:ext uri="{FF2B5EF4-FFF2-40B4-BE49-F238E27FC236}">
                <a16:creationId xmlns:a16="http://schemas.microsoft.com/office/drawing/2014/main" id="{46DC015C-4828-997D-33C0-4740CAA2AF49}"/>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2601499244"/>
              </p:ext>
            </p:extLst>
          </p:nvPr>
        </p:nvGraphicFramePr>
        <p:xfrm>
          <a:off x="5269759" y="5029774"/>
          <a:ext cx="649224" cy="649224"/>
        </p:xfrm>
        <a:graphic>
          <a:graphicData uri="http://schemas.openxmlformats.org/drawingml/2006/chart">
            <c:chart xmlns:c="http://schemas.openxmlformats.org/drawingml/2006/chart" xmlns:r="http://schemas.openxmlformats.org/officeDocument/2006/relationships" r:id="rId9"/>
          </a:graphicData>
        </a:graphic>
      </p:graphicFrame>
      <p:pic>
        <p:nvPicPr>
          <p:cNvPr id="15" name="Graphic 98">
            <a:extLst>
              <a:ext uri="{FF2B5EF4-FFF2-40B4-BE49-F238E27FC236}">
                <a16:creationId xmlns:a16="http://schemas.microsoft.com/office/drawing/2014/main" id="{867F429A-B722-A743-5343-84F95DE33E97}"/>
              </a:ext>
              <a:ext uri="{C183D7F6-B498-43B3-948B-1728B52AA6E4}">
                <adec:decorative xmlns:adec="http://schemas.microsoft.com/office/drawing/2017/decorative" val="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621054" y="2844135"/>
            <a:ext cx="2242003" cy="1690125"/>
          </a:xfrm>
          <a:prstGeom prst="rect">
            <a:avLst/>
          </a:prstGeom>
        </p:spPr>
      </p:pic>
      <p:sp>
        <p:nvSpPr>
          <p:cNvPr id="18" name="ZoneTexte 17">
            <a:extLst>
              <a:ext uri="{FF2B5EF4-FFF2-40B4-BE49-F238E27FC236}">
                <a16:creationId xmlns:a16="http://schemas.microsoft.com/office/drawing/2014/main" id="{FAC0F9B1-A1D3-C8CA-06FE-1E91DDDB6CA8}"/>
              </a:ext>
            </a:extLst>
          </p:cNvPr>
          <p:cNvSpPr txBox="1"/>
          <p:nvPr/>
        </p:nvSpPr>
        <p:spPr>
          <a:xfrm>
            <a:off x="12048565" y="4356847"/>
            <a:ext cx="0" cy="0"/>
          </a:xfrm>
          <a:prstGeom prst="rect">
            <a:avLst/>
          </a:prstGeom>
          <a:noFill/>
        </p:spPr>
        <p:txBody>
          <a:bodyPr wrap="none" rtlCol="0">
            <a:noAutofit/>
          </a:bodyPr>
          <a:lstStyle/>
          <a:p>
            <a:pPr algn="l"/>
            <a:endParaRPr lang="fr-FR" dirty="0" err="1">
              <a:solidFill>
                <a:schemeClr val="accent3"/>
              </a:solidFill>
            </a:endParaRPr>
          </a:p>
        </p:txBody>
      </p:sp>
    </p:spTree>
    <p:extLst>
      <p:ext uri="{BB962C8B-B14F-4D97-AF65-F5344CB8AC3E}">
        <p14:creationId xmlns:p14="http://schemas.microsoft.com/office/powerpoint/2010/main" val="1494376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B0362-E997-C736-DBB7-570E05BD50B0}"/>
            </a:ext>
          </a:extLst>
        </p:cNvPr>
        <p:cNvGrpSpPr/>
        <p:nvPr/>
      </p:nvGrpSpPr>
      <p:grpSpPr>
        <a:xfrm>
          <a:off x="0" y="0"/>
          <a:ext cx="0" cy="0"/>
          <a:chOff x="0" y="0"/>
          <a:chExt cx="0" cy="0"/>
        </a:xfrm>
      </p:grpSpPr>
      <p:sp>
        <p:nvSpPr>
          <p:cNvPr id="29" name="Espace réservé du texte 28">
            <a:extLst>
              <a:ext uri="{FF2B5EF4-FFF2-40B4-BE49-F238E27FC236}">
                <a16:creationId xmlns:a16="http://schemas.microsoft.com/office/drawing/2014/main" id="{908842B6-8A2E-15FC-09A1-6ADA3A5F85FF}"/>
              </a:ext>
            </a:extLst>
          </p:cNvPr>
          <p:cNvSpPr>
            <a:spLocks noGrp="1"/>
          </p:cNvSpPr>
          <p:nvPr>
            <p:ph type="body" sz="quarter" idx="13"/>
          </p:nvPr>
        </p:nvSpPr>
        <p:spPr/>
        <p:txBody>
          <a:bodyPr/>
          <a:lstStyle/>
          <a:p>
            <a:r>
              <a:rPr lang="fr-FR" dirty="0"/>
              <a:t>Partie 2</a:t>
            </a:r>
          </a:p>
          <a:p>
            <a:r>
              <a:rPr lang="fr-FR" sz="4000" b="1" dirty="0"/>
              <a:t>Modélisation, sélection et politique de décision</a:t>
            </a:r>
            <a:endParaRPr lang="fr-FR" sz="4000" dirty="0"/>
          </a:p>
        </p:txBody>
      </p:sp>
      <p:sp>
        <p:nvSpPr>
          <p:cNvPr id="27" name="Espace réservé du numéro de diapositive 26">
            <a:extLst>
              <a:ext uri="{FF2B5EF4-FFF2-40B4-BE49-F238E27FC236}">
                <a16:creationId xmlns:a16="http://schemas.microsoft.com/office/drawing/2014/main" id="{D935C5B8-F238-8E1D-E350-72E8FE7C6390}"/>
              </a:ext>
            </a:extLst>
          </p:cNvPr>
          <p:cNvSpPr>
            <a:spLocks noGrp="1"/>
          </p:cNvSpPr>
          <p:nvPr>
            <p:ph type="sldNum" sz="quarter" idx="4294967295"/>
          </p:nvPr>
        </p:nvSpPr>
        <p:spPr>
          <a:xfrm>
            <a:off x="0" y="6419850"/>
            <a:ext cx="161925" cy="153988"/>
          </a:xfrm>
        </p:spPr>
        <p:txBody>
          <a:bodyPr/>
          <a:lstStyle/>
          <a:p>
            <a:fld id="{DAF489CC-3B7A-4DA5-A8C0-4984788D0EC5}" type="slidenum">
              <a:rPr lang="nl-NL" smtClean="0"/>
              <a:pPr/>
              <a:t>8</a:t>
            </a:fld>
            <a:endParaRPr lang="nl-NL" dirty="0"/>
          </a:p>
        </p:txBody>
      </p:sp>
    </p:spTree>
    <p:extLst>
      <p:ext uri="{BB962C8B-B14F-4D97-AF65-F5344CB8AC3E}">
        <p14:creationId xmlns:p14="http://schemas.microsoft.com/office/powerpoint/2010/main" val="1574223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B3DEB-457D-A38E-BC91-88D54496E2D3}"/>
            </a:ext>
          </a:extLst>
        </p:cNvPr>
        <p:cNvGrpSpPr/>
        <p:nvPr/>
      </p:nvGrpSpPr>
      <p:grpSpPr>
        <a:xfrm>
          <a:off x="0" y="0"/>
          <a:ext cx="0" cy="0"/>
          <a:chOff x="0" y="0"/>
          <a:chExt cx="0" cy="0"/>
        </a:xfrm>
      </p:grpSpPr>
      <p:sp>
        <p:nvSpPr>
          <p:cNvPr id="295" name="Rectangle 294">
            <a:extLst>
              <a:ext uri="{FF2B5EF4-FFF2-40B4-BE49-F238E27FC236}">
                <a16:creationId xmlns:a16="http://schemas.microsoft.com/office/drawing/2014/main" id="{7C731905-1B36-2A35-167E-22A239714725}"/>
              </a:ext>
            </a:extLst>
          </p:cNvPr>
          <p:cNvSpPr/>
          <p:nvPr/>
        </p:nvSpPr>
        <p:spPr>
          <a:xfrm>
            <a:off x="4723799" y="3496978"/>
            <a:ext cx="6660208" cy="241864"/>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76">
            <a:extLst>
              <a:ext uri="{FF2B5EF4-FFF2-40B4-BE49-F238E27FC236}">
                <a16:creationId xmlns:a16="http://schemas.microsoft.com/office/drawing/2014/main" id="{A14D53D0-62E2-FC10-8BA7-AD6020A4D2C1}"/>
              </a:ext>
            </a:extLst>
          </p:cNvPr>
          <p:cNvSpPr/>
          <p:nvPr/>
        </p:nvSpPr>
        <p:spPr>
          <a:xfrm>
            <a:off x="424625" y="4297163"/>
            <a:ext cx="4127920" cy="241864"/>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Title 5">
            <a:extLst>
              <a:ext uri="{FF2B5EF4-FFF2-40B4-BE49-F238E27FC236}">
                <a16:creationId xmlns:a16="http://schemas.microsoft.com/office/drawing/2014/main" id="{ADDDE4C6-5001-E72E-FA7B-9EE34153E8D3}"/>
              </a:ext>
            </a:extLst>
          </p:cNvPr>
          <p:cNvSpPr>
            <a:spLocks noGrp="1"/>
          </p:cNvSpPr>
          <p:nvPr>
            <p:ph type="title"/>
          </p:nvPr>
        </p:nvSpPr>
        <p:spPr>
          <a:xfrm>
            <a:off x="428624" y="291451"/>
            <a:ext cx="11337925" cy="912315"/>
          </a:xfrm>
        </p:spPr>
        <p:txBody>
          <a:bodyPr/>
          <a:lstStyle/>
          <a:p>
            <a:pPr lvl="0"/>
            <a:r>
              <a:rPr lang="fr-FR" b="1" dirty="0"/>
              <a:t>Protocole expérimental &amp; Scénarios (S1 à S8)</a:t>
            </a:r>
            <a:endParaRPr lang="fr-FR" dirty="0"/>
          </a:p>
        </p:txBody>
      </p:sp>
      <p:sp>
        <p:nvSpPr>
          <p:cNvPr id="5" name="Slide Number Placeholder 4">
            <a:extLst>
              <a:ext uri="{FF2B5EF4-FFF2-40B4-BE49-F238E27FC236}">
                <a16:creationId xmlns:a16="http://schemas.microsoft.com/office/drawing/2014/main" id="{AA595018-F437-2045-1143-51DF196977AD}"/>
              </a:ext>
            </a:extLst>
          </p:cNvPr>
          <p:cNvSpPr>
            <a:spLocks noGrp="1"/>
          </p:cNvSpPr>
          <p:nvPr>
            <p:ph type="sldNum" sz="quarter" idx="4"/>
          </p:nvPr>
        </p:nvSpPr>
        <p:spPr/>
        <p:txBody>
          <a:bodyPr/>
          <a:lstStyle/>
          <a:p>
            <a:fld id="{DAF489CC-3B7A-4DA5-A8C0-4984788D0EC5}" type="slidenum">
              <a:rPr lang="nl-NL" smtClean="0"/>
              <a:pPr/>
              <a:t>9</a:t>
            </a:fld>
            <a:endParaRPr lang="nl-NL" dirty="0"/>
          </a:p>
        </p:txBody>
      </p:sp>
      <p:sp>
        <p:nvSpPr>
          <p:cNvPr id="3" name="ZoneTexte 2">
            <a:extLst>
              <a:ext uri="{FF2B5EF4-FFF2-40B4-BE49-F238E27FC236}">
                <a16:creationId xmlns:a16="http://schemas.microsoft.com/office/drawing/2014/main" id="{EDDD767A-A769-63B9-DCDF-CC42D4FFCA91}"/>
              </a:ext>
            </a:extLst>
          </p:cNvPr>
          <p:cNvSpPr txBox="1"/>
          <p:nvPr/>
        </p:nvSpPr>
        <p:spPr>
          <a:xfrm>
            <a:off x="4656745" y="1056123"/>
            <a:ext cx="7122473" cy="2276672"/>
          </a:xfrm>
          <a:prstGeom prst="rect">
            <a:avLst/>
          </a:prstGeom>
          <a:noFill/>
        </p:spPr>
        <p:txBody>
          <a:bodyPr wrap="square" rtlCol="0">
            <a:noAutofit/>
          </a:bodyPr>
          <a:lstStyle/>
          <a:p>
            <a:pPr marL="285750" lvl="1" indent="-285750">
              <a:buFont typeface="Arial" panose="020B0604020202020204" pitchFamily="34" charset="0"/>
              <a:buChar char="•"/>
            </a:pPr>
            <a:r>
              <a:rPr lang="fr-FR" sz="1600" b="1" dirty="0">
                <a:latin typeface="Aptos" panose="020B0004020202020204" pitchFamily="34" charset="0"/>
              </a:rPr>
              <a:t>Protocole</a:t>
            </a:r>
            <a:r>
              <a:rPr lang="fr-FR" sz="1600" dirty="0">
                <a:latin typeface="Aptos" panose="020B0004020202020204" pitchFamily="34" charset="0"/>
              </a:rPr>
              <a:t> : </a:t>
            </a:r>
          </a:p>
          <a:p>
            <a:pPr marL="1200150" lvl="2" indent="-285750">
              <a:buFont typeface="Arial" panose="020B0604020202020204" pitchFamily="34" charset="0"/>
              <a:buChar char="•"/>
            </a:pPr>
            <a:r>
              <a:rPr lang="fr-FR" sz="1600" dirty="0">
                <a:latin typeface="Aptos" panose="020B0004020202020204" pitchFamily="34" charset="0"/>
              </a:rPr>
              <a:t>Séparation initiale étanche 80 % train / 20 % test (gelé)</a:t>
            </a:r>
          </a:p>
          <a:p>
            <a:pPr marL="1200150" lvl="2" indent="-285750">
              <a:buFont typeface="Arial" panose="020B0604020202020204" pitchFamily="34" charset="0"/>
              <a:buChar char="•"/>
            </a:pPr>
            <a:r>
              <a:rPr lang="fr-FR" sz="1600" dirty="0">
                <a:latin typeface="Aptos" panose="020B0004020202020204" pitchFamily="34" charset="0"/>
              </a:rPr>
              <a:t>Validation croisée </a:t>
            </a:r>
            <a:r>
              <a:rPr lang="fr-FR" sz="1600" dirty="0" err="1">
                <a:latin typeface="Aptos" panose="020B0004020202020204" pitchFamily="34" charset="0"/>
              </a:rPr>
              <a:t>StratifiedKFold</a:t>
            </a:r>
            <a:r>
              <a:rPr lang="fr-FR" sz="1600" dirty="0">
                <a:latin typeface="Aptos" panose="020B0004020202020204" pitchFamily="34" charset="0"/>
              </a:rPr>
              <a:t>(</a:t>
            </a:r>
            <a:r>
              <a:rPr lang="fr-FR" sz="1600" dirty="0" err="1">
                <a:latin typeface="Aptos" panose="020B0004020202020204" pitchFamily="34" charset="0"/>
              </a:rPr>
              <a:t>n_splits</a:t>
            </a:r>
            <a:r>
              <a:rPr lang="fr-FR" sz="1600" dirty="0">
                <a:latin typeface="Aptos" panose="020B0004020202020204" pitchFamily="34" charset="0"/>
              </a:rPr>
              <a:t>=5) sur le train</a:t>
            </a:r>
          </a:p>
          <a:p>
            <a:pPr marL="1200150" lvl="2" indent="-285750">
              <a:buFont typeface="Arial" panose="020B0604020202020204" pitchFamily="34" charset="0"/>
              <a:buChar char="•"/>
            </a:pPr>
            <a:endParaRPr lang="fr-FR" sz="700" dirty="0">
              <a:latin typeface="Aptos" panose="020B0004020202020204" pitchFamily="34" charset="0"/>
            </a:endParaRPr>
          </a:p>
          <a:p>
            <a:pPr marL="285750" lvl="1" indent="-285750">
              <a:buFont typeface="Arial" panose="020B0604020202020204" pitchFamily="34" charset="0"/>
              <a:buChar char="•"/>
            </a:pPr>
            <a:r>
              <a:rPr lang="fr-FR" sz="1600" b="1" dirty="0">
                <a:latin typeface="Aptos" panose="020B0004020202020204" pitchFamily="34" charset="0"/>
              </a:rPr>
              <a:t>Exploration systématique</a:t>
            </a:r>
            <a:r>
              <a:rPr lang="fr-FR" sz="1600" dirty="0">
                <a:latin typeface="Aptos" panose="020B0004020202020204" pitchFamily="34" charset="0"/>
              </a:rPr>
              <a:t> de 8 scénarios grâce à un pipeline utilisant des listes de variable paramétrables</a:t>
            </a:r>
          </a:p>
          <a:p>
            <a:pPr marL="0" lvl="1"/>
            <a:endParaRPr lang="fr-FR" sz="700" dirty="0">
              <a:latin typeface="Aptos" panose="020B0004020202020204" pitchFamily="34" charset="0"/>
            </a:endParaRPr>
          </a:p>
          <a:p>
            <a:pPr marL="285750" lvl="1" indent="-285750">
              <a:buFont typeface="Arial" panose="020B0604020202020204" pitchFamily="34" charset="0"/>
              <a:buChar char="•"/>
            </a:pPr>
            <a:r>
              <a:rPr lang="fr-FR" sz="1600" b="1" dirty="0">
                <a:latin typeface="Aptos" panose="020B0004020202020204" pitchFamily="34" charset="0"/>
              </a:rPr>
              <a:t>4 scénarios structurants </a:t>
            </a:r>
            <a:r>
              <a:rPr lang="fr-FR" sz="1600" dirty="0">
                <a:latin typeface="Aptos" panose="020B0004020202020204" pitchFamily="34" charset="0"/>
              </a:rPr>
              <a:t>définis dans le sujet + </a:t>
            </a:r>
            <a:r>
              <a:rPr lang="fr-FR" sz="1600" b="1" dirty="0">
                <a:latin typeface="Aptos" panose="020B0004020202020204" pitchFamily="34" charset="0"/>
              </a:rPr>
              <a:t>2 scénarios </a:t>
            </a:r>
            <a:r>
              <a:rPr lang="fr-FR" sz="1600" dirty="0">
                <a:latin typeface="Aptos" panose="020B0004020202020204" pitchFamily="34" charset="0"/>
              </a:rPr>
              <a:t>modifiant l’</a:t>
            </a:r>
            <a:r>
              <a:rPr lang="fr-FR" sz="1600" b="1" dirty="0">
                <a:latin typeface="Aptos" panose="020B0004020202020204" pitchFamily="34" charset="0"/>
              </a:rPr>
              <a:t>encodage</a:t>
            </a:r>
            <a:r>
              <a:rPr lang="fr-FR" sz="1600" dirty="0">
                <a:latin typeface="Aptos" panose="020B0004020202020204" pitchFamily="34" charset="0"/>
              </a:rPr>
              <a:t> d’une variable + </a:t>
            </a:r>
            <a:r>
              <a:rPr lang="fr-FR" sz="1600" b="1" dirty="0">
                <a:latin typeface="Aptos" panose="020B0004020202020204" pitchFamily="34" charset="0"/>
              </a:rPr>
              <a:t>2 scénarios</a:t>
            </a:r>
            <a:r>
              <a:rPr lang="fr-FR" sz="1600" dirty="0">
                <a:latin typeface="Aptos" panose="020B0004020202020204" pitchFamily="34" charset="0"/>
              </a:rPr>
              <a:t> évaluant </a:t>
            </a:r>
            <a:r>
              <a:rPr lang="fr-FR" sz="1600" b="1" dirty="0">
                <a:latin typeface="Aptos" panose="020B0004020202020204" pitchFamily="34" charset="0"/>
              </a:rPr>
              <a:t>l’influence</a:t>
            </a:r>
            <a:r>
              <a:rPr lang="fr-FR" sz="1600" dirty="0">
                <a:latin typeface="Aptos" panose="020B0004020202020204" pitchFamily="34" charset="0"/>
              </a:rPr>
              <a:t> de chaque </a:t>
            </a:r>
            <a:r>
              <a:rPr lang="fr-FR" sz="1600" b="1" dirty="0">
                <a:latin typeface="Aptos" panose="020B0004020202020204" pitchFamily="34" charset="0"/>
              </a:rPr>
              <a:t>variable sensible</a:t>
            </a:r>
          </a:p>
        </p:txBody>
      </p:sp>
      <p:sp>
        <p:nvSpPr>
          <p:cNvPr id="42" name="Rectangle 41">
            <a:extLst>
              <a:ext uri="{FF2B5EF4-FFF2-40B4-BE49-F238E27FC236}">
                <a16:creationId xmlns:a16="http://schemas.microsoft.com/office/drawing/2014/main" id="{3EF227AA-8271-09E6-EC02-5B9E3A67EE87}"/>
              </a:ext>
            </a:extLst>
          </p:cNvPr>
          <p:cNvSpPr/>
          <p:nvPr/>
        </p:nvSpPr>
        <p:spPr>
          <a:xfrm>
            <a:off x="1229781" y="1081480"/>
            <a:ext cx="1541951" cy="762941"/>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noAutofit/>
          </a:bodyPr>
          <a:lstStyle/>
          <a:p>
            <a:r>
              <a:rPr lang="en-IN" sz="1600" dirty="0">
                <a:solidFill>
                  <a:schemeClr val="accent1"/>
                </a:solidFill>
                <a:latin typeface="+mj-lt"/>
              </a:rPr>
              <a:t>S1</a:t>
            </a:r>
          </a:p>
          <a:p>
            <a:r>
              <a:rPr lang="fr-FR" sz="1400" dirty="0">
                <a:solidFill>
                  <a:schemeClr val="accent3"/>
                </a:solidFill>
                <a:latin typeface="Aptos" panose="020B0004020202020204" pitchFamily="34" charset="0"/>
              </a:rPr>
              <a:t>Baseline complète TF-IDF</a:t>
            </a:r>
            <a:endParaRPr lang="en-IN" sz="1600" dirty="0">
              <a:solidFill>
                <a:schemeClr val="accent3"/>
              </a:solidFill>
            </a:endParaRPr>
          </a:p>
        </p:txBody>
      </p:sp>
      <p:sp>
        <p:nvSpPr>
          <p:cNvPr id="43" name="Rectangle 42">
            <a:extLst>
              <a:ext uri="{FF2B5EF4-FFF2-40B4-BE49-F238E27FC236}">
                <a16:creationId xmlns:a16="http://schemas.microsoft.com/office/drawing/2014/main" id="{6E87D019-9F80-3575-294D-E590193B74F6}"/>
              </a:ext>
            </a:extLst>
          </p:cNvPr>
          <p:cNvSpPr/>
          <p:nvPr/>
        </p:nvSpPr>
        <p:spPr>
          <a:xfrm>
            <a:off x="1255073" y="1891932"/>
            <a:ext cx="1313071" cy="658469"/>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noAutofit/>
          </a:bodyPr>
          <a:lstStyle/>
          <a:p>
            <a:r>
              <a:rPr lang="en-IN" sz="1600" dirty="0">
                <a:solidFill>
                  <a:schemeClr val="accent2"/>
                </a:solidFill>
                <a:latin typeface="+mj-lt"/>
              </a:rPr>
              <a:t>S2</a:t>
            </a:r>
          </a:p>
          <a:p>
            <a:r>
              <a:rPr lang="fr-FR" sz="1400" dirty="0">
                <a:solidFill>
                  <a:schemeClr val="accent3"/>
                </a:solidFill>
                <a:latin typeface="Aptos" panose="020B0004020202020204" pitchFamily="34" charset="0"/>
              </a:rPr>
              <a:t>Sans variable sensible</a:t>
            </a:r>
            <a:endParaRPr lang="en-IN" sz="1400" dirty="0">
              <a:solidFill>
                <a:schemeClr val="accent3"/>
              </a:solidFill>
            </a:endParaRPr>
          </a:p>
        </p:txBody>
      </p:sp>
      <p:sp>
        <p:nvSpPr>
          <p:cNvPr id="44" name="Rectangle 43">
            <a:extLst>
              <a:ext uri="{FF2B5EF4-FFF2-40B4-BE49-F238E27FC236}">
                <a16:creationId xmlns:a16="http://schemas.microsoft.com/office/drawing/2014/main" id="{FFA1CA2C-0796-F81D-2254-3A635699894E}"/>
              </a:ext>
            </a:extLst>
          </p:cNvPr>
          <p:cNvSpPr/>
          <p:nvPr/>
        </p:nvSpPr>
        <p:spPr>
          <a:xfrm>
            <a:off x="1241343" y="2697504"/>
            <a:ext cx="1200000" cy="60283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noAutofit/>
          </a:bodyPr>
          <a:lstStyle/>
          <a:p>
            <a:r>
              <a:rPr lang="en-IN" sz="1600" dirty="0">
                <a:solidFill>
                  <a:schemeClr val="accent3"/>
                </a:solidFill>
                <a:latin typeface="+mj-lt"/>
              </a:rPr>
              <a:t>S3</a:t>
            </a:r>
          </a:p>
          <a:p>
            <a:r>
              <a:rPr lang="fr-FR" sz="1400" dirty="0">
                <a:solidFill>
                  <a:schemeClr val="accent3"/>
                </a:solidFill>
                <a:latin typeface="Aptos" panose="020B0004020202020204" pitchFamily="34" charset="0"/>
              </a:rPr>
              <a:t>Texte seul</a:t>
            </a:r>
            <a:endParaRPr lang="en-IN" sz="1400" dirty="0">
              <a:solidFill>
                <a:schemeClr val="accent3"/>
              </a:solidFill>
            </a:endParaRPr>
          </a:p>
        </p:txBody>
      </p:sp>
      <p:sp>
        <p:nvSpPr>
          <p:cNvPr id="45" name="Rectangle 44">
            <a:extLst>
              <a:ext uri="{FF2B5EF4-FFF2-40B4-BE49-F238E27FC236}">
                <a16:creationId xmlns:a16="http://schemas.microsoft.com/office/drawing/2014/main" id="{2C2CC6B1-AE5C-C73D-32B0-42F1C5C336F5}"/>
              </a:ext>
            </a:extLst>
          </p:cNvPr>
          <p:cNvSpPr/>
          <p:nvPr/>
        </p:nvSpPr>
        <p:spPr>
          <a:xfrm>
            <a:off x="3593641" y="1069045"/>
            <a:ext cx="1090384" cy="665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noAutofit/>
          </a:bodyPr>
          <a:lstStyle/>
          <a:p>
            <a:r>
              <a:rPr lang="en-IN" sz="1600" dirty="0">
                <a:solidFill>
                  <a:schemeClr val="accent6"/>
                </a:solidFill>
                <a:latin typeface="+mj-lt"/>
              </a:rPr>
              <a:t>S5</a:t>
            </a:r>
          </a:p>
          <a:p>
            <a:r>
              <a:rPr lang="fr-FR" sz="1400" dirty="0">
                <a:solidFill>
                  <a:schemeClr val="accent3"/>
                </a:solidFill>
                <a:latin typeface="Aptos" panose="020B0004020202020204" pitchFamily="34" charset="0"/>
              </a:rPr>
              <a:t>Texte en catégorielle</a:t>
            </a:r>
            <a:endParaRPr lang="en-IN" sz="1400" dirty="0">
              <a:solidFill>
                <a:schemeClr val="accent3"/>
              </a:solidFill>
            </a:endParaRPr>
          </a:p>
        </p:txBody>
      </p:sp>
      <p:sp>
        <p:nvSpPr>
          <p:cNvPr id="46" name="Rectangle 45">
            <a:extLst>
              <a:ext uri="{FF2B5EF4-FFF2-40B4-BE49-F238E27FC236}">
                <a16:creationId xmlns:a16="http://schemas.microsoft.com/office/drawing/2014/main" id="{C10EECFE-02F4-6AE5-6B4A-DC329B4AB3C6}"/>
              </a:ext>
            </a:extLst>
          </p:cNvPr>
          <p:cNvSpPr/>
          <p:nvPr/>
        </p:nvSpPr>
        <p:spPr>
          <a:xfrm>
            <a:off x="3604025" y="1863818"/>
            <a:ext cx="1080000" cy="706039"/>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noAutofit/>
          </a:bodyPr>
          <a:lstStyle/>
          <a:p>
            <a:r>
              <a:rPr lang="en-IN" sz="1600" dirty="0">
                <a:solidFill>
                  <a:schemeClr val="accent4"/>
                </a:solidFill>
                <a:latin typeface="+mj-lt"/>
              </a:rPr>
              <a:t>S6</a:t>
            </a:r>
          </a:p>
          <a:p>
            <a:r>
              <a:rPr lang="fr-FR" sz="1400" dirty="0">
                <a:solidFill>
                  <a:schemeClr val="accent3"/>
                </a:solidFill>
                <a:latin typeface="Aptos" panose="020B0004020202020204" pitchFamily="34" charset="0"/>
              </a:rPr>
              <a:t>Diplôme ordinal</a:t>
            </a:r>
            <a:endParaRPr lang="en-IN" sz="1400" dirty="0">
              <a:solidFill>
                <a:schemeClr val="accent3"/>
              </a:solidFill>
            </a:endParaRPr>
          </a:p>
        </p:txBody>
      </p:sp>
      <p:sp>
        <p:nvSpPr>
          <p:cNvPr id="47" name="Rectangle 46">
            <a:extLst>
              <a:ext uri="{FF2B5EF4-FFF2-40B4-BE49-F238E27FC236}">
                <a16:creationId xmlns:a16="http://schemas.microsoft.com/office/drawing/2014/main" id="{0A2F0E80-3F74-C743-E341-B10BB7DF2B8F}"/>
              </a:ext>
            </a:extLst>
          </p:cNvPr>
          <p:cNvSpPr/>
          <p:nvPr/>
        </p:nvSpPr>
        <p:spPr>
          <a:xfrm>
            <a:off x="3635225" y="3495496"/>
            <a:ext cx="1015788" cy="723841"/>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noAutofit/>
          </a:bodyPr>
          <a:lstStyle/>
          <a:p>
            <a:r>
              <a:rPr lang="en-IN" sz="1600" dirty="0">
                <a:solidFill>
                  <a:schemeClr val="accent5"/>
                </a:solidFill>
                <a:latin typeface="+mj-lt"/>
              </a:rPr>
              <a:t>S8</a:t>
            </a:r>
          </a:p>
          <a:p>
            <a:r>
              <a:rPr lang="en-IN" sz="1400" dirty="0">
                <a:solidFill>
                  <a:schemeClr val="accent3"/>
                </a:solidFill>
                <a:latin typeface="Aptos" panose="020B0004020202020204" pitchFamily="34" charset="0"/>
              </a:rPr>
              <a:t>Ablation</a:t>
            </a:r>
          </a:p>
          <a:p>
            <a:r>
              <a:rPr lang="fr-FR" sz="1400" noProof="0" dirty="0">
                <a:solidFill>
                  <a:schemeClr val="accent3"/>
                </a:solidFill>
                <a:latin typeface="Aptos" panose="020B0004020202020204" pitchFamily="34" charset="0"/>
              </a:rPr>
              <a:t>nationalité</a:t>
            </a:r>
          </a:p>
        </p:txBody>
      </p:sp>
      <p:sp>
        <p:nvSpPr>
          <p:cNvPr id="48" name="Slide Number Placeholder 3">
            <a:extLst>
              <a:ext uri="{FF2B5EF4-FFF2-40B4-BE49-F238E27FC236}">
                <a16:creationId xmlns:a16="http://schemas.microsoft.com/office/drawing/2014/main" id="{928084AE-E687-3C53-EE3E-3944EB285340}"/>
              </a:ext>
            </a:extLst>
          </p:cNvPr>
          <p:cNvSpPr txBox="1">
            <a:spLocks/>
          </p:cNvSpPr>
          <p:nvPr/>
        </p:nvSpPr>
        <p:spPr>
          <a:xfrm>
            <a:off x="428625" y="6357908"/>
            <a:ext cx="95613" cy="307777"/>
          </a:xfrm>
          <a:prstGeom prst="rect">
            <a:avLst/>
          </a:prstGeom>
        </p:spPr>
        <p:txBody>
          <a:bodyPr vert="horz" wrap="square" lIns="0" tIns="0" rIns="0" bIns="0" rtlCol="0" anchor="ctr">
            <a:spAutoFit/>
          </a:bodyPr>
          <a:lstStyle>
            <a:defPPr>
              <a:defRPr lang="en-US"/>
            </a:defPPr>
            <a:lvl1pPr marL="0" algn="l" defTabSz="914400" rtl="0" eaLnBrk="1" latinLnBrk="0" hangingPunct="1">
              <a:defRPr sz="1000" kern="1200">
                <a:solidFill>
                  <a:schemeClr val="accent3"/>
                </a:solidFill>
                <a:latin typeface="+mn-lt"/>
                <a:ea typeface="Verdana" pitchFamily="34" charset="0"/>
                <a:cs typeface="Raleway Medium"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F489CC-3B7A-4DA5-A8C0-4984788D0EC5}" type="slidenum">
              <a:rPr lang="nl-NL" smtClean="0"/>
              <a:pPr/>
              <a:t>9</a:t>
            </a:fld>
            <a:endParaRPr lang="nl-NL" dirty="0"/>
          </a:p>
        </p:txBody>
      </p:sp>
      <p:sp>
        <p:nvSpPr>
          <p:cNvPr id="49" name="ZoneTexte 48">
            <a:extLst>
              <a:ext uri="{FF2B5EF4-FFF2-40B4-BE49-F238E27FC236}">
                <a16:creationId xmlns:a16="http://schemas.microsoft.com/office/drawing/2014/main" id="{E92F5788-CE8D-F39F-0A71-C168BF309C36}"/>
              </a:ext>
            </a:extLst>
          </p:cNvPr>
          <p:cNvSpPr txBox="1"/>
          <p:nvPr/>
        </p:nvSpPr>
        <p:spPr>
          <a:xfrm flipV="1">
            <a:off x="3608961" y="5093862"/>
            <a:ext cx="45719" cy="45719"/>
          </a:xfrm>
          <a:prstGeom prst="rect">
            <a:avLst/>
          </a:prstGeom>
          <a:noFill/>
        </p:spPr>
        <p:txBody>
          <a:bodyPr wrap="none" rtlCol="0">
            <a:noAutofit/>
          </a:bodyPr>
          <a:lstStyle/>
          <a:p>
            <a:pPr algn="l"/>
            <a:endParaRPr lang="fr-FR" dirty="0" err="1">
              <a:solidFill>
                <a:schemeClr val="accent3"/>
              </a:solidFill>
            </a:endParaRPr>
          </a:p>
        </p:txBody>
      </p:sp>
      <p:sp>
        <p:nvSpPr>
          <p:cNvPr id="50" name="Rectangle 49">
            <a:extLst>
              <a:ext uri="{FF2B5EF4-FFF2-40B4-BE49-F238E27FC236}">
                <a16:creationId xmlns:a16="http://schemas.microsoft.com/office/drawing/2014/main" id="{16496E82-3B53-1ED3-749D-00168B5ABCAE}"/>
              </a:ext>
            </a:extLst>
          </p:cNvPr>
          <p:cNvSpPr/>
          <p:nvPr/>
        </p:nvSpPr>
        <p:spPr>
          <a:xfrm>
            <a:off x="1266916" y="3492374"/>
            <a:ext cx="1119000" cy="68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noAutofit/>
          </a:bodyPr>
          <a:lstStyle/>
          <a:p>
            <a:r>
              <a:rPr lang="en-IN" sz="1600" dirty="0">
                <a:solidFill>
                  <a:schemeClr val="accent2"/>
                </a:solidFill>
                <a:latin typeface="+mj-lt"/>
              </a:rPr>
              <a:t>S4</a:t>
            </a:r>
          </a:p>
          <a:p>
            <a:r>
              <a:rPr lang="fr-FR" sz="1400" dirty="0">
                <a:solidFill>
                  <a:schemeClr val="accent3"/>
                </a:solidFill>
                <a:latin typeface="Aptos" panose="020B0004020202020204" pitchFamily="34" charset="0"/>
              </a:rPr>
              <a:t>Tabulaire seul</a:t>
            </a:r>
            <a:endParaRPr lang="en-IN" sz="1400" dirty="0">
              <a:solidFill>
                <a:schemeClr val="accent3"/>
              </a:solidFill>
            </a:endParaRPr>
          </a:p>
        </p:txBody>
      </p:sp>
      <p:sp>
        <p:nvSpPr>
          <p:cNvPr id="51" name="Rectangle 50">
            <a:extLst>
              <a:ext uri="{FF2B5EF4-FFF2-40B4-BE49-F238E27FC236}">
                <a16:creationId xmlns:a16="http://schemas.microsoft.com/office/drawing/2014/main" id="{2C6DD027-62DF-0E61-E0DB-FB78AA3CDC2D}"/>
              </a:ext>
            </a:extLst>
          </p:cNvPr>
          <p:cNvSpPr/>
          <p:nvPr/>
        </p:nvSpPr>
        <p:spPr>
          <a:xfrm>
            <a:off x="3635331" y="2670389"/>
            <a:ext cx="1048694" cy="69211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noAutofit/>
          </a:bodyPr>
          <a:lstStyle/>
          <a:p>
            <a:r>
              <a:rPr lang="en-IN" sz="1600" dirty="0">
                <a:solidFill>
                  <a:schemeClr val="accent6"/>
                </a:solidFill>
                <a:latin typeface="+mj-lt"/>
              </a:rPr>
              <a:t>S7</a:t>
            </a:r>
          </a:p>
          <a:p>
            <a:r>
              <a:rPr lang="fr-FR" sz="1400" dirty="0">
                <a:solidFill>
                  <a:schemeClr val="accent3"/>
                </a:solidFill>
                <a:latin typeface="Aptos" panose="020B0004020202020204" pitchFamily="34" charset="0"/>
              </a:rPr>
              <a:t>Ablation âge</a:t>
            </a:r>
            <a:endParaRPr lang="en-IN" sz="1400" dirty="0">
              <a:solidFill>
                <a:schemeClr val="accent3"/>
              </a:solidFill>
            </a:endParaRPr>
          </a:p>
        </p:txBody>
      </p:sp>
      <p:sp>
        <p:nvSpPr>
          <p:cNvPr id="54" name="ZoneTexte 53">
            <a:extLst>
              <a:ext uri="{FF2B5EF4-FFF2-40B4-BE49-F238E27FC236}">
                <a16:creationId xmlns:a16="http://schemas.microsoft.com/office/drawing/2014/main" id="{982E1DBA-4A9D-EA7E-4B02-96E519018594}"/>
              </a:ext>
            </a:extLst>
          </p:cNvPr>
          <p:cNvSpPr txBox="1"/>
          <p:nvPr/>
        </p:nvSpPr>
        <p:spPr>
          <a:xfrm>
            <a:off x="8102807" y="3433244"/>
            <a:ext cx="340802" cy="369332"/>
          </a:xfrm>
          <a:prstGeom prst="rect">
            <a:avLst/>
          </a:prstGeom>
          <a:noFill/>
        </p:spPr>
        <p:txBody>
          <a:bodyPr wrap="square">
            <a:spAutoFit/>
          </a:bodyPr>
          <a:lstStyle/>
          <a:p>
            <a:pPr marR="0" lvl="0" algn="l">
              <a:spcBef>
                <a:spcPts val="300"/>
              </a:spcBef>
              <a:spcAft>
                <a:spcPts val="300"/>
              </a:spcAft>
            </a:pPr>
            <a:r>
              <a:rPr lang="fr-FR" b="1" i="0" dirty="0">
                <a:solidFill>
                  <a:schemeClr val="accent3"/>
                </a:solidFill>
                <a:effectLst/>
                <a:latin typeface="Aptos" panose="020B0004020202020204" pitchFamily="34" charset="0"/>
              </a:rPr>
              <a:t>X</a:t>
            </a:r>
          </a:p>
        </p:txBody>
      </p:sp>
      <p:sp>
        <p:nvSpPr>
          <p:cNvPr id="57" name="ZoneTexte 56">
            <a:extLst>
              <a:ext uri="{FF2B5EF4-FFF2-40B4-BE49-F238E27FC236}">
                <a16:creationId xmlns:a16="http://schemas.microsoft.com/office/drawing/2014/main" id="{1120DAD1-A990-A011-3E8D-589B0E1D9ECC}"/>
              </a:ext>
            </a:extLst>
          </p:cNvPr>
          <p:cNvSpPr txBox="1"/>
          <p:nvPr/>
        </p:nvSpPr>
        <p:spPr>
          <a:xfrm>
            <a:off x="4651012" y="4017445"/>
            <a:ext cx="7195259" cy="2276673"/>
          </a:xfrm>
          <a:prstGeom prst="rect">
            <a:avLst/>
          </a:prstGeom>
          <a:noFill/>
        </p:spPr>
        <p:txBody>
          <a:bodyPr wrap="square" rtlCol="0">
            <a:noAutofit/>
          </a:bodyPr>
          <a:lstStyle/>
          <a:p>
            <a:pPr marL="342900" indent="-342900">
              <a:spcBef>
                <a:spcPts val="300"/>
              </a:spcBef>
              <a:spcAft>
                <a:spcPts val="300"/>
              </a:spcAft>
              <a:buFont typeface="Arial" panose="020B0604020202020204" pitchFamily="34" charset="0"/>
              <a:buChar char="•"/>
            </a:pPr>
            <a:r>
              <a:rPr lang="fr-FR" sz="1600" b="1" dirty="0">
                <a:latin typeface="Aptos" panose="020B0004020202020204" pitchFamily="34" charset="0"/>
              </a:rPr>
              <a:t>Régression Logistique : </a:t>
            </a:r>
            <a:r>
              <a:rPr lang="fr-FR" sz="1500" i="1" dirty="0">
                <a:latin typeface="Aptos" panose="020B0004020202020204" pitchFamily="34" charset="0"/>
              </a:rPr>
              <a:t>modèle linéaire de référence simple, rapide et explicable</a:t>
            </a:r>
          </a:p>
          <a:p>
            <a:pPr marL="342900" indent="-342900">
              <a:spcBef>
                <a:spcPts val="300"/>
              </a:spcBef>
              <a:spcAft>
                <a:spcPts val="300"/>
              </a:spcAft>
              <a:buFont typeface="Arial" panose="020B0604020202020204" pitchFamily="34" charset="0"/>
              <a:buChar char="•"/>
            </a:pPr>
            <a:r>
              <a:rPr lang="fr-FR" sz="1600" b="1" dirty="0">
                <a:latin typeface="Aptos" panose="020B0004020202020204" pitchFamily="34" charset="0"/>
              </a:rPr>
              <a:t>Random Forest : </a:t>
            </a:r>
            <a:r>
              <a:rPr lang="fr-FR" sz="1500" i="1" dirty="0">
                <a:latin typeface="Aptos" panose="020B0004020202020204" pitchFamily="34" charset="0"/>
              </a:rPr>
              <a:t>Forêt d’arbres en parallèle. Faible variance, robuste au bruit, capture naturellement les non-linéarités et interactions</a:t>
            </a:r>
          </a:p>
          <a:p>
            <a:pPr marL="342900" indent="-342900">
              <a:spcBef>
                <a:spcPts val="300"/>
              </a:spcBef>
              <a:spcAft>
                <a:spcPts val="300"/>
              </a:spcAft>
              <a:buFont typeface="Arial" panose="020B0604020202020204" pitchFamily="34" charset="0"/>
              <a:buChar char="•"/>
            </a:pPr>
            <a:r>
              <a:rPr lang="fr-FR" sz="1600" b="1" dirty="0" err="1">
                <a:latin typeface="Aptos" panose="020B0004020202020204" pitchFamily="34" charset="0"/>
              </a:rPr>
              <a:t>XGBoost</a:t>
            </a:r>
            <a:r>
              <a:rPr lang="fr-FR" sz="1600" b="1" dirty="0">
                <a:latin typeface="Aptos" panose="020B0004020202020204" pitchFamily="34" charset="0"/>
              </a:rPr>
              <a:t> : </a:t>
            </a:r>
            <a:r>
              <a:rPr lang="fr-FR" sz="1500" i="1" dirty="0" err="1">
                <a:latin typeface="Aptos" panose="020B0004020202020204" pitchFamily="34" charset="0"/>
              </a:rPr>
              <a:t>Boosting</a:t>
            </a:r>
            <a:r>
              <a:rPr lang="fr-FR" sz="1500" i="1" dirty="0">
                <a:latin typeface="Aptos" panose="020B0004020202020204" pitchFamily="34" charset="0"/>
              </a:rPr>
              <a:t> d'arbres par niveau (</a:t>
            </a:r>
            <a:r>
              <a:rPr lang="fr-FR" sz="1500" i="1" dirty="0" err="1">
                <a:latin typeface="Aptos" panose="020B0004020202020204" pitchFamily="34" charset="0"/>
              </a:rPr>
              <a:t>level-wise</a:t>
            </a:r>
            <a:r>
              <a:rPr lang="fr-FR" sz="1500" i="1" dirty="0">
                <a:latin typeface="Aptos" panose="020B0004020202020204" pitchFamily="34" charset="0"/>
              </a:rPr>
              <a:t>).  Robuste et progressif, mais calculs plus lourds.</a:t>
            </a:r>
          </a:p>
          <a:p>
            <a:pPr marL="342900" indent="-342900">
              <a:spcBef>
                <a:spcPts val="300"/>
              </a:spcBef>
              <a:spcAft>
                <a:spcPts val="300"/>
              </a:spcAft>
              <a:buFont typeface="Arial" panose="020B0604020202020204" pitchFamily="34" charset="0"/>
              <a:buChar char="•"/>
            </a:pPr>
            <a:r>
              <a:rPr lang="fr-FR" sz="1600" b="1" dirty="0" err="1">
                <a:latin typeface="Aptos" panose="020B0004020202020204" pitchFamily="34" charset="0"/>
              </a:rPr>
              <a:t>LightGBM</a:t>
            </a:r>
            <a:r>
              <a:rPr lang="fr-FR" sz="1600" b="1" dirty="0">
                <a:latin typeface="Aptos" panose="020B0004020202020204" pitchFamily="34" charset="0"/>
              </a:rPr>
              <a:t> : </a:t>
            </a:r>
            <a:r>
              <a:rPr lang="fr-FR" sz="1500" i="1" dirty="0" err="1">
                <a:latin typeface="Aptos" panose="020B0004020202020204" pitchFamily="34" charset="0"/>
              </a:rPr>
              <a:t>Boosting</a:t>
            </a:r>
            <a:r>
              <a:rPr lang="fr-FR" sz="1500" i="1" dirty="0">
                <a:latin typeface="Aptos" panose="020B0004020202020204" pitchFamily="34" charset="0"/>
              </a:rPr>
              <a:t> d'arbres par feuille (</a:t>
            </a:r>
            <a:r>
              <a:rPr lang="fr-FR" sz="1500" i="1" dirty="0" err="1">
                <a:latin typeface="Aptos" panose="020B0004020202020204" pitchFamily="34" charset="0"/>
              </a:rPr>
              <a:t>leaf-wise</a:t>
            </a:r>
            <a:r>
              <a:rPr lang="fr-FR" sz="1500" i="1" dirty="0">
                <a:latin typeface="Aptos" panose="020B0004020202020204" pitchFamily="34" charset="0"/>
              </a:rPr>
              <a:t>). Très rapide sur CPU, grande efficacité sur données mixtes (numériques + catégorielles à cardinalité modérée)</a:t>
            </a:r>
            <a:endParaRPr lang="fr-FR" sz="1500" i="1" dirty="0">
              <a:solidFill>
                <a:schemeClr val="accent3"/>
              </a:solidFill>
            </a:endParaRPr>
          </a:p>
        </p:txBody>
      </p:sp>
      <p:sp>
        <p:nvSpPr>
          <p:cNvPr id="59" name="ZoneTexte 58">
            <a:extLst>
              <a:ext uri="{FF2B5EF4-FFF2-40B4-BE49-F238E27FC236}">
                <a16:creationId xmlns:a16="http://schemas.microsoft.com/office/drawing/2014/main" id="{03EA6CB1-1036-F16C-0CE5-D9389885EDC6}"/>
              </a:ext>
            </a:extLst>
          </p:cNvPr>
          <p:cNvSpPr txBox="1"/>
          <p:nvPr/>
        </p:nvSpPr>
        <p:spPr>
          <a:xfrm>
            <a:off x="2300964" y="4248239"/>
            <a:ext cx="364456" cy="369332"/>
          </a:xfrm>
          <a:prstGeom prst="rect">
            <a:avLst/>
          </a:prstGeom>
          <a:noFill/>
        </p:spPr>
        <p:txBody>
          <a:bodyPr wrap="square">
            <a:spAutoFit/>
          </a:bodyPr>
          <a:lstStyle/>
          <a:p>
            <a:pPr marR="0" lvl="0" algn="l">
              <a:spcBef>
                <a:spcPts val="300"/>
              </a:spcBef>
              <a:spcAft>
                <a:spcPts val="300"/>
              </a:spcAft>
            </a:pPr>
            <a:r>
              <a:rPr lang="fr-FR" b="1" i="0" dirty="0">
                <a:solidFill>
                  <a:schemeClr val="accent3"/>
                </a:solidFill>
                <a:effectLst/>
                <a:latin typeface="Aptos" panose="020B0004020202020204" pitchFamily="34" charset="0"/>
              </a:rPr>
              <a:t>X</a:t>
            </a:r>
          </a:p>
        </p:txBody>
      </p:sp>
      <p:sp>
        <p:nvSpPr>
          <p:cNvPr id="64" name="Rectangle 63">
            <a:extLst>
              <a:ext uri="{FF2B5EF4-FFF2-40B4-BE49-F238E27FC236}">
                <a16:creationId xmlns:a16="http://schemas.microsoft.com/office/drawing/2014/main" id="{3D8B9946-73EA-9886-E0EC-102F99F12A50}"/>
              </a:ext>
            </a:extLst>
          </p:cNvPr>
          <p:cNvSpPr/>
          <p:nvPr/>
        </p:nvSpPr>
        <p:spPr>
          <a:xfrm>
            <a:off x="1266916" y="4671021"/>
            <a:ext cx="1541951" cy="762941"/>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noAutofit/>
          </a:bodyPr>
          <a:lstStyle/>
          <a:p>
            <a:r>
              <a:rPr lang="en-IN" sz="1600" dirty="0">
                <a:solidFill>
                  <a:schemeClr val="accent1"/>
                </a:solidFill>
                <a:latin typeface="+mj-lt"/>
              </a:rPr>
              <a:t>M1</a:t>
            </a:r>
          </a:p>
          <a:p>
            <a:r>
              <a:rPr lang="fr-FR" sz="1400" dirty="0">
                <a:solidFill>
                  <a:schemeClr val="accent3"/>
                </a:solidFill>
                <a:latin typeface="Aptos" panose="020B0004020202020204" pitchFamily="34" charset="0"/>
              </a:rPr>
              <a:t>Régression Logistique</a:t>
            </a:r>
            <a:endParaRPr lang="en-IN" sz="1600" dirty="0">
              <a:solidFill>
                <a:schemeClr val="accent3"/>
              </a:solidFill>
            </a:endParaRPr>
          </a:p>
        </p:txBody>
      </p:sp>
      <p:sp>
        <p:nvSpPr>
          <p:cNvPr id="68" name="Rectangle 67">
            <a:extLst>
              <a:ext uri="{FF2B5EF4-FFF2-40B4-BE49-F238E27FC236}">
                <a16:creationId xmlns:a16="http://schemas.microsoft.com/office/drawing/2014/main" id="{65E265EA-0460-B207-D7E6-D3126ED2BE0C}"/>
              </a:ext>
            </a:extLst>
          </p:cNvPr>
          <p:cNvSpPr/>
          <p:nvPr/>
        </p:nvSpPr>
        <p:spPr>
          <a:xfrm>
            <a:off x="1266917" y="5472031"/>
            <a:ext cx="936772" cy="658469"/>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noAutofit/>
          </a:bodyPr>
          <a:lstStyle/>
          <a:p>
            <a:r>
              <a:rPr lang="en-IN" sz="1600" dirty="0">
                <a:solidFill>
                  <a:schemeClr val="accent2"/>
                </a:solidFill>
                <a:latin typeface="+mj-lt"/>
              </a:rPr>
              <a:t>M2</a:t>
            </a:r>
          </a:p>
          <a:p>
            <a:r>
              <a:rPr lang="fr-FR" sz="1400" dirty="0">
                <a:solidFill>
                  <a:schemeClr val="accent3"/>
                </a:solidFill>
                <a:latin typeface="Aptos" panose="020B0004020202020204" pitchFamily="34" charset="0"/>
              </a:rPr>
              <a:t>Random Forest</a:t>
            </a:r>
            <a:endParaRPr lang="en-IN" sz="1400" dirty="0">
              <a:solidFill>
                <a:schemeClr val="accent3"/>
              </a:solidFill>
            </a:endParaRPr>
          </a:p>
        </p:txBody>
      </p:sp>
      <p:sp>
        <p:nvSpPr>
          <p:cNvPr id="75" name="Rectangle 74">
            <a:extLst>
              <a:ext uri="{FF2B5EF4-FFF2-40B4-BE49-F238E27FC236}">
                <a16:creationId xmlns:a16="http://schemas.microsoft.com/office/drawing/2014/main" id="{15F1BB5A-B510-B254-44C6-254FBC4F1D28}"/>
              </a:ext>
            </a:extLst>
          </p:cNvPr>
          <p:cNvSpPr/>
          <p:nvPr/>
        </p:nvSpPr>
        <p:spPr>
          <a:xfrm>
            <a:off x="3597200" y="4681498"/>
            <a:ext cx="1090384" cy="665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noAutofit/>
          </a:bodyPr>
          <a:lstStyle/>
          <a:p>
            <a:r>
              <a:rPr lang="en-IN" sz="1600" dirty="0">
                <a:solidFill>
                  <a:schemeClr val="accent6"/>
                </a:solidFill>
                <a:latin typeface="+mj-lt"/>
              </a:rPr>
              <a:t>M3</a:t>
            </a:r>
          </a:p>
          <a:p>
            <a:r>
              <a:rPr lang="fr-FR" sz="1400" dirty="0" err="1">
                <a:solidFill>
                  <a:schemeClr val="accent3"/>
                </a:solidFill>
                <a:latin typeface="Aptos" panose="020B0004020202020204" pitchFamily="34" charset="0"/>
              </a:rPr>
              <a:t>XGBoost</a:t>
            </a:r>
            <a:endParaRPr lang="en-IN" sz="1400" dirty="0">
              <a:solidFill>
                <a:schemeClr val="accent3"/>
              </a:solidFill>
            </a:endParaRPr>
          </a:p>
        </p:txBody>
      </p:sp>
      <p:sp>
        <p:nvSpPr>
          <p:cNvPr id="76" name="Rectangle 75">
            <a:extLst>
              <a:ext uri="{FF2B5EF4-FFF2-40B4-BE49-F238E27FC236}">
                <a16:creationId xmlns:a16="http://schemas.microsoft.com/office/drawing/2014/main" id="{FF2CE675-153D-2405-99EE-6027C4E3DC7D}"/>
              </a:ext>
            </a:extLst>
          </p:cNvPr>
          <p:cNvSpPr/>
          <p:nvPr/>
        </p:nvSpPr>
        <p:spPr>
          <a:xfrm>
            <a:off x="3607584" y="5466442"/>
            <a:ext cx="1080000" cy="706039"/>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tIns="0" rtlCol="0" anchor="t" anchorCtr="0">
            <a:noAutofit/>
          </a:bodyPr>
          <a:lstStyle/>
          <a:p>
            <a:r>
              <a:rPr lang="en-IN" sz="1600" dirty="0">
                <a:solidFill>
                  <a:schemeClr val="accent4"/>
                </a:solidFill>
                <a:latin typeface="+mj-lt"/>
              </a:rPr>
              <a:t>M4</a:t>
            </a:r>
          </a:p>
          <a:p>
            <a:r>
              <a:rPr lang="fr-FR" sz="1400" dirty="0" err="1">
                <a:solidFill>
                  <a:schemeClr val="accent3"/>
                </a:solidFill>
                <a:latin typeface="Aptos" panose="020B0004020202020204" pitchFamily="34" charset="0"/>
              </a:rPr>
              <a:t>LightGBM</a:t>
            </a:r>
            <a:endParaRPr lang="en-IN" sz="1400" dirty="0">
              <a:solidFill>
                <a:schemeClr val="accent3"/>
              </a:solidFill>
            </a:endParaRPr>
          </a:p>
        </p:txBody>
      </p:sp>
      <p:grpSp>
        <p:nvGrpSpPr>
          <p:cNvPr id="283" name="Groupe 282">
            <a:extLst>
              <a:ext uri="{FF2B5EF4-FFF2-40B4-BE49-F238E27FC236}">
                <a16:creationId xmlns:a16="http://schemas.microsoft.com/office/drawing/2014/main" id="{4ECF2313-86CB-8111-7069-6A3035591DD4}"/>
              </a:ext>
            </a:extLst>
          </p:cNvPr>
          <p:cNvGrpSpPr>
            <a:grpSpLocks noChangeAspect="1"/>
          </p:cNvGrpSpPr>
          <p:nvPr/>
        </p:nvGrpSpPr>
        <p:grpSpPr>
          <a:xfrm>
            <a:off x="425451" y="1069044"/>
            <a:ext cx="800000" cy="720000"/>
            <a:chOff x="425451" y="1069044"/>
            <a:chExt cx="760000" cy="684000"/>
          </a:xfrm>
        </p:grpSpPr>
        <p:sp>
          <p:nvSpPr>
            <p:cNvPr id="7" name="TextBox 4">
              <a:extLst>
                <a:ext uri="{FF2B5EF4-FFF2-40B4-BE49-F238E27FC236}">
                  <a16:creationId xmlns:a16="http://schemas.microsoft.com/office/drawing/2014/main" id="{719B7068-6B33-6FDE-769B-EB2865021F64}"/>
                </a:ext>
                <a:ext uri="{C183D7F6-B498-43B3-948B-1728B52AA6E4}">
                  <adec:decorative xmlns:adec="http://schemas.microsoft.com/office/drawing/2017/decorative" val="1"/>
                </a:ext>
              </a:extLst>
            </p:cNvPr>
            <p:cNvSpPr txBox="1"/>
            <p:nvPr/>
          </p:nvSpPr>
          <p:spPr>
            <a:xfrm>
              <a:off x="425451" y="1069044"/>
              <a:ext cx="760000" cy="684000"/>
            </a:xfrm>
            <a:prstGeom prst="rect">
              <a:avLst/>
            </a:prstGeom>
            <a:solidFill>
              <a:schemeClr val="accent1"/>
            </a:solidFill>
            <a:ln w="12700">
              <a:solidFill>
                <a:schemeClr val="accent1"/>
              </a:solidFill>
            </a:ln>
          </p:spPr>
          <p:txBody>
            <a:bodyPr wrap="square" lIns="91440" tIns="45720" rIns="91440" bIns="45720" rtlCol="0">
              <a:noAutofit/>
            </a:bodyPr>
            <a:lstStyle/>
            <a:p>
              <a:pPr algn="l"/>
              <a:endParaRPr lang="en-IN" dirty="0">
                <a:solidFill>
                  <a:schemeClr val="accent3"/>
                </a:solidFill>
              </a:endParaRPr>
            </a:p>
          </p:txBody>
        </p:sp>
        <p:grpSp>
          <p:nvGrpSpPr>
            <p:cNvPr id="78" name="Group 177">
              <a:extLst>
                <a:ext uri="{FF2B5EF4-FFF2-40B4-BE49-F238E27FC236}">
                  <a16:creationId xmlns:a16="http://schemas.microsoft.com/office/drawing/2014/main" id="{5556AB85-4420-1381-194A-37E93BCD6329}"/>
                </a:ext>
              </a:extLst>
            </p:cNvPr>
            <p:cNvGrpSpPr>
              <a:grpSpLocks noChangeAspect="1"/>
            </p:cNvGrpSpPr>
            <p:nvPr/>
          </p:nvGrpSpPr>
          <p:grpSpPr>
            <a:xfrm>
              <a:off x="540792" y="1143215"/>
              <a:ext cx="526805" cy="540000"/>
              <a:chOff x="11348173" y="259168"/>
              <a:chExt cx="547921" cy="561645"/>
            </a:xfrm>
          </p:grpSpPr>
          <p:sp>
            <p:nvSpPr>
              <p:cNvPr id="79" name="Freeform: Shape 91">
                <a:extLst>
                  <a:ext uri="{FF2B5EF4-FFF2-40B4-BE49-F238E27FC236}">
                    <a16:creationId xmlns:a16="http://schemas.microsoft.com/office/drawing/2014/main" id="{22A8DD6E-F4A6-FEFA-4CE1-E71CFC31B1FD}"/>
                  </a:ext>
                </a:extLst>
              </p:cNvPr>
              <p:cNvSpPr/>
              <p:nvPr/>
            </p:nvSpPr>
            <p:spPr>
              <a:xfrm>
                <a:off x="11348173" y="259168"/>
                <a:ext cx="281584" cy="423902"/>
              </a:xfrm>
              <a:custGeom>
                <a:avLst/>
                <a:gdLst>
                  <a:gd name="connsiteX0" fmla="*/ 281585 w 281584"/>
                  <a:gd name="connsiteY0" fmla="*/ 81324 h 423902"/>
                  <a:gd name="connsiteX1" fmla="*/ 140792 w 281584"/>
                  <a:gd name="connsiteY1" fmla="*/ 162140 h 423902"/>
                  <a:gd name="connsiteX2" fmla="*/ 0 w 281584"/>
                  <a:gd name="connsiteY2" fmla="*/ 81324 h 423902"/>
                  <a:gd name="connsiteX3" fmla="*/ 140792 w 281584"/>
                  <a:gd name="connsiteY3" fmla="*/ 0 h 423902"/>
                  <a:gd name="connsiteX4" fmla="*/ 281585 w 281584"/>
                  <a:gd name="connsiteY4" fmla="*/ 81324 h 423902"/>
                  <a:gd name="connsiteX5" fmla="*/ 281585 w 281584"/>
                  <a:gd name="connsiteY5" fmla="*/ 246514 h 423902"/>
                  <a:gd name="connsiteX6" fmla="*/ 281585 w 281584"/>
                  <a:gd name="connsiteY6" fmla="*/ 175864 h 423902"/>
                  <a:gd name="connsiteX7" fmla="*/ 0 w 281584"/>
                  <a:gd name="connsiteY7" fmla="*/ 162140 h 423902"/>
                  <a:gd name="connsiteX8" fmla="*/ 0 w 281584"/>
                  <a:gd name="connsiteY8" fmla="*/ 256680 h 423902"/>
                  <a:gd name="connsiteX9" fmla="*/ 140792 w 281584"/>
                  <a:gd name="connsiteY9" fmla="*/ 337496 h 423902"/>
                  <a:gd name="connsiteX10" fmla="*/ 208393 w 281584"/>
                  <a:gd name="connsiteY10" fmla="*/ 327838 h 423902"/>
                  <a:gd name="connsiteX11" fmla="*/ 0 w 281584"/>
                  <a:gd name="connsiteY11" fmla="*/ 248547 h 423902"/>
                  <a:gd name="connsiteX12" fmla="*/ 0 w 281584"/>
                  <a:gd name="connsiteY12" fmla="*/ 343087 h 423902"/>
                  <a:gd name="connsiteX13" fmla="*/ 140792 w 281584"/>
                  <a:gd name="connsiteY13" fmla="*/ 423903 h 423902"/>
                  <a:gd name="connsiteX14" fmla="*/ 215509 w 281584"/>
                  <a:gd name="connsiteY14" fmla="*/ 411704 h 423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1584" h="423902">
                    <a:moveTo>
                      <a:pt x="281585" y="81324"/>
                    </a:moveTo>
                    <a:cubicBezTo>
                      <a:pt x="281585" y="126053"/>
                      <a:pt x="218558" y="162140"/>
                      <a:pt x="140792" y="162140"/>
                    </a:cubicBezTo>
                    <a:cubicBezTo>
                      <a:pt x="63026" y="162140"/>
                      <a:pt x="0" y="126053"/>
                      <a:pt x="0" y="81324"/>
                    </a:cubicBezTo>
                    <a:cubicBezTo>
                      <a:pt x="0" y="36596"/>
                      <a:pt x="63026" y="0"/>
                      <a:pt x="140792" y="0"/>
                    </a:cubicBezTo>
                    <a:cubicBezTo>
                      <a:pt x="218558" y="0"/>
                      <a:pt x="281585" y="36596"/>
                      <a:pt x="281585" y="81324"/>
                    </a:cubicBezTo>
                    <a:close/>
                    <a:moveTo>
                      <a:pt x="281585" y="246514"/>
                    </a:moveTo>
                    <a:lnTo>
                      <a:pt x="281585" y="175864"/>
                    </a:lnTo>
                    <a:moveTo>
                      <a:pt x="0" y="162140"/>
                    </a:moveTo>
                    <a:lnTo>
                      <a:pt x="0" y="256680"/>
                    </a:lnTo>
                    <a:cubicBezTo>
                      <a:pt x="0" y="301408"/>
                      <a:pt x="63026" y="337496"/>
                      <a:pt x="140792" y="337496"/>
                    </a:cubicBezTo>
                    <a:cubicBezTo>
                      <a:pt x="165190" y="337496"/>
                      <a:pt x="188062" y="333938"/>
                      <a:pt x="208393" y="327838"/>
                    </a:cubicBezTo>
                    <a:moveTo>
                      <a:pt x="0" y="248547"/>
                    </a:moveTo>
                    <a:lnTo>
                      <a:pt x="0" y="343087"/>
                    </a:lnTo>
                    <a:cubicBezTo>
                      <a:pt x="0" y="387815"/>
                      <a:pt x="63026" y="423903"/>
                      <a:pt x="140792" y="423903"/>
                    </a:cubicBezTo>
                    <a:cubicBezTo>
                      <a:pt x="168239" y="423903"/>
                      <a:pt x="194161" y="419328"/>
                      <a:pt x="215509" y="411704"/>
                    </a:cubicBezTo>
                  </a:path>
                </a:pathLst>
              </a:custGeom>
              <a:noFill/>
              <a:ln w="43948" cap="flat">
                <a:solidFill>
                  <a:schemeClr val="bg1"/>
                </a:solidFill>
                <a:prstDash val="solid"/>
                <a:miter/>
              </a:ln>
            </p:spPr>
            <p:txBody>
              <a:bodyPr rtlCol="0" anchor="ctr"/>
              <a:lstStyle/>
              <a:p>
                <a:endParaRPr lang="en-US"/>
              </a:p>
            </p:txBody>
          </p:sp>
          <p:sp>
            <p:nvSpPr>
              <p:cNvPr id="80" name="Freeform: Shape 92">
                <a:extLst>
                  <a:ext uri="{FF2B5EF4-FFF2-40B4-BE49-F238E27FC236}">
                    <a16:creationId xmlns:a16="http://schemas.microsoft.com/office/drawing/2014/main" id="{9F47EC9D-6457-AEEF-F615-704234C9F40B}"/>
                  </a:ext>
                </a:extLst>
              </p:cNvPr>
              <p:cNvSpPr/>
              <p:nvPr/>
            </p:nvSpPr>
            <p:spPr>
              <a:xfrm>
                <a:off x="11436105" y="330835"/>
                <a:ext cx="105721" cy="22364"/>
              </a:xfrm>
              <a:custGeom>
                <a:avLst/>
                <a:gdLst>
                  <a:gd name="connsiteX0" fmla="*/ 105721 w 105721"/>
                  <a:gd name="connsiteY0" fmla="*/ 11182 h 22364"/>
                  <a:gd name="connsiteX1" fmla="*/ 52861 w 105721"/>
                  <a:gd name="connsiteY1" fmla="*/ 22364 h 22364"/>
                  <a:gd name="connsiteX2" fmla="*/ 0 w 105721"/>
                  <a:gd name="connsiteY2" fmla="*/ 11182 h 22364"/>
                  <a:gd name="connsiteX3" fmla="*/ 52861 w 105721"/>
                  <a:gd name="connsiteY3" fmla="*/ 0 h 22364"/>
                  <a:gd name="connsiteX4" fmla="*/ 105721 w 105721"/>
                  <a:gd name="connsiteY4" fmla="*/ 11182 h 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21" h="22364">
                    <a:moveTo>
                      <a:pt x="105721" y="11182"/>
                    </a:moveTo>
                    <a:cubicBezTo>
                      <a:pt x="105721" y="17281"/>
                      <a:pt x="81832" y="22364"/>
                      <a:pt x="52861" y="22364"/>
                    </a:cubicBezTo>
                    <a:cubicBezTo>
                      <a:pt x="23889" y="22364"/>
                      <a:pt x="0" y="17281"/>
                      <a:pt x="0" y="11182"/>
                    </a:cubicBezTo>
                    <a:cubicBezTo>
                      <a:pt x="0" y="5083"/>
                      <a:pt x="23889" y="0"/>
                      <a:pt x="52861" y="0"/>
                    </a:cubicBezTo>
                    <a:cubicBezTo>
                      <a:pt x="81832" y="0"/>
                      <a:pt x="105721" y="5083"/>
                      <a:pt x="105721" y="11182"/>
                    </a:cubicBezTo>
                    <a:close/>
                  </a:path>
                </a:pathLst>
              </a:custGeom>
              <a:noFill/>
              <a:ln w="43948" cap="flat">
                <a:solidFill>
                  <a:schemeClr val="bg1"/>
                </a:solidFill>
                <a:prstDash val="solid"/>
                <a:miter/>
              </a:ln>
            </p:spPr>
            <p:txBody>
              <a:bodyPr rtlCol="0" anchor="ctr"/>
              <a:lstStyle/>
              <a:p>
                <a:endParaRPr lang="en-US"/>
              </a:p>
            </p:txBody>
          </p:sp>
          <p:sp>
            <p:nvSpPr>
              <p:cNvPr id="81" name="Freeform: Shape 93">
                <a:extLst>
                  <a:ext uri="{FF2B5EF4-FFF2-40B4-BE49-F238E27FC236}">
                    <a16:creationId xmlns:a16="http://schemas.microsoft.com/office/drawing/2014/main" id="{69EBD861-E2EB-34AC-FEBB-C4D7CCDD8E32}"/>
                  </a:ext>
                </a:extLst>
              </p:cNvPr>
              <p:cNvSpPr/>
              <p:nvPr/>
            </p:nvSpPr>
            <p:spPr>
              <a:xfrm>
                <a:off x="11348173" y="333376"/>
                <a:ext cx="281584" cy="175355"/>
              </a:xfrm>
              <a:custGeom>
                <a:avLst/>
                <a:gdLst>
                  <a:gd name="connsiteX0" fmla="*/ 0 w 281584"/>
                  <a:gd name="connsiteY0" fmla="*/ 0 h 175355"/>
                  <a:gd name="connsiteX1" fmla="*/ 0 w 281584"/>
                  <a:gd name="connsiteY1" fmla="*/ 94539 h 175355"/>
                  <a:gd name="connsiteX2" fmla="*/ 140792 w 281584"/>
                  <a:gd name="connsiteY2" fmla="*/ 175355 h 175355"/>
                  <a:gd name="connsiteX3" fmla="*/ 281585 w 281584"/>
                  <a:gd name="connsiteY3" fmla="*/ 94539 h 175355"/>
                  <a:gd name="connsiteX4" fmla="*/ 281585 w 281584"/>
                  <a:gd name="connsiteY4" fmla="*/ 13723 h 175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584" h="175355">
                    <a:moveTo>
                      <a:pt x="0" y="0"/>
                    </a:moveTo>
                    <a:lnTo>
                      <a:pt x="0" y="94539"/>
                    </a:lnTo>
                    <a:cubicBezTo>
                      <a:pt x="0" y="139268"/>
                      <a:pt x="63026" y="175355"/>
                      <a:pt x="140792" y="175355"/>
                    </a:cubicBezTo>
                    <a:cubicBezTo>
                      <a:pt x="218558" y="175355"/>
                      <a:pt x="281585" y="139268"/>
                      <a:pt x="281585" y="94539"/>
                    </a:cubicBezTo>
                    <a:lnTo>
                      <a:pt x="281585" y="13723"/>
                    </a:lnTo>
                  </a:path>
                </a:pathLst>
              </a:custGeom>
              <a:noFill/>
              <a:ln w="43948" cap="flat">
                <a:solidFill>
                  <a:schemeClr val="bg1"/>
                </a:solidFill>
                <a:prstDash val="solid"/>
                <a:miter/>
              </a:ln>
            </p:spPr>
            <p:txBody>
              <a:bodyPr rtlCol="0" anchor="ctr"/>
              <a:lstStyle/>
              <a:p>
                <a:endParaRPr lang="en-US"/>
              </a:p>
            </p:txBody>
          </p:sp>
          <p:sp>
            <p:nvSpPr>
              <p:cNvPr id="82" name="Freeform: Shape 96">
                <a:extLst>
                  <a:ext uri="{FF2B5EF4-FFF2-40B4-BE49-F238E27FC236}">
                    <a16:creationId xmlns:a16="http://schemas.microsoft.com/office/drawing/2014/main" id="{3299A3DD-FAEB-5C75-0543-15CE54F65AC4}"/>
                  </a:ext>
                </a:extLst>
              </p:cNvPr>
              <p:cNvSpPr/>
              <p:nvPr/>
            </p:nvSpPr>
            <p:spPr>
              <a:xfrm>
                <a:off x="11841709" y="625635"/>
                <a:ext cx="54385" cy="5082"/>
              </a:xfrm>
              <a:custGeom>
                <a:avLst/>
                <a:gdLst>
                  <a:gd name="connsiteX0" fmla="*/ 54385 w 54385"/>
                  <a:gd name="connsiteY0" fmla="*/ 0 h 5082"/>
                  <a:gd name="connsiteX1" fmla="*/ 0 w 54385"/>
                  <a:gd name="connsiteY1" fmla="*/ 0 h 5082"/>
                </a:gdLst>
                <a:ahLst/>
                <a:cxnLst>
                  <a:cxn ang="0">
                    <a:pos x="connsiteX0" y="connsiteY0"/>
                  </a:cxn>
                  <a:cxn ang="0">
                    <a:pos x="connsiteX1" y="connsiteY1"/>
                  </a:cxn>
                </a:cxnLst>
                <a:rect l="l" t="t" r="r" b="b"/>
                <a:pathLst>
                  <a:path w="54385" h="5082">
                    <a:moveTo>
                      <a:pt x="54385" y="0"/>
                    </a:moveTo>
                    <a:lnTo>
                      <a:pt x="0" y="0"/>
                    </a:lnTo>
                  </a:path>
                </a:pathLst>
              </a:custGeom>
              <a:ln w="43948" cap="flat">
                <a:solidFill>
                  <a:schemeClr val="bg1"/>
                </a:solidFill>
                <a:prstDash val="solid"/>
                <a:miter/>
              </a:ln>
            </p:spPr>
            <p:txBody>
              <a:bodyPr rtlCol="0" anchor="ctr"/>
              <a:lstStyle/>
              <a:p>
                <a:endParaRPr lang="en-US"/>
              </a:p>
            </p:txBody>
          </p:sp>
          <p:sp>
            <p:nvSpPr>
              <p:cNvPr id="83" name="Freeform: Shape 97">
                <a:extLst>
                  <a:ext uri="{FF2B5EF4-FFF2-40B4-BE49-F238E27FC236}">
                    <a16:creationId xmlns:a16="http://schemas.microsoft.com/office/drawing/2014/main" id="{0E8A2B5B-2C08-5EC1-6EB8-FB167BB1C94E}"/>
                  </a:ext>
                </a:extLst>
              </p:cNvPr>
              <p:cNvSpPr/>
              <p:nvPr/>
            </p:nvSpPr>
            <p:spPr>
              <a:xfrm>
                <a:off x="11505230" y="625635"/>
                <a:ext cx="51844" cy="5082"/>
              </a:xfrm>
              <a:custGeom>
                <a:avLst/>
                <a:gdLst>
                  <a:gd name="connsiteX0" fmla="*/ 51844 w 51844"/>
                  <a:gd name="connsiteY0" fmla="*/ 0 h 5082"/>
                  <a:gd name="connsiteX1" fmla="*/ 0 w 51844"/>
                  <a:gd name="connsiteY1" fmla="*/ 0 h 5082"/>
                </a:gdLst>
                <a:ahLst/>
                <a:cxnLst>
                  <a:cxn ang="0">
                    <a:pos x="connsiteX0" y="connsiteY0"/>
                  </a:cxn>
                  <a:cxn ang="0">
                    <a:pos x="connsiteX1" y="connsiteY1"/>
                  </a:cxn>
                </a:cxnLst>
                <a:rect l="l" t="t" r="r" b="b"/>
                <a:pathLst>
                  <a:path w="51844" h="5082">
                    <a:moveTo>
                      <a:pt x="51844" y="0"/>
                    </a:moveTo>
                    <a:lnTo>
                      <a:pt x="0" y="0"/>
                    </a:lnTo>
                  </a:path>
                </a:pathLst>
              </a:custGeom>
              <a:ln w="43948" cap="flat">
                <a:solidFill>
                  <a:schemeClr val="bg1"/>
                </a:solidFill>
                <a:prstDash val="solid"/>
                <a:miter/>
              </a:ln>
            </p:spPr>
            <p:txBody>
              <a:bodyPr rtlCol="0" anchor="ctr"/>
              <a:lstStyle/>
              <a:p>
                <a:endParaRPr lang="en-US"/>
              </a:p>
            </p:txBody>
          </p:sp>
          <p:sp>
            <p:nvSpPr>
              <p:cNvPr id="84" name="Freeform: Shape 99">
                <a:extLst>
                  <a:ext uri="{FF2B5EF4-FFF2-40B4-BE49-F238E27FC236}">
                    <a16:creationId xmlns:a16="http://schemas.microsoft.com/office/drawing/2014/main" id="{A18C3F81-D841-B530-AB59-F1ED6915BC41}"/>
                  </a:ext>
                </a:extLst>
              </p:cNvPr>
              <p:cNvSpPr/>
              <p:nvPr/>
            </p:nvSpPr>
            <p:spPr>
              <a:xfrm>
                <a:off x="11700408" y="430457"/>
                <a:ext cx="5082" cy="50827"/>
              </a:xfrm>
              <a:custGeom>
                <a:avLst/>
                <a:gdLst>
                  <a:gd name="connsiteX0" fmla="*/ 0 w 5082"/>
                  <a:gd name="connsiteY0" fmla="*/ 0 h 50827"/>
                  <a:gd name="connsiteX1" fmla="*/ 0 w 5082"/>
                  <a:gd name="connsiteY1" fmla="*/ 50828 h 50827"/>
                </a:gdLst>
                <a:ahLst/>
                <a:cxnLst>
                  <a:cxn ang="0">
                    <a:pos x="connsiteX0" y="connsiteY0"/>
                  </a:cxn>
                  <a:cxn ang="0">
                    <a:pos x="connsiteX1" y="connsiteY1"/>
                  </a:cxn>
                </a:cxnLst>
                <a:rect l="l" t="t" r="r" b="b"/>
                <a:pathLst>
                  <a:path w="5082" h="50827">
                    <a:moveTo>
                      <a:pt x="0" y="0"/>
                    </a:moveTo>
                    <a:lnTo>
                      <a:pt x="0" y="50828"/>
                    </a:lnTo>
                  </a:path>
                </a:pathLst>
              </a:custGeom>
              <a:ln w="43948" cap="flat">
                <a:solidFill>
                  <a:schemeClr val="bg1"/>
                </a:solidFill>
                <a:prstDash val="solid"/>
                <a:miter/>
              </a:ln>
            </p:spPr>
            <p:txBody>
              <a:bodyPr rtlCol="0" anchor="ctr"/>
              <a:lstStyle/>
              <a:p>
                <a:endParaRPr lang="en-US"/>
              </a:p>
            </p:txBody>
          </p:sp>
          <p:sp>
            <p:nvSpPr>
              <p:cNvPr id="85" name="Freeform: Shape 100">
                <a:extLst>
                  <a:ext uri="{FF2B5EF4-FFF2-40B4-BE49-F238E27FC236}">
                    <a16:creationId xmlns:a16="http://schemas.microsoft.com/office/drawing/2014/main" id="{7AB6B6B1-ED18-3FE5-0DE7-2B1AE015DBE2}"/>
                  </a:ext>
                </a:extLst>
              </p:cNvPr>
              <p:cNvSpPr/>
              <p:nvPr/>
            </p:nvSpPr>
            <p:spPr>
              <a:xfrm>
                <a:off x="11700408" y="773544"/>
                <a:ext cx="5082" cy="47269"/>
              </a:xfrm>
              <a:custGeom>
                <a:avLst/>
                <a:gdLst>
                  <a:gd name="connsiteX0" fmla="*/ 0 w 5082"/>
                  <a:gd name="connsiteY0" fmla="*/ 0 h 47269"/>
                  <a:gd name="connsiteX1" fmla="*/ 0 w 5082"/>
                  <a:gd name="connsiteY1" fmla="*/ 47270 h 47269"/>
                </a:gdLst>
                <a:ahLst/>
                <a:cxnLst>
                  <a:cxn ang="0">
                    <a:pos x="connsiteX0" y="connsiteY0"/>
                  </a:cxn>
                  <a:cxn ang="0">
                    <a:pos x="connsiteX1" y="connsiteY1"/>
                  </a:cxn>
                </a:cxnLst>
                <a:rect l="l" t="t" r="r" b="b"/>
                <a:pathLst>
                  <a:path w="5082" h="47269">
                    <a:moveTo>
                      <a:pt x="0" y="0"/>
                    </a:moveTo>
                    <a:lnTo>
                      <a:pt x="0" y="47270"/>
                    </a:lnTo>
                  </a:path>
                </a:pathLst>
              </a:custGeom>
              <a:ln w="43948" cap="flat">
                <a:solidFill>
                  <a:schemeClr val="bg1"/>
                </a:solidFill>
                <a:prstDash val="solid"/>
                <a:miter/>
              </a:ln>
            </p:spPr>
            <p:txBody>
              <a:bodyPr rtlCol="0" anchor="ctr"/>
              <a:lstStyle/>
              <a:p>
                <a:endParaRPr lang="en-US"/>
              </a:p>
            </p:txBody>
          </p:sp>
          <p:sp>
            <p:nvSpPr>
              <p:cNvPr id="86" name="Freeform: Shape 101">
                <a:extLst>
                  <a:ext uri="{FF2B5EF4-FFF2-40B4-BE49-F238E27FC236}">
                    <a16:creationId xmlns:a16="http://schemas.microsoft.com/office/drawing/2014/main" id="{8231AB07-8421-9B0A-AA10-8DC5FE638831}"/>
                  </a:ext>
                </a:extLst>
              </p:cNvPr>
              <p:cNvSpPr/>
              <p:nvPr/>
            </p:nvSpPr>
            <p:spPr>
              <a:xfrm>
                <a:off x="11700408" y="430457"/>
                <a:ext cx="5082" cy="7115"/>
              </a:xfrm>
              <a:custGeom>
                <a:avLst/>
                <a:gdLst>
                  <a:gd name="connsiteX0" fmla="*/ 0 w 5082"/>
                  <a:gd name="connsiteY0" fmla="*/ 0 h 7115"/>
                  <a:gd name="connsiteX1" fmla="*/ 0 w 5082"/>
                  <a:gd name="connsiteY1" fmla="*/ 7116 h 7115"/>
                </a:gdLst>
                <a:ahLst/>
                <a:cxnLst>
                  <a:cxn ang="0">
                    <a:pos x="connsiteX0" y="connsiteY0"/>
                  </a:cxn>
                  <a:cxn ang="0">
                    <a:pos x="connsiteX1" y="connsiteY1"/>
                  </a:cxn>
                </a:cxnLst>
                <a:rect l="l" t="t" r="r" b="b"/>
                <a:pathLst>
                  <a:path w="5082" h="7115">
                    <a:moveTo>
                      <a:pt x="0" y="0"/>
                    </a:moveTo>
                    <a:lnTo>
                      <a:pt x="0" y="7116"/>
                    </a:lnTo>
                  </a:path>
                </a:pathLst>
              </a:custGeom>
              <a:ln w="43948" cap="flat">
                <a:solidFill>
                  <a:schemeClr val="bg1"/>
                </a:solidFill>
                <a:prstDash val="solid"/>
                <a:miter/>
              </a:ln>
            </p:spPr>
            <p:txBody>
              <a:bodyPr rtlCol="0" anchor="ctr"/>
              <a:lstStyle/>
              <a:p>
                <a:endParaRPr lang="en-US"/>
              </a:p>
            </p:txBody>
          </p:sp>
          <p:sp>
            <p:nvSpPr>
              <p:cNvPr id="87" name="Freeform: Shape 103">
                <a:extLst>
                  <a:ext uri="{FF2B5EF4-FFF2-40B4-BE49-F238E27FC236}">
                    <a16:creationId xmlns:a16="http://schemas.microsoft.com/office/drawing/2014/main" id="{4B675DFA-8FC7-3325-5F33-9E11CA477780}"/>
                  </a:ext>
                </a:extLst>
              </p:cNvPr>
              <p:cNvSpPr/>
              <p:nvPr/>
            </p:nvSpPr>
            <p:spPr>
              <a:xfrm>
                <a:off x="11803080" y="727799"/>
                <a:ext cx="35579" cy="36087"/>
              </a:xfrm>
              <a:custGeom>
                <a:avLst/>
                <a:gdLst>
                  <a:gd name="connsiteX0" fmla="*/ 0 w 35579"/>
                  <a:gd name="connsiteY0" fmla="*/ 0 h 36087"/>
                  <a:gd name="connsiteX1" fmla="*/ 35579 w 35579"/>
                  <a:gd name="connsiteY1" fmla="*/ 36088 h 36087"/>
                </a:gdLst>
                <a:ahLst/>
                <a:cxnLst>
                  <a:cxn ang="0">
                    <a:pos x="connsiteX0" y="connsiteY0"/>
                  </a:cxn>
                  <a:cxn ang="0">
                    <a:pos x="connsiteX1" y="connsiteY1"/>
                  </a:cxn>
                </a:cxnLst>
                <a:rect l="l" t="t" r="r" b="b"/>
                <a:pathLst>
                  <a:path w="35579" h="36087">
                    <a:moveTo>
                      <a:pt x="0" y="0"/>
                    </a:moveTo>
                    <a:lnTo>
                      <a:pt x="35579" y="36088"/>
                    </a:lnTo>
                  </a:path>
                </a:pathLst>
              </a:custGeom>
              <a:ln w="43948" cap="flat">
                <a:solidFill>
                  <a:schemeClr val="bg1"/>
                </a:solidFill>
                <a:prstDash val="solid"/>
                <a:miter/>
              </a:ln>
            </p:spPr>
            <p:txBody>
              <a:bodyPr rtlCol="0" anchor="ctr"/>
              <a:lstStyle/>
              <a:p>
                <a:endParaRPr lang="en-US"/>
              </a:p>
            </p:txBody>
          </p:sp>
          <p:sp>
            <p:nvSpPr>
              <p:cNvPr id="88" name="Freeform: Shape 104">
                <a:extLst>
                  <a:ext uri="{FF2B5EF4-FFF2-40B4-BE49-F238E27FC236}">
                    <a16:creationId xmlns:a16="http://schemas.microsoft.com/office/drawing/2014/main" id="{2182EEAD-E4B6-D5B2-0AEB-261E7CD89C13}"/>
                  </a:ext>
                </a:extLst>
              </p:cNvPr>
              <p:cNvSpPr/>
              <p:nvPr/>
            </p:nvSpPr>
            <p:spPr>
              <a:xfrm>
                <a:off x="11562665" y="487892"/>
                <a:ext cx="39645" cy="39137"/>
              </a:xfrm>
              <a:custGeom>
                <a:avLst/>
                <a:gdLst>
                  <a:gd name="connsiteX0" fmla="*/ 0 w 39645"/>
                  <a:gd name="connsiteY0" fmla="*/ 0 h 39137"/>
                  <a:gd name="connsiteX1" fmla="*/ 39645 w 39645"/>
                  <a:gd name="connsiteY1" fmla="*/ 39137 h 39137"/>
                </a:gdLst>
                <a:ahLst/>
                <a:cxnLst>
                  <a:cxn ang="0">
                    <a:pos x="connsiteX0" y="connsiteY0"/>
                  </a:cxn>
                  <a:cxn ang="0">
                    <a:pos x="connsiteX1" y="connsiteY1"/>
                  </a:cxn>
                </a:cxnLst>
                <a:rect l="l" t="t" r="r" b="b"/>
                <a:pathLst>
                  <a:path w="39645" h="39137">
                    <a:moveTo>
                      <a:pt x="0" y="0"/>
                    </a:moveTo>
                    <a:lnTo>
                      <a:pt x="39645" y="39137"/>
                    </a:lnTo>
                  </a:path>
                </a:pathLst>
              </a:custGeom>
              <a:ln w="43948" cap="flat">
                <a:solidFill>
                  <a:schemeClr val="bg1"/>
                </a:solidFill>
                <a:prstDash val="solid"/>
                <a:miter/>
              </a:ln>
            </p:spPr>
            <p:txBody>
              <a:bodyPr rtlCol="0" anchor="ctr"/>
              <a:lstStyle/>
              <a:p>
                <a:endParaRPr lang="en-US"/>
              </a:p>
            </p:txBody>
          </p:sp>
          <p:sp>
            <p:nvSpPr>
              <p:cNvPr id="89" name="Freeform: Shape 105">
                <a:extLst>
                  <a:ext uri="{FF2B5EF4-FFF2-40B4-BE49-F238E27FC236}">
                    <a16:creationId xmlns:a16="http://schemas.microsoft.com/office/drawing/2014/main" id="{F718806E-CD8C-0162-F5B0-A6978F1E5851}"/>
                  </a:ext>
                </a:extLst>
              </p:cNvPr>
              <p:cNvSpPr/>
              <p:nvPr/>
            </p:nvSpPr>
            <p:spPr>
              <a:xfrm>
                <a:off x="11803588" y="487892"/>
                <a:ext cx="35071" cy="34562"/>
              </a:xfrm>
              <a:custGeom>
                <a:avLst/>
                <a:gdLst>
                  <a:gd name="connsiteX0" fmla="*/ 35071 w 35071"/>
                  <a:gd name="connsiteY0" fmla="*/ 0 h 34562"/>
                  <a:gd name="connsiteX1" fmla="*/ 0 w 35071"/>
                  <a:gd name="connsiteY1" fmla="*/ 34563 h 34562"/>
                </a:gdLst>
                <a:ahLst/>
                <a:cxnLst>
                  <a:cxn ang="0">
                    <a:pos x="connsiteX0" y="connsiteY0"/>
                  </a:cxn>
                  <a:cxn ang="0">
                    <a:pos x="connsiteX1" y="connsiteY1"/>
                  </a:cxn>
                </a:cxnLst>
                <a:rect l="l" t="t" r="r" b="b"/>
                <a:pathLst>
                  <a:path w="35071" h="34562">
                    <a:moveTo>
                      <a:pt x="35071" y="0"/>
                    </a:moveTo>
                    <a:lnTo>
                      <a:pt x="0" y="34563"/>
                    </a:lnTo>
                  </a:path>
                </a:pathLst>
              </a:custGeom>
              <a:ln w="43948" cap="flat">
                <a:solidFill>
                  <a:schemeClr val="bg1"/>
                </a:solidFill>
                <a:prstDash val="solid"/>
                <a:miter/>
              </a:ln>
            </p:spPr>
            <p:txBody>
              <a:bodyPr rtlCol="0" anchor="ctr"/>
              <a:lstStyle/>
              <a:p>
                <a:endParaRPr lang="en-US"/>
              </a:p>
            </p:txBody>
          </p:sp>
          <p:sp>
            <p:nvSpPr>
              <p:cNvPr id="90" name="Freeform: Shape 107">
                <a:extLst>
                  <a:ext uri="{FF2B5EF4-FFF2-40B4-BE49-F238E27FC236}">
                    <a16:creationId xmlns:a16="http://schemas.microsoft.com/office/drawing/2014/main" id="{B11DC442-2A74-1425-21FC-A193584A489D}"/>
                  </a:ext>
                </a:extLst>
              </p:cNvPr>
              <p:cNvSpPr/>
              <p:nvPr/>
            </p:nvSpPr>
            <p:spPr>
              <a:xfrm>
                <a:off x="11555549" y="480776"/>
                <a:ext cx="289716" cy="289717"/>
              </a:xfrm>
              <a:custGeom>
                <a:avLst/>
                <a:gdLst>
                  <a:gd name="connsiteX0" fmla="*/ 289717 w 289716"/>
                  <a:gd name="connsiteY0" fmla="*/ 144859 h 289717"/>
                  <a:gd name="connsiteX1" fmla="*/ 144858 w 289716"/>
                  <a:gd name="connsiteY1" fmla="*/ 289718 h 289717"/>
                  <a:gd name="connsiteX2" fmla="*/ 0 w 289716"/>
                  <a:gd name="connsiteY2" fmla="*/ 144859 h 289717"/>
                  <a:gd name="connsiteX3" fmla="*/ 144858 w 289716"/>
                  <a:gd name="connsiteY3" fmla="*/ 0 h 289717"/>
                  <a:gd name="connsiteX4" fmla="*/ 289717 w 289716"/>
                  <a:gd name="connsiteY4" fmla="*/ 144859 h 289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716" h="289717">
                    <a:moveTo>
                      <a:pt x="289717" y="144859"/>
                    </a:moveTo>
                    <a:cubicBezTo>
                      <a:pt x="289717" y="224862"/>
                      <a:pt x="224862" y="289718"/>
                      <a:pt x="144858" y="289718"/>
                    </a:cubicBezTo>
                    <a:cubicBezTo>
                      <a:pt x="64855" y="289718"/>
                      <a:pt x="0" y="224862"/>
                      <a:pt x="0" y="144859"/>
                    </a:cubicBezTo>
                    <a:cubicBezTo>
                      <a:pt x="0" y="64855"/>
                      <a:pt x="64855" y="0"/>
                      <a:pt x="144858" y="0"/>
                    </a:cubicBezTo>
                    <a:cubicBezTo>
                      <a:pt x="224862" y="0"/>
                      <a:pt x="289717" y="64855"/>
                      <a:pt x="289717" y="144859"/>
                    </a:cubicBezTo>
                    <a:close/>
                  </a:path>
                </a:pathLst>
              </a:custGeom>
              <a:noFill/>
              <a:ln w="43948" cap="flat">
                <a:solidFill>
                  <a:schemeClr val="bg1"/>
                </a:solidFill>
                <a:prstDash val="solid"/>
                <a:miter/>
              </a:ln>
            </p:spPr>
            <p:txBody>
              <a:bodyPr rtlCol="0" anchor="ctr"/>
              <a:lstStyle/>
              <a:p>
                <a:endParaRPr lang="en-US"/>
              </a:p>
            </p:txBody>
          </p:sp>
          <p:sp>
            <p:nvSpPr>
              <p:cNvPr id="91" name="Freeform: Shape 108">
                <a:extLst>
                  <a:ext uri="{FF2B5EF4-FFF2-40B4-BE49-F238E27FC236}">
                    <a16:creationId xmlns:a16="http://schemas.microsoft.com/office/drawing/2014/main" id="{85B72681-72AD-086B-60EC-D464E000BCF3}"/>
                  </a:ext>
                </a:extLst>
              </p:cNvPr>
              <p:cNvSpPr/>
              <p:nvPr/>
            </p:nvSpPr>
            <p:spPr>
              <a:xfrm>
                <a:off x="11803588" y="487892"/>
                <a:ext cx="35071" cy="34562"/>
              </a:xfrm>
              <a:custGeom>
                <a:avLst/>
                <a:gdLst>
                  <a:gd name="connsiteX0" fmla="*/ 35071 w 35071"/>
                  <a:gd name="connsiteY0" fmla="*/ 0 h 34562"/>
                  <a:gd name="connsiteX1" fmla="*/ 0 w 35071"/>
                  <a:gd name="connsiteY1" fmla="*/ 34563 h 34562"/>
                </a:gdLst>
                <a:ahLst/>
                <a:cxnLst>
                  <a:cxn ang="0">
                    <a:pos x="connsiteX0" y="connsiteY0"/>
                  </a:cxn>
                  <a:cxn ang="0">
                    <a:pos x="connsiteX1" y="connsiteY1"/>
                  </a:cxn>
                </a:cxnLst>
                <a:rect l="l" t="t" r="r" b="b"/>
                <a:pathLst>
                  <a:path w="35071" h="34562">
                    <a:moveTo>
                      <a:pt x="35071" y="0"/>
                    </a:moveTo>
                    <a:lnTo>
                      <a:pt x="0" y="34563"/>
                    </a:lnTo>
                  </a:path>
                </a:pathLst>
              </a:custGeom>
              <a:ln w="43948" cap="flat">
                <a:solidFill>
                  <a:schemeClr val="bg1"/>
                </a:solidFill>
                <a:prstDash val="solid"/>
                <a:miter/>
              </a:ln>
            </p:spPr>
            <p:txBody>
              <a:bodyPr rtlCol="0" anchor="ctr"/>
              <a:lstStyle/>
              <a:p>
                <a:endParaRPr lang="en-US"/>
              </a:p>
            </p:txBody>
          </p:sp>
          <p:sp>
            <p:nvSpPr>
              <p:cNvPr id="92" name="Freeform: Shape 109">
                <a:extLst>
                  <a:ext uri="{FF2B5EF4-FFF2-40B4-BE49-F238E27FC236}">
                    <a16:creationId xmlns:a16="http://schemas.microsoft.com/office/drawing/2014/main" id="{9A366DE6-B683-7D9C-8B20-2129B183A3A9}"/>
                  </a:ext>
                </a:extLst>
              </p:cNvPr>
              <p:cNvSpPr/>
              <p:nvPr/>
            </p:nvSpPr>
            <p:spPr>
              <a:xfrm>
                <a:off x="11562665" y="727290"/>
                <a:ext cx="36087" cy="36595"/>
              </a:xfrm>
              <a:custGeom>
                <a:avLst/>
                <a:gdLst>
                  <a:gd name="connsiteX0" fmla="*/ 36088 w 36087"/>
                  <a:gd name="connsiteY0" fmla="*/ 0 h 36595"/>
                  <a:gd name="connsiteX1" fmla="*/ 0 w 36087"/>
                  <a:gd name="connsiteY1" fmla="*/ 36596 h 36595"/>
                </a:gdLst>
                <a:ahLst/>
                <a:cxnLst>
                  <a:cxn ang="0">
                    <a:pos x="connsiteX0" y="connsiteY0"/>
                  </a:cxn>
                  <a:cxn ang="0">
                    <a:pos x="connsiteX1" y="connsiteY1"/>
                  </a:cxn>
                </a:cxnLst>
                <a:rect l="l" t="t" r="r" b="b"/>
                <a:pathLst>
                  <a:path w="36087" h="36595">
                    <a:moveTo>
                      <a:pt x="36088" y="0"/>
                    </a:moveTo>
                    <a:lnTo>
                      <a:pt x="0" y="36596"/>
                    </a:lnTo>
                  </a:path>
                </a:pathLst>
              </a:custGeom>
              <a:ln w="43948" cap="flat">
                <a:solidFill>
                  <a:schemeClr val="bg1"/>
                </a:solidFill>
                <a:prstDash val="solid"/>
                <a:miter/>
              </a:ln>
            </p:spPr>
            <p:txBody>
              <a:bodyPr rtlCol="0" anchor="ctr"/>
              <a:lstStyle/>
              <a:p>
                <a:endParaRPr lang="en-US"/>
              </a:p>
            </p:txBody>
          </p:sp>
          <p:sp>
            <p:nvSpPr>
              <p:cNvPr id="93" name="Freeform: Shape 111">
                <a:extLst>
                  <a:ext uri="{FF2B5EF4-FFF2-40B4-BE49-F238E27FC236}">
                    <a16:creationId xmlns:a16="http://schemas.microsoft.com/office/drawing/2014/main" id="{60C254EE-FD41-27FB-DE9C-5FC4AE54B110}"/>
                  </a:ext>
                </a:extLst>
              </p:cNvPr>
              <p:cNvSpPr/>
              <p:nvPr/>
            </p:nvSpPr>
            <p:spPr>
              <a:xfrm>
                <a:off x="11555549" y="480776"/>
                <a:ext cx="289716" cy="289717"/>
              </a:xfrm>
              <a:custGeom>
                <a:avLst/>
                <a:gdLst>
                  <a:gd name="connsiteX0" fmla="*/ 289717 w 289716"/>
                  <a:gd name="connsiteY0" fmla="*/ 144859 h 289717"/>
                  <a:gd name="connsiteX1" fmla="*/ 144858 w 289716"/>
                  <a:gd name="connsiteY1" fmla="*/ 289718 h 289717"/>
                  <a:gd name="connsiteX2" fmla="*/ 0 w 289716"/>
                  <a:gd name="connsiteY2" fmla="*/ 144859 h 289717"/>
                  <a:gd name="connsiteX3" fmla="*/ 144858 w 289716"/>
                  <a:gd name="connsiteY3" fmla="*/ 0 h 289717"/>
                  <a:gd name="connsiteX4" fmla="*/ 289717 w 289716"/>
                  <a:gd name="connsiteY4" fmla="*/ 144859 h 289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716" h="289717">
                    <a:moveTo>
                      <a:pt x="289717" y="144859"/>
                    </a:moveTo>
                    <a:cubicBezTo>
                      <a:pt x="289717" y="224862"/>
                      <a:pt x="224862" y="289718"/>
                      <a:pt x="144858" y="289718"/>
                    </a:cubicBezTo>
                    <a:cubicBezTo>
                      <a:pt x="64855" y="289718"/>
                      <a:pt x="0" y="224862"/>
                      <a:pt x="0" y="144859"/>
                    </a:cubicBezTo>
                    <a:cubicBezTo>
                      <a:pt x="0" y="64855"/>
                      <a:pt x="64855" y="0"/>
                      <a:pt x="144858" y="0"/>
                    </a:cubicBezTo>
                    <a:cubicBezTo>
                      <a:pt x="224862" y="0"/>
                      <a:pt x="289717" y="64855"/>
                      <a:pt x="289717" y="144859"/>
                    </a:cubicBezTo>
                    <a:close/>
                  </a:path>
                </a:pathLst>
              </a:custGeom>
              <a:noFill/>
              <a:ln w="43948" cap="flat">
                <a:solidFill>
                  <a:schemeClr val="bg1"/>
                </a:solidFill>
                <a:prstDash val="solid"/>
                <a:miter/>
              </a:ln>
            </p:spPr>
            <p:txBody>
              <a:bodyPr rtlCol="0" anchor="ctr"/>
              <a:lstStyle/>
              <a:p>
                <a:endParaRPr lang="en-US"/>
              </a:p>
            </p:txBody>
          </p:sp>
          <p:sp>
            <p:nvSpPr>
              <p:cNvPr id="94" name="Freeform: Shape 112">
                <a:extLst>
                  <a:ext uri="{FF2B5EF4-FFF2-40B4-BE49-F238E27FC236}">
                    <a16:creationId xmlns:a16="http://schemas.microsoft.com/office/drawing/2014/main" id="{7760308C-6C32-DB59-C2D1-B70912D8C3EC}"/>
                  </a:ext>
                </a:extLst>
              </p:cNvPr>
              <p:cNvSpPr/>
              <p:nvPr/>
            </p:nvSpPr>
            <p:spPr>
              <a:xfrm>
                <a:off x="11631791" y="557018"/>
                <a:ext cx="137234" cy="137234"/>
              </a:xfrm>
              <a:custGeom>
                <a:avLst/>
                <a:gdLst>
                  <a:gd name="connsiteX0" fmla="*/ 137234 w 137234"/>
                  <a:gd name="connsiteY0" fmla="*/ 68617 h 137234"/>
                  <a:gd name="connsiteX1" fmla="*/ 68617 w 137234"/>
                  <a:gd name="connsiteY1" fmla="*/ 137235 h 137234"/>
                  <a:gd name="connsiteX2" fmla="*/ 0 w 137234"/>
                  <a:gd name="connsiteY2" fmla="*/ 68617 h 137234"/>
                  <a:gd name="connsiteX3" fmla="*/ 68617 w 137234"/>
                  <a:gd name="connsiteY3" fmla="*/ 0 h 137234"/>
                  <a:gd name="connsiteX4" fmla="*/ 137234 w 137234"/>
                  <a:gd name="connsiteY4" fmla="*/ 68617 h 137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234" h="137234">
                    <a:moveTo>
                      <a:pt x="137234" y="68617"/>
                    </a:moveTo>
                    <a:cubicBezTo>
                      <a:pt x="137234" y="106514"/>
                      <a:pt x="106513" y="137235"/>
                      <a:pt x="68617" y="137235"/>
                    </a:cubicBezTo>
                    <a:cubicBezTo>
                      <a:pt x="30721" y="137235"/>
                      <a:pt x="0" y="106514"/>
                      <a:pt x="0" y="68617"/>
                    </a:cubicBezTo>
                    <a:cubicBezTo>
                      <a:pt x="0" y="30721"/>
                      <a:pt x="30721" y="0"/>
                      <a:pt x="68617" y="0"/>
                    </a:cubicBezTo>
                    <a:cubicBezTo>
                      <a:pt x="106513" y="0"/>
                      <a:pt x="137234" y="30721"/>
                      <a:pt x="137234" y="68617"/>
                    </a:cubicBezTo>
                    <a:close/>
                  </a:path>
                </a:pathLst>
              </a:custGeom>
              <a:noFill/>
              <a:ln w="43948" cap="flat">
                <a:solidFill>
                  <a:schemeClr val="bg1"/>
                </a:solidFill>
                <a:prstDash val="solid"/>
                <a:miter/>
              </a:ln>
            </p:spPr>
            <p:txBody>
              <a:bodyPr rtlCol="0" anchor="ctr"/>
              <a:lstStyle/>
              <a:p>
                <a:endParaRPr lang="en-US"/>
              </a:p>
            </p:txBody>
          </p:sp>
        </p:grpSp>
      </p:grpSp>
      <p:grpSp>
        <p:nvGrpSpPr>
          <p:cNvPr id="291" name="Groupe 290">
            <a:extLst>
              <a:ext uri="{FF2B5EF4-FFF2-40B4-BE49-F238E27FC236}">
                <a16:creationId xmlns:a16="http://schemas.microsoft.com/office/drawing/2014/main" id="{E5FEB729-27CE-F94D-EC1C-794E8C8B74CB}"/>
              </a:ext>
            </a:extLst>
          </p:cNvPr>
          <p:cNvGrpSpPr/>
          <p:nvPr/>
        </p:nvGrpSpPr>
        <p:grpSpPr>
          <a:xfrm>
            <a:off x="425451" y="4655624"/>
            <a:ext cx="760000" cy="684000"/>
            <a:chOff x="425451" y="4655624"/>
            <a:chExt cx="760000" cy="684000"/>
          </a:xfrm>
        </p:grpSpPr>
        <p:sp>
          <p:nvSpPr>
            <p:cNvPr id="61" name="TextBox 4">
              <a:extLst>
                <a:ext uri="{FF2B5EF4-FFF2-40B4-BE49-F238E27FC236}">
                  <a16:creationId xmlns:a16="http://schemas.microsoft.com/office/drawing/2014/main" id="{D9E894FD-AFC0-8EC1-4C91-64A37E5FF19A}"/>
                </a:ext>
                <a:ext uri="{C183D7F6-B498-43B3-948B-1728B52AA6E4}">
                  <adec:decorative xmlns:adec="http://schemas.microsoft.com/office/drawing/2017/decorative" val="1"/>
                </a:ext>
              </a:extLst>
            </p:cNvPr>
            <p:cNvSpPr txBox="1"/>
            <p:nvPr/>
          </p:nvSpPr>
          <p:spPr>
            <a:xfrm>
              <a:off x="425451" y="4655624"/>
              <a:ext cx="760000" cy="684000"/>
            </a:xfrm>
            <a:prstGeom prst="rect">
              <a:avLst/>
            </a:prstGeom>
            <a:solidFill>
              <a:schemeClr val="accent1"/>
            </a:solidFill>
            <a:ln w="12700">
              <a:solidFill>
                <a:schemeClr val="accent1"/>
              </a:solidFill>
            </a:ln>
          </p:spPr>
          <p:txBody>
            <a:bodyPr wrap="square" lIns="91440" tIns="45720" rIns="91440" bIns="45720" rtlCol="0">
              <a:noAutofit/>
            </a:bodyPr>
            <a:lstStyle/>
            <a:p>
              <a:pPr algn="l"/>
              <a:endParaRPr lang="en-IN" dirty="0">
                <a:solidFill>
                  <a:schemeClr val="accent3"/>
                </a:solidFill>
              </a:endParaRPr>
            </a:p>
          </p:txBody>
        </p:sp>
        <p:grpSp>
          <p:nvGrpSpPr>
            <p:cNvPr id="95" name="Group 10">
              <a:extLst>
                <a:ext uri="{FF2B5EF4-FFF2-40B4-BE49-F238E27FC236}">
                  <a16:creationId xmlns:a16="http://schemas.microsoft.com/office/drawing/2014/main" id="{D0172A04-DEA1-7C2E-15E9-FC6799254AC9}"/>
                </a:ext>
              </a:extLst>
            </p:cNvPr>
            <p:cNvGrpSpPr>
              <a:grpSpLocks noChangeAspect="1"/>
            </p:cNvGrpSpPr>
            <p:nvPr/>
          </p:nvGrpSpPr>
          <p:grpSpPr>
            <a:xfrm>
              <a:off x="596940" y="4797801"/>
              <a:ext cx="412645" cy="432000"/>
              <a:chOff x="331991" y="285916"/>
              <a:chExt cx="493154" cy="516285"/>
            </a:xfrm>
          </p:grpSpPr>
          <p:sp>
            <p:nvSpPr>
              <p:cNvPr id="96" name="Freeform: Shape 13">
                <a:extLst>
                  <a:ext uri="{FF2B5EF4-FFF2-40B4-BE49-F238E27FC236}">
                    <a16:creationId xmlns:a16="http://schemas.microsoft.com/office/drawing/2014/main" id="{8F77CAA0-3200-FA39-D927-79F43304BA21}"/>
                  </a:ext>
                </a:extLst>
              </p:cNvPr>
              <p:cNvSpPr/>
              <p:nvPr/>
            </p:nvSpPr>
            <p:spPr>
              <a:xfrm>
                <a:off x="486044" y="441357"/>
                <a:ext cx="86972" cy="4626"/>
              </a:xfrm>
              <a:custGeom>
                <a:avLst/>
                <a:gdLst>
                  <a:gd name="connsiteX0" fmla="*/ 86973 w 86972"/>
                  <a:gd name="connsiteY0" fmla="*/ 0 h 4626"/>
                  <a:gd name="connsiteX1" fmla="*/ 0 w 86972"/>
                  <a:gd name="connsiteY1" fmla="*/ 0 h 4626"/>
                </a:gdLst>
                <a:ahLst/>
                <a:cxnLst>
                  <a:cxn ang="0">
                    <a:pos x="connsiteX0" y="connsiteY0"/>
                  </a:cxn>
                  <a:cxn ang="0">
                    <a:pos x="connsiteX1" y="connsiteY1"/>
                  </a:cxn>
                </a:cxnLst>
                <a:rect l="l" t="t" r="r" b="b"/>
                <a:pathLst>
                  <a:path w="86972" h="4626">
                    <a:moveTo>
                      <a:pt x="86973" y="0"/>
                    </a:moveTo>
                    <a:lnTo>
                      <a:pt x="0" y="0"/>
                    </a:lnTo>
                  </a:path>
                </a:pathLst>
              </a:custGeom>
              <a:ln w="39763" cap="flat">
                <a:solidFill>
                  <a:schemeClr val="bg1"/>
                </a:solidFill>
                <a:prstDash val="solid"/>
                <a:miter/>
              </a:ln>
            </p:spPr>
            <p:txBody>
              <a:bodyPr rtlCol="0" anchor="ctr"/>
              <a:lstStyle/>
              <a:p>
                <a:endParaRPr lang="en-US"/>
              </a:p>
            </p:txBody>
          </p:sp>
          <p:sp>
            <p:nvSpPr>
              <p:cNvPr id="97" name="Freeform: Shape 15">
                <a:extLst>
                  <a:ext uri="{FF2B5EF4-FFF2-40B4-BE49-F238E27FC236}">
                    <a16:creationId xmlns:a16="http://schemas.microsoft.com/office/drawing/2014/main" id="{1CC84ED4-85EE-08F5-AE30-B849EFD823DD}"/>
                  </a:ext>
                </a:extLst>
              </p:cNvPr>
              <p:cNvSpPr/>
              <p:nvPr/>
            </p:nvSpPr>
            <p:spPr>
              <a:xfrm>
                <a:off x="428217" y="418110"/>
                <a:ext cx="47187" cy="46840"/>
              </a:xfrm>
              <a:custGeom>
                <a:avLst/>
                <a:gdLst>
                  <a:gd name="connsiteX0" fmla="*/ 39785 w 47187"/>
                  <a:gd name="connsiteY0" fmla="*/ 6592 h 46840"/>
                  <a:gd name="connsiteX1" fmla="*/ 40248 w 47187"/>
                  <a:gd name="connsiteY1" fmla="*/ 7055 h 46840"/>
                  <a:gd name="connsiteX2" fmla="*/ 40248 w 47187"/>
                  <a:gd name="connsiteY2" fmla="*/ 39901 h 46840"/>
                  <a:gd name="connsiteX3" fmla="*/ 7402 w 47187"/>
                  <a:gd name="connsiteY3" fmla="*/ 39901 h 46840"/>
                  <a:gd name="connsiteX4" fmla="*/ 6939 w 47187"/>
                  <a:gd name="connsiteY4" fmla="*/ 39439 h 46840"/>
                  <a:gd name="connsiteX5" fmla="*/ 6939 w 47187"/>
                  <a:gd name="connsiteY5" fmla="*/ 6592 h 46840"/>
                  <a:gd name="connsiteX6" fmla="*/ 39785 w 47187"/>
                  <a:gd name="connsiteY6" fmla="*/ 6592 h 4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187" h="46840">
                    <a:moveTo>
                      <a:pt x="39785" y="6592"/>
                    </a:moveTo>
                    <a:lnTo>
                      <a:pt x="40248" y="7055"/>
                    </a:lnTo>
                    <a:cubicBezTo>
                      <a:pt x="49501" y="16307"/>
                      <a:pt x="49501" y="30649"/>
                      <a:pt x="40248" y="39901"/>
                    </a:cubicBezTo>
                    <a:cubicBezTo>
                      <a:pt x="30996" y="49154"/>
                      <a:pt x="16654" y="49154"/>
                      <a:pt x="7402" y="39901"/>
                    </a:cubicBezTo>
                    <a:lnTo>
                      <a:pt x="6939" y="39439"/>
                    </a:lnTo>
                    <a:cubicBezTo>
                      <a:pt x="-2313" y="30186"/>
                      <a:pt x="-2313" y="15845"/>
                      <a:pt x="6939" y="6592"/>
                    </a:cubicBezTo>
                    <a:cubicBezTo>
                      <a:pt x="16192" y="-2197"/>
                      <a:pt x="30533" y="-2197"/>
                      <a:pt x="39785" y="6592"/>
                    </a:cubicBezTo>
                  </a:path>
                </a:pathLst>
              </a:custGeom>
              <a:noFill/>
              <a:ln w="39763" cap="flat">
                <a:solidFill>
                  <a:schemeClr val="bg1"/>
                </a:solidFill>
                <a:prstDash val="solid"/>
                <a:miter/>
              </a:ln>
            </p:spPr>
            <p:txBody>
              <a:bodyPr rtlCol="0" anchor="ctr"/>
              <a:lstStyle/>
              <a:p>
                <a:endParaRPr lang="en-US"/>
              </a:p>
            </p:txBody>
          </p:sp>
          <p:sp>
            <p:nvSpPr>
              <p:cNvPr id="98" name="Freeform: Shape 17">
                <a:extLst>
                  <a:ext uri="{FF2B5EF4-FFF2-40B4-BE49-F238E27FC236}">
                    <a16:creationId xmlns:a16="http://schemas.microsoft.com/office/drawing/2014/main" id="{09D609F1-8FFA-DBC2-FAFC-22D5C257CDEE}"/>
                  </a:ext>
                </a:extLst>
              </p:cNvPr>
              <p:cNvSpPr/>
              <p:nvPr/>
            </p:nvSpPr>
            <p:spPr>
              <a:xfrm>
                <a:off x="486044" y="633808"/>
                <a:ext cx="86972" cy="4626"/>
              </a:xfrm>
              <a:custGeom>
                <a:avLst/>
                <a:gdLst>
                  <a:gd name="connsiteX0" fmla="*/ 86973 w 86972"/>
                  <a:gd name="connsiteY0" fmla="*/ 0 h 4626"/>
                  <a:gd name="connsiteX1" fmla="*/ 0 w 86972"/>
                  <a:gd name="connsiteY1" fmla="*/ 0 h 4626"/>
                </a:gdLst>
                <a:ahLst/>
                <a:cxnLst>
                  <a:cxn ang="0">
                    <a:pos x="connsiteX0" y="connsiteY0"/>
                  </a:cxn>
                  <a:cxn ang="0">
                    <a:pos x="connsiteX1" y="connsiteY1"/>
                  </a:cxn>
                </a:cxnLst>
                <a:rect l="l" t="t" r="r" b="b"/>
                <a:pathLst>
                  <a:path w="86972" h="4626">
                    <a:moveTo>
                      <a:pt x="86973" y="0"/>
                    </a:moveTo>
                    <a:lnTo>
                      <a:pt x="0" y="0"/>
                    </a:lnTo>
                  </a:path>
                </a:pathLst>
              </a:custGeom>
              <a:ln w="39763" cap="flat">
                <a:solidFill>
                  <a:schemeClr val="bg1"/>
                </a:solidFill>
                <a:prstDash val="solid"/>
                <a:miter/>
              </a:ln>
            </p:spPr>
            <p:txBody>
              <a:bodyPr rtlCol="0" anchor="ctr"/>
              <a:lstStyle/>
              <a:p>
                <a:endParaRPr lang="en-US"/>
              </a:p>
            </p:txBody>
          </p:sp>
          <p:sp>
            <p:nvSpPr>
              <p:cNvPr id="99" name="Freeform: Shape 19">
                <a:extLst>
                  <a:ext uri="{FF2B5EF4-FFF2-40B4-BE49-F238E27FC236}">
                    <a16:creationId xmlns:a16="http://schemas.microsoft.com/office/drawing/2014/main" id="{CA870C9C-6361-FCD4-B905-010A62C5768A}"/>
                  </a:ext>
                </a:extLst>
              </p:cNvPr>
              <p:cNvSpPr/>
              <p:nvPr/>
            </p:nvSpPr>
            <p:spPr>
              <a:xfrm>
                <a:off x="428217" y="610561"/>
                <a:ext cx="47187" cy="46840"/>
              </a:xfrm>
              <a:custGeom>
                <a:avLst/>
                <a:gdLst>
                  <a:gd name="connsiteX0" fmla="*/ 39785 w 47187"/>
                  <a:gd name="connsiteY0" fmla="*/ 6592 h 46840"/>
                  <a:gd name="connsiteX1" fmla="*/ 40248 w 47187"/>
                  <a:gd name="connsiteY1" fmla="*/ 7055 h 46840"/>
                  <a:gd name="connsiteX2" fmla="*/ 40248 w 47187"/>
                  <a:gd name="connsiteY2" fmla="*/ 39901 h 46840"/>
                  <a:gd name="connsiteX3" fmla="*/ 7402 w 47187"/>
                  <a:gd name="connsiteY3" fmla="*/ 39901 h 46840"/>
                  <a:gd name="connsiteX4" fmla="*/ 6939 w 47187"/>
                  <a:gd name="connsiteY4" fmla="*/ 39439 h 46840"/>
                  <a:gd name="connsiteX5" fmla="*/ 6939 w 47187"/>
                  <a:gd name="connsiteY5" fmla="*/ 6592 h 46840"/>
                  <a:gd name="connsiteX6" fmla="*/ 39785 w 47187"/>
                  <a:gd name="connsiteY6" fmla="*/ 6592 h 4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187" h="46840">
                    <a:moveTo>
                      <a:pt x="39785" y="6592"/>
                    </a:moveTo>
                    <a:lnTo>
                      <a:pt x="40248" y="7055"/>
                    </a:lnTo>
                    <a:cubicBezTo>
                      <a:pt x="49501" y="16307"/>
                      <a:pt x="49501" y="30649"/>
                      <a:pt x="40248" y="39901"/>
                    </a:cubicBezTo>
                    <a:cubicBezTo>
                      <a:pt x="30996" y="49154"/>
                      <a:pt x="16654" y="49154"/>
                      <a:pt x="7402" y="39901"/>
                    </a:cubicBezTo>
                    <a:lnTo>
                      <a:pt x="6939" y="39439"/>
                    </a:lnTo>
                    <a:cubicBezTo>
                      <a:pt x="-2313" y="30186"/>
                      <a:pt x="-2313" y="15845"/>
                      <a:pt x="6939" y="6592"/>
                    </a:cubicBezTo>
                    <a:cubicBezTo>
                      <a:pt x="16192" y="-2197"/>
                      <a:pt x="30533" y="-2197"/>
                      <a:pt x="39785" y="6592"/>
                    </a:cubicBezTo>
                  </a:path>
                </a:pathLst>
              </a:custGeom>
              <a:noFill/>
              <a:ln w="39763" cap="flat">
                <a:solidFill>
                  <a:schemeClr val="bg1"/>
                </a:solidFill>
                <a:prstDash val="solid"/>
                <a:miter/>
              </a:ln>
            </p:spPr>
            <p:txBody>
              <a:bodyPr rtlCol="0" anchor="ctr"/>
              <a:lstStyle/>
              <a:p>
                <a:endParaRPr lang="en-US"/>
              </a:p>
            </p:txBody>
          </p:sp>
          <p:sp>
            <p:nvSpPr>
              <p:cNvPr id="100" name="Freeform: Shape 21">
                <a:extLst>
                  <a:ext uri="{FF2B5EF4-FFF2-40B4-BE49-F238E27FC236}">
                    <a16:creationId xmlns:a16="http://schemas.microsoft.com/office/drawing/2014/main" id="{4B877358-8DB9-42CB-4FDE-F94F9971EB12}"/>
                  </a:ext>
                </a:extLst>
              </p:cNvPr>
              <p:cNvSpPr/>
              <p:nvPr/>
            </p:nvSpPr>
            <p:spPr>
              <a:xfrm>
                <a:off x="581344" y="575055"/>
                <a:ext cx="133235" cy="4626"/>
              </a:xfrm>
              <a:custGeom>
                <a:avLst/>
                <a:gdLst>
                  <a:gd name="connsiteX0" fmla="*/ 0 w 133235"/>
                  <a:gd name="connsiteY0" fmla="*/ 0 h 4626"/>
                  <a:gd name="connsiteX1" fmla="*/ 133235 w 133235"/>
                  <a:gd name="connsiteY1" fmla="*/ 0 h 4626"/>
                </a:gdLst>
                <a:ahLst/>
                <a:cxnLst>
                  <a:cxn ang="0">
                    <a:pos x="connsiteX0" y="connsiteY0"/>
                  </a:cxn>
                  <a:cxn ang="0">
                    <a:pos x="connsiteX1" y="connsiteY1"/>
                  </a:cxn>
                </a:cxnLst>
                <a:rect l="l" t="t" r="r" b="b"/>
                <a:pathLst>
                  <a:path w="133235" h="4626">
                    <a:moveTo>
                      <a:pt x="0" y="0"/>
                    </a:moveTo>
                    <a:lnTo>
                      <a:pt x="133235" y="0"/>
                    </a:lnTo>
                  </a:path>
                </a:pathLst>
              </a:custGeom>
              <a:ln w="39763" cap="flat">
                <a:solidFill>
                  <a:schemeClr val="bg1"/>
                </a:solidFill>
                <a:prstDash val="solid"/>
                <a:miter/>
              </a:ln>
            </p:spPr>
            <p:txBody>
              <a:bodyPr rtlCol="0" anchor="ctr"/>
              <a:lstStyle/>
              <a:p>
                <a:endParaRPr lang="en-US"/>
              </a:p>
            </p:txBody>
          </p:sp>
          <p:sp>
            <p:nvSpPr>
              <p:cNvPr id="101" name="Freeform: Shape 23">
                <a:extLst>
                  <a:ext uri="{FF2B5EF4-FFF2-40B4-BE49-F238E27FC236}">
                    <a16:creationId xmlns:a16="http://schemas.microsoft.com/office/drawing/2014/main" id="{FFE75DB0-AAD8-2059-0B9F-8CA1A913EF58}"/>
                  </a:ext>
                </a:extLst>
              </p:cNvPr>
              <p:cNvSpPr/>
              <p:nvPr/>
            </p:nvSpPr>
            <p:spPr>
              <a:xfrm>
                <a:off x="698850" y="503349"/>
                <a:ext cx="4626" cy="86972"/>
              </a:xfrm>
              <a:custGeom>
                <a:avLst/>
                <a:gdLst>
                  <a:gd name="connsiteX0" fmla="*/ 0 w 4626"/>
                  <a:gd name="connsiteY0" fmla="*/ 86973 h 86972"/>
                  <a:gd name="connsiteX1" fmla="*/ 0 w 4626"/>
                  <a:gd name="connsiteY1" fmla="*/ 0 h 86972"/>
                </a:gdLst>
                <a:ahLst/>
                <a:cxnLst>
                  <a:cxn ang="0">
                    <a:pos x="connsiteX0" y="connsiteY0"/>
                  </a:cxn>
                  <a:cxn ang="0">
                    <a:pos x="connsiteX1" y="connsiteY1"/>
                  </a:cxn>
                </a:cxnLst>
                <a:rect l="l" t="t" r="r" b="b"/>
                <a:pathLst>
                  <a:path w="4626" h="86972">
                    <a:moveTo>
                      <a:pt x="0" y="86973"/>
                    </a:moveTo>
                    <a:lnTo>
                      <a:pt x="0" y="0"/>
                    </a:lnTo>
                  </a:path>
                </a:pathLst>
              </a:custGeom>
              <a:ln w="39763" cap="flat">
                <a:solidFill>
                  <a:schemeClr val="bg1"/>
                </a:solidFill>
                <a:prstDash val="solid"/>
                <a:miter/>
              </a:ln>
            </p:spPr>
            <p:txBody>
              <a:bodyPr rtlCol="0" anchor="ctr"/>
              <a:lstStyle/>
              <a:p>
                <a:endParaRPr lang="en-US"/>
              </a:p>
            </p:txBody>
          </p:sp>
          <p:sp>
            <p:nvSpPr>
              <p:cNvPr id="102" name="Freeform: Shape 24">
                <a:extLst>
                  <a:ext uri="{FF2B5EF4-FFF2-40B4-BE49-F238E27FC236}">
                    <a16:creationId xmlns:a16="http://schemas.microsoft.com/office/drawing/2014/main" id="{1D408D0F-F5FE-0C42-D868-6B5E4620C07A}"/>
                  </a:ext>
                </a:extLst>
              </p:cNvPr>
              <p:cNvSpPr/>
              <p:nvPr/>
            </p:nvSpPr>
            <p:spPr>
              <a:xfrm>
                <a:off x="675257" y="445983"/>
                <a:ext cx="47187" cy="47187"/>
              </a:xfrm>
              <a:custGeom>
                <a:avLst/>
                <a:gdLst>
                  <a:gd name="connsiteX0" fmla="*/ 7402 w 47187"/>
                  <a:gd name="connsiteY0" fmla="*/ 40248 h 47187"/>
                  <a:gd name="connsiteX1" fmla="*/ 6939 w 47187"/>
                  <a:gd name="connsiteY1" fmla="*/ 39785 h 47187"/>
                  <a:gd name="connsiteX2" fmla="*/ 6939 w 47187"/>
                  <a:gd name="connsiteY2" fmla="*/ 6939 h 47187"/>
                  <a:gd name="connsiteX3" fmla="*/ 39785 w 47187"/>
                  <a:gd name="connsiteY3" fmla="*/ 6939 h 47187"/>
                  <a:gd name="connsiteX4" fmla="*/ 40248 w 47187"/>
                  <a:gd name="connsiteY4" fmla="*/ 7402 h 47187"/>
                  <a:gd name="connsiteX5" fmla="*/ 40248 w 47187"/>
                  <a:gd name="connsiteY5" fmla="*/ 40248 h 47187"/>
                  <a:gd name="connsiteX6" fmla="*/ 7402 w 47187"/>
                  <a:gd name="connsiteY6" fmla="*/ 40248 h 47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187" h="47187">
                    <a:moveTo>
                      <a:pt x="7402" y="40248"/>
                    </a:moveTo>
                    <a:lnTo>
                      <a:pt x="6939" y="39785"/>
                    </a:lnTo>
                    <a:cubicBezTo>
                      <a:pt x="-2313" y="30533"/>
                      <a:pt x="-2313" y="16192"/>
                      <a:pt x="6939" y="6939"/>
                    </a:cubicBezTo>
                    <a:cubicBezTo>
                      <a:pt x="16192" y="-2313"/>
                      <a:pt x="30533" y="-2313"/>
                      <a:pt x="39785" y="6939"/>
                    </a:cubicBezTo>
                    <a:lnTo>
                      <a:pt x="40248" y="7402"/>
                    </a:lnTo>
                    <a:cubicBezTo>
                      <a:pt x="49501" y="16654"/>
                      <a:pt x="49501" y="30996"/>
                      <a:pt x="40248" y="40248"/>
                    </a:cubicBezTo>
                    <a:cubicBezTo>
                      <a:pt x="30996" y="49501"/>
                      <a:pt x="16654" y="49501"/>
                      <a:pt x="7402" y="40248"/>
                    </a:cubicBezTo>
                  </a:path>
                </a:pathLst>
              </a:custGeom>
              <a:noFill/>
              <a:ln w="39763" cap="flat">
                <a:solidFill>
                  <a:schemeClr val="bg1"/>
                </a:solidFill>
                <a:prstDash val="solid"/>
                <a:miter/>
              </a:ln>
            </p:spPr>
            <p:txBody>
              <a:bodyPr rtlCol="0" anchor="ctr"/>
              <a:lstStyle/>
              <a:p>
                <a:endParaRPr lang="en-US"/>
              </a:p>
            </p:txBody>
          </p:sp>
          <p:sp>
            <p:nvSpPr>
              <p:cNvPr id="103" name="Freeform: Shape 25">
                <a:extLst>
                  <a:ext uri="{FF2B5EF4-FFF2-40B4-BE49-F238E27FC236}">
                    <a16:creationId xmlns:a16="http://schemas.microsoft.com/office/drawing/2014/main" id="{6F9BFA77-AB28-4543-FC1C-B0FCA6C9A37E}"/>
                  </a:ext>
                </a:extLst>
              </p:cNvPr>
              <p:cNvSpPr/>
              <p:nvPr/>
            </p:nvSpPr>
            <p:spPr>
              <a:xfrm>
                <a:off x="331991" y="285916"/>
                <a:ext cx="493154" cy="516285"/>
              </a:xfrm>
              <a:custGeom>
                <a:avLst/>
                <a:gdLst>
                  <a:gd name="connsiteX0" fmla="*/ 246577 w 493154"/>
                  <a:gd name="connsiteY0" fmla="*/ 64304 h 516285"/>
                  <a:gd name="connsiteX1" fmla="*/ 310882 w 493154"/>
                  <a:gd name="connsiteY1" fmla="*/ 0 h 516285"/>
                  <a:gd name="connsiteX2" fmla="*/ 374723 w 493154"/>
                  <a:gd name="connsiteY2" fmla="*/ 59678 h 516285"/>
                  <a:gd name="connsiteX3" fmla="*/ 387214 w 493154"/>
                  <a:gd name="connsiteY3" fmla="*/ 70319 h 516285"/>
                  <a:gd name="connsiteX4" fmla="*/ 443654 w 493154"/>
                  <a:gd name="connsiteY4" fmla="*/ 135086 h 516285"/>
                  <a:gd name="connsiteX5" fmla="*/ 442729 w 493154"/>
                  <a:gd name="connsiteY5" fmla="*/ 145726 h 516285"/>
                  <a:gd name="connsiteX6" fmla="*/ 448743 w 493154"/>
                  <a:gd name="connsiteY6" fmla="*/ 158217 h 516285"/>
                  <a:gd name="connsiteX7" fmla="*/ 493155 w 493154"/>
                  <a:gd name="connsiteY7" fmla="*/ 233161 h 516285"/>
                  <a:gd name="connsiteX8" fmla="*/ 473724 w 493154"/>
                  <a:gd name="connsiteY8" fmla="*/ 287288 h 516285"/>
                  <a:gd name="connsiteX9" fmla="*/ 473724 w 493154"/>
                  <a:gd name="connsiteY9" fmla="*/ 302092 h 516285"/>
                  <a:gd name="connsiteX10" fmla="*/ 473724 w 493154"/>
                  <a:gd name="connsiteY10" fmla="*/ 302092 h 516285"/>
                  <a:gd name="connsiteX11" fmla="*/ 493155 w 493154"/>
                  <a:gd name="connsiteY11" fmla="*/ 356219 h 516285"/>
                  <a:gd name="connsiteX12" fmla="*/ 447355 w 493154"/>
                  <a:gd name="connsiteY12" fmla="*/ 432089 h 516285"/>
                  <a:gd name="connsiteX13" fmla="*/ 441341 w 493154"/>
                  <a:gd name="connsiteY13" fmla="*/ 439953 h 516285"/>
                  <a:gd name="connsiteX14" fmla="*/ 345578 w 493154"/>
                  <a:gd name="connsiteY14" fmla="*/ 516286 h 516285"/>
                  <a:gd name="connsiteX15" fmla="*/ 247040 w 493154"/>
                  <a:gd name="connsiteY15" fmla="*/ 417747 h 516285"/>
                  <a:gd name="connsiteX16" fmla="*/ 246115 w 493154"/>
                  <a:gd name="connsiteY16" fmla="*/ 417747 h 516285"/>
                  <a:gd name="connsiteX17" fmla="*/ 147576 w 493154"/>
                  <a:gd name="connsiteY17" fmla="*/ 516286 h 516285"/>
                  <a:gd name="connsiteX18" fmla="*/ 147576 w 493154"/>
                  <a:gd name="connsiteY18" fmla="*/ 516286 h 516285"/>
                  <a:gd name="connsiteX19" fmla="*/ 51814 w 493154"/>
                  <a:gd name="connsiteY19" fmla="*/ 439953 h 516285"/>
                  <a:gd name="connsiteX20" fmla="*/ 45800 w 493154"/>
                  <a:gd name="connsiteY20" fmla="*/ 432089 h 516285"/>
                  <a:gd name="connsiteX21" fmla="*/ 0 w 493154"/>
                  <a:gd name="connsiteY21" fmla="*/ 356219 h 516285"/>
                  <a:gd name="connsiteX22" fmla="*/ 19430 w 493154"/>
                  <a:gd name="connsiteY22" fmla="*/ 302092 h 516285"/>
                  <a:gd name="connsiteX23" fmla="*/ 19430 w 493154"/>
                  <a:gd name="connsiteY23" fmla="*/ 287288 h 516285"/>
                  <a:gd name="connsiteX24" fmla="*/ 0 w 493154"/>
                  <a:gd name="connsiteY24" fmla="*/ 233161 h 516285"/>
                  <a:gd name="connsiteX25" fmla="*/ 44412 w 493154"/>
                  <a:gd name="connsiteY25" fmla="*/ 158217 h 516285"/>
                  <a:gd name="connsiteX26" fmla="*/ 50426 w 493154"/>
                  <a:gd name="connsiteY26" fmla="*/ 145726 h 516285"/>
                  <a:gd name="connsiteX27" fmla="*/ 49500 w 493154"/>
                  <a:gd name="connsiteY27" fmla="*/ 135086 h 516285"/>
                  <a:gd name="connsiteX28" fmla="*/ 106403 w 493154"/>
                  <a:gd name="connsiteY28" fmla="*/ 70319 h 516285"/>
                  <a:gd name="connsiteX29" fmla="*/ 117968 w 493154"/>
                  <a:gd name="connsiteY29" fmla="*/ 59678 h 516285"/>
                  <a:gd name="connsiteX30" fmla="*/ 181810 w 493154"/>
                  <a:gd name="connsiteY30" fmla="*/ 0 h 516285"/>
                  <a:gd name="connsiteX31" fmla="*/ 246115 w 493154"/>
                  <a:gd name="connsiteY31" fmla="*/ 64304 h 516285"/>
                  <a:gd name="connsiteX32" fmla="*/ 246577 w 493154"/>
                  <a:gd name="connsiteY32" fmla="*/ 64304 h 516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3154" h="516285">
                    <a:moveTo>
                      <a:pt x="246577" y="64304"/>
                    </a:moveTo>
                    <a:cubicBezTo>
                      <a:pt x="246577" y="28683"/>
                      <a:pt x="275260" y="0"/>
                      <a:pt x="310882" y="0"/>
                    </a:cubicBezTo>
                    <a:cubicBezTo>
                      <a:pt x="344190" y="0"/>
                      <a:pt x="372410" y="26369"/>
                      <a:pt x="374723" y="59678"/>
                    </a:cubicBezTo>
                    <a:cubicBezTo>
                      <a:pt x="375186" y="65692"/>
                      <a:pt x="380738" y="70319"/>
                      <a:pt x="387214" y="70319"/>
                    </a:cubicBezTo>
                    <a:cubicBezTo>
                      <a:pt x="422373" y="70319"/>
                      <a:pt x="443654" y="103165"/>
                      <a:pt x="443654" y="135086"/>
                    </a:cubicBezTo>
                    <a:cubicBezTo>
                      <a:pt x="443654" y="138787"/>
                      <a:pt x="443191" y="142488"/>
                      <a:pt x="442729" y="145726"/>
                    </a:cubicBezTo>
                    <a:cubicBezTo>
                      <a:pt x="441804" y="150815"/>
                      <a:pt x="444117" y="155441"/>
                      <a:pt x="448743" y="158217"/>
                    </a:cubicBezTo>
                    <a:cubicBezTo>
                      <a:pt x="476038" y="173483"/>
                      <a:pt x="493155" y="202166"/>
                      <a:pt x="493155" y="233161"/>
                    </a:cubicBezTo>
                    <a:cubicBezTo>
                      <a:pt x="493155" y="252591"/>
                      <a:pt x="486215" y="271096"/>
                      <a:pt x="473724" y="287288"/>
                    </a:cubicBezTo>
                    <a:cubicBezTo>
                      <a:pt x="470023" y="291452"/>
                      <a:pt x="470023" y="297928"/>
                      <a:pt x="473724" y="302092"/>
                    </a:cubicBezTo>
                    <a:lnTo>
                      <a:pt x="473724" y="302092"/>
                    </a:lnTo>
                    <a:cubicBezTo>
                      <a:pt x="486678" y="317821"/>
                      <a:pt x="493155" y="336326"/>
                      <a:pt x="493155" y="356219"/>
                    </a:cubicBezTo>
                    <a:cubicBezTo>
                      <a:pt x="493155" y="387677"/>
                      <a:pt x="475575" y="416822"/>
                      <a:pt x="447355" y="432089"/>
                    </a:cubicBezTo>
                    <a:cubicBezTo>
                      <a:pt x="444579" y="433477"/>
                      <a:pt x="442266" y="436715"/>
                      <a:pt x="441341" y="439953"/>
                    </a:cubicBezTo>
                    <a:cubicBezTo>
                      <a:pt x="431163" y="484828"/>
                      <a:pt x="391378" y="516286"/>
                      <a:pt x="345578" y="516286"/>
                    </a:cubicBezTo>
                    <a:cubicBezTo>
                      <a:pt x="291452" y="516286"/>
                      <a:pt x="247040" y="471874"/>
                      <a:pt x="247040" y="417747"/>
                    </a:cubicBezTo>
                    <a:lnTo>
                      <a:pt x="246115" y="417747"/>
                    </a:lnTo>
                    <a:cubicBezTo>
                      <a:pt x="246115" y="471874"/>
                      <a:pt x="201703" y="516286"/>
                      <a:pt x="147576" y="516286"/>
                    </a:cubicBezTo>
                    <a:lnTo>
                      <a:pt x="147576" y="516286"/>
                    </a:lnTo>
                    <a:cubicBezTo>
                      <a:pt x="101314" y="516286"/>
                      <a:pt x="61991" y="484828"/>
                      <a:pt x="51814" y="439953"/>
                    </a:cubicBezTo>
                    <a:cubicBezTo>
                      <a:pt x="50888" y="436715"/>
                      <a:pt x="49038" y="433939"/>
                      <a:pt x="45800" y="432089"/>
                    </a:cubicBezTo>
                    <a:cubicBezTo>
                      <a:pt x="17580" y="416822"/>
                      <a:pt x="0" y="387677"/>
                      <a:pt x="0" y="356219"/>
                    </a:cubicBezTo>
                    <a:cubicBezTo>
                      <a:pt x="0" y="336789"/>
                      <a:pt x="6939" y="318284"/>
                      <a:pt x="19430" y="302092"/>
                    </a:cubicBezTo>
                    <a:cubicBezTo>
                      <a:pt x="23131" y="297928"/>
                      <a:pt x="23131" y="291452"/>
                      <a:pt x="19430" y="287288"/>
                    </a:cubicBezTo>
                    <a:cubicBezTo>
                      <a:pt x="6477" y="271559"/>
                      <a:pt x="0" y="253054"/>
                      <a:pt x="0" y="233161"/>
                    </a:cubicBezTo>
                    <a:cubicBezTo>
                      <a:pt x="0" y="202166"/>
                      <a:pt x="17117" y="173483"/>
                      <a:pt x="44412" y="158217"/>
                    </a:cubicBezTo>
                    <a:cubicBezTo>
                      <a:pt x="48575" y="155904"/>
                      <a:pt x="50888" y="150815"/>
                      <a:pt x="50426" y="145726"/>
                    </a:cubicBezTo>
                    <a:cubicBezTo>
                      <a:pt x="49963" y="142025"/>
                      <a:pt x="49500" y="138787"/>
                      <a:pt x="49500" y="135086"/>
                    </a:cubicBezTo>
                    <a:cubicBezTo>
                      <a:pt x="49500" y="103165"/>
                      <a:pt x="70781" y="70319"/>
                      <a:pt x="106403" y="70319"/>
                    </a:cubicBezTo>
                    <a:cubicBezTo>
                      <a:pt x="112417" y="70319"/>
                      <a:pt x="117506" y="65692"/>
                      <a:pt x="117968" y="59678"/>
                    </a:cubicBezTo>
                    <a:cubicBezTo>
                      <a:pt x="120744" y="26369"/>
                      <a:pt x="148502" y="0"/>
                      <a:pt x="181810" y="0"/>
                    </a:cubicBezTo>
                    <a:cubicBezTo>
                      <a:pt x="217432" y="0"/>
                      <a:pt x="246115" y="28683"/>
                      <a:pt x="246115" y="64304"/>
                    </a:cubicBezTo>
                    <a:lnTo>
                      <a:pt x="246577" y="64304"/>
                    </a:lnTo>
                    <a:close/>
                  </a:path>
                </a:pathLst>
              </a:custGeom>
              <a:noFill/>
              <a:ln w="39763" cap="flat">
                <a:solidFill>
                  <a:schemeClr val="bg1"/>
                </a:solidFill>
                <a:prstDash val="solid"/>
                <a:miter/>
              </a:ln>
            </p:spPr>
            <p:txBody>
              <a:bodyPr rtlCol="0" anchor="ctr"/>
              <a:lstStyle/>
              <a:p>
                <a:endParaRPr lang="en-US"/>
              </a:p>
            </p:txBody>
          </p:sp>
          <p:sp>
            <p:nvSpPr>
              <p:cNvPr id="104" name="Freeform: Shape 27">
                <a:extLst>
                  <a:ext uri="{FF2B5EF4-FFF2-40B4-BE49-F238E27FC236}">
                    <a16:creationId xmlns:a16="http://schemas.microsoft.com/office/drawing/2014/main" id="{8E6ED597-BC2D-CB3E-C7AC-7C5C94BAD088}"/>
                  </a:ext>
                </a:extLst>
              </p:cNvPr>
              <p:cNvSpPr/>
              <p:nvPr/>
            </p:nvSpPr>
            <p:spPr>
              <a:xfrm>
                <a:off x="578106" y="346982"/>
                <a:ext cx="4626" cy="393691"/>
              </a:xfrm>
              <a:custGeom>
                <a:avLst/>
                <a:gdLst>
                  <a:gd name="connsiteX0" fmla="*/ 0 w 4626"/>
                  <a:gd name="connsiteY0" fmla="*/ 393691 h 393691"/>
                  <a:gd name="connsiteX1" fmla="*/ 0 w 4626"/>
                  <a:gd name="connsiteY1" fmla="*/ 0 h 393691"/>
                </a:gdLst>
                <a:ahLst/>
                <a:cxnLst>
                  <a:cxn ang="0">
                    <a:pos x="connsiteX0" y="connsiteY0"/>
                  </a:cxn>
                  <a:cxn ang="0">
                    <a:pos x="connsiteX1" y="connsiteY1"/>
                  </a:cxn>
                </a:cxnLst>
                <a:rect l="l" t="t" r="r" b="b"/>
                <a:pathLst>
                  <a:path w="4626" h="393691">
                    <a:moveTo>
                      <a:pt x="0" y="393691"/>
                    </a:moveTo>
                    <a:lnTo>
                      <a:pt x="0" y="0"/>
                    </a:lnTo>
                  </a:path>
                </a:pathLst>
              </a:custGeom>
              <a:ln w="39763" cap="flat">
                <a:solidFill>
                  <a:schemeClr val="bg1"/>
                </a:solidFill>
                <a:prstDash val="solid"/>
                <a:miter/>
              </a:ln>
            </p:spPr>
            <p:txBody>
              <a:bodyPr rtlCol="0" anchor="ctr"/>
              <a:lstStyle/>
              <a:p>
                <a:endParaRPr lang="en-US"/>
              </a:p>
            </p:txBody>
          </p:sp>
        </p:grpSp>
      </p:grpSp>
      <p:grpSp>
        <p:nvGrpSpPr>
          <p:cNvPr id="292" name="Groupe 291">
            <a:extLst>
              <a:ext uri="{FF2B5EF4-FFF2-40B4-BE49-F238E27FC236}">
                <a16:creationId xmlns:a16="http://schemas.microsoft.com/office/drawing/2014/main" id="{E517F78C-6428-81AF-F7C0-1676F50C6BBD}"/>
              </a:ext>
            </a:extLst>
          </p:cNvPr>
          <p:cNvGrpSpPr/>
          <p:nvPr/>
        </p:nvGrpSpPr>
        <p:grpSpPr>
          <a:xfrm>
            <a:off x="424625" y="5456768"/>
            <a:ext cx="760000" cy="684000"/>
            <a:chOff x="424625" y="5456768"/>
            <a:chExt cx="760000" cy="684000"/>
          </a:xfrm>
        </p:grpSpPr>
        <p:sp>
          <p:nvSpPr>
            <p:cNvPr id="66" name="TextBox 5">
              <a:extLst>
                <a:ext uri="{FF2B5EF4-FFF2-40B4-BE49-F238E27FC236}">
                  <a16:creationId xmlns:a16="http://schemas.microsoft.com/office/drawing/2014/main" id="{98AE0E3D-A290-8F0E-A941-517A914CC526}"/>
                </a:ext>
                <a:ext uri="{C183D7F6-B498-43B3-948B-1728B52AA6E4}">
                  <adec:decorative xmlns:adec="http://schemas.microsoft.com/office/drawing/2017/decorative" val="1"/>
                </a:ext>
              </a:extLst>
            </p:cNvPr>
            <p:cNvSpPr txBox="1"/>
            <p:nvPr/>
          </p:nvSpPr>
          <p:spPr>
            <a:xfrm>
              <a:off x="424625" y="5456768"/>
              <a:ext cx="760000" cy="684000"/>
            </a:xfrm>
            <a:prstGeom prst="rect">
              <a:avLst/>
            </a:prstGeom>
            <a:solidFill>
              <a:schemeClr val="accent2"/>
            </a:solidFill>
            <a:ln w="12700">
              <a:solidFill>
                <a:schemeClr val="accent2"/>
              </a:solidFill>
            </a:ln>
          </p:spPr>
          <p:txBody>
            <a:bodyPr wrap="square" lIns="91440" tIns="45720" rIns="91440" bIns="45720" rtlCol="0">
              <a:noAutofit/>
            </a:bodyPr>
            <a:lstStyle/>
            <a:p>
              <a:pPr algn="l"/>
              <a:endParaRPr lang="en-IN" dirty="0">
                <a:solidFill>
                  <a:schemeClr val="accent3"/>
                </a:solidFill>
              </a:endParaRPr>
            </a:p>
          </p:txBody>
        </p:sp>
        <p:grpSp>
          <p:nvGrpSpPr>
            <p:cNvPr id="116" name="Group 10">
              <a:extLst>
                <a:ext uri="{FF2B5EF4-FFF2-40B4-BE49-F238E27FC236}">
                  <a16:creationId xmlns:a16="http://schemas.microsoft.com/office/drawing/2014/main" id="{A5DCAF24-7F25-682D-605A-4491856FD23B}"/>
                </a:ext>
              </a:extLst>
            </p:cNvPr>
            <p:cNvGrpSpPr>
              <a:grpSpLocks noChangeAspect="1"/>
            </p:cNvGrpSpPr>
            <p:nvPr/>
          </p:nvGrpSpPr>
          <p:grpSpPr>
            <a:xfrm>
              <a:off x="596955" y="5572956"/>
              <a:ext cx="412645" cy="432000"/>
              <a:chOff x="331991" y="285916"/>
              <a:chExt cx="493154" cy="516285"/>
            </a:xfrm>
          </p:grpSpPr>
          <p:sp>
            <p:nvSpPr>
              <p:cNvPr id="117" name="Freeform: Shape 13">
                <a:extLst>
                  <a:ext uri="{FF2B5EF4-FFF2-40B4-BE49-F238E27FC236}">
                    <a16:creationId xmlns:a16="http://schemas.microsoft.com/office/drawing/2014/main" id="{FD280553-0F82-D5CE-7992-EC2253B52FE3}"/>
                  </a:ext>
                </a:extLst>
              </p:cNvPr>
              <p:cNvSpPr/>
              <p:nvPr/>
            </p:nvSpPr>
            <p:spPr>
              <a:xfrm>
                <a:off x="486044" y="441357"/>
                <a:ext cx="86972" cy="4626"/>
              </a:xfrm>
              <a:custGeom>
                <a:avLst/>
                <a:gdLst>
                  <a:gd name="connsiteX0" fmla="*/ 86973 w 86972"/>
                  <a:gd name="connsiteY0" fmla="*/ 0 h 4626"/>
                  <a:gd name="connsiteX1" fmla="*/ 0 w 86972"/>
                  <a:gd name="connsiteY1" fmla="*/ 0 h 4626"/>
                </a:gdLst>
                <a:ahLst/>
                <a:cxnLst>
                  <a:cxn ang="0">
                    <a:pos x="connsiteX0" y="connsiteY0"/>
                  </a:cxn>
                  <a:cxn ang="0">
                    <a:pos x="connsiteX1" y="connsiteY1"/>
                  </a:cxn>
                </a:cxnLst>
                <a:rect l="l" t="t" r="r" b="b"/>
                <a:pathLst>
                  <a:path w="86972" h="4626">
                    <a:moveTo>
                      <a:pt x="86973" y="0"/>
                    </a:moveTo>
                    <a:lnTo>
                      <a:pt x="0" y="0"/>
                    </a:lnTo>
                  </a:path>
                </a:pathLst>
              </a:custGeom>
              <a:ln w="39763" cap="flat">
                <a:solidFill>
                  <a:schemeClr val="bg1"/>
                </a:solidFill>
                <a:prstDash val="solid"/>
                <a:miter/>
              </a:ln>
            </p:spPr>
            <p:txBody>
              <a:bodyPr rtlCol="0" anchor="ctr"/>
              <a:lstStyle/>
              <a:p>
                <a:endParaRPr lang="en-US"/>
              </a:p>
            </p:txBody>
          </p:sp>
          <p:sp>
            <p:nvSpPr>
              <p:cNvPr id="118" name="Freeform: Shape 15">
                <a:extLst>
                  <a:ext uri="{FF2B5EF4-FFF2-40B4-BE49-F238E27FC236}">
                    <a16:creationId xmlns:a16="http://schemas.microsoft.com/office/drawing/2014/main" id="{7D05D028-5DE4-7275-45A5-DDF553712AA6}"/>
                  </a:ext>
                </a:extLst>
              </p:cNvPr>
              <p:cNvSpPr/>
              <p:nvPr/>
            </p:nvSpPr>
            <p:spPr>
              <a:xfrm>
                <a:off x="428217" y="418110"/>
                <a:ext cx="47187" cy="46840"/>
              </a:xfrm>
              <a:custGeom>
                <a:avLst/>
                <a:gdLst>
                  <a:gd name="connsiteX0" fmla="*/ 39785 w 47187"/>
                  <a:gd name="connsiteY0" fmla="*/ 6592 h 46840"/>
                  <a:gd name="connsiteX1" fmla="*/ 40248 w 47187"/>
                  <a:gd name="connsiteY1" fmla="*/ 7055 h 46840"/>
                  <a:gd name="connsiteX2" fmla="*/ 40248 w 47187"/>
                  <a:gd name="connsiteY2" fmla="*/ 39901 h 46840"/>
                  <a:gd name="connsiteX3" fmla="*/ 7402 w 47187"/>
                  <a:gd name="connsiteY3" fmla="*/ 39901 h 46840"/>
                  <a:gd name="connsiteX4" fmla="*/ 6939 w 47187"/>
                  <a:gd name="connsiteY4" fmla="*/ 39439 h 46840"/>
                  <a:gd name="connsiteX5" fmla="*/ 6939 w 47187"/>
                  <a:gd name="connsiteY5" fmla="*/ 6592 h 46840"/>
                  <a:gd name="connsiteX6" fmla="*/ 39785 w 47187"/>
                  <a:gd name="connsiteY6" fmla="*/ 6592 h 4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187" h="46840">
                    <a:moveTo>
                      <a:pt x="39785" y="6592"/>
                    </a:moveTo>
                    <a:lnTo>
                      <a:pt x="40248" y="7055"/>
                    </a:lnTo>
                    <a:cubicBezTo>
                      <a:pt x="49501" y="16307"/>
                      <a:pt x="49501" y="30649"/>
                      <a:pt x="40248" y="39901"/>
                    </a:cubicBezTo>
                    <a:cubicBezTo>
                      <a:pt x="30996" y="49154"/>
                      <a:pt x="16654" y="49154"/>
                      <a:pt x="7402" y="39901"/>
                    </a:cubicBezTo>
                    <a:lnTo>
                      <a:pt x="6939" y="39439"/>
                    </a:lnTo>
                    <a:cubicBezTo>
                      <a:pt x="-2313" y="30186"/>
                      <a:pt x="-2313" y="15845"/>
                      <a:pt x="6939" y="6592"/>
                    </a:cubicBezTo>
                    <a:cubicBezTo>
                      <a:pt x="16192" y="-2197"/>
                      <a:pt x="30533" y="-2197"/>
                      <a:pt x="39785" y="6592"/>
                    </a:cubicBezTo>
                  </a:path>
                </a:pathLst>
              </a:custGeom>
              <a:noFill/>
              <a:ln w="39763" cap="flat">
                <a:solidFill>
                  <a:schemeClr val="bg1"/>
                </a:solidFill>
                <a:prstDash val="solid"/>
                <a:miter/>
              </a:ln>
            </p:spPr>
            <p:txBody>
              <a:bodyPr rtlCol="0" anchor="ctr"/>
              <a:lstStyle/>
              <a:p>
                <a:endParaRPr lang="en-US"/>
              </a:p>
            </p:txBody>
          </p:sp>
          <p:sp>
            <p:nvSpPr>
              <p:cNvPr id="119" name="Freeform: Shape 17">
                <a:extLst>
                  <a:ext uri="{FF2B5EF4-FFF2-40B4-BE49-F238E27FC236}">
                    <a16:creationId xmlns:a16="http://schemas.microsoft.com/office/drawing/2014/main" id="{EA88A230-FD1A-2AE1-5DE4-578BBA0E9539}"/>
                  </a:ext>
                </a:extLst>
              </p:cNvPr>
              <p:cNvSpPr/>
              <p:nvPr/>
            </p:nvSpPr>
            <p:spPr>
              <a:xfrm>
                <a:off x="486044" y="633808"/>
                <a:ext cx="86972" cy="4626"/>
              </a:xfrm>
              <a:custGeom>
                <a:avLst/>
                <a:gdLst>
                  <a:gd name="connsiteX0" fmla="*/ 86973 w 86972"/>
                  <a:gd name="connsiteY0" fmla="*/ 0 h 4626"/>
                  <a:gd name="connsiteX1" fmla="*/ 0 w 86972"/>
                  <a:gd name="connsiteY1" fmla="*/ 0 h 4626"/>
                </a:gdLst>
                <a:ahLst/>
                <a:cxnLst>
                  <a:cxn ang="0">
                    <a:pos x="connsiteX0" y="connsiteY0"/>
                  </a:cxn>
                  <a:cxn ang="0">
                    <a:pos x="connsiteX1" y="connsiteY1"/>
                  </a:cxn>
                </a:cxnLst>
                <a:rect l="l" t="t" r="r" b="b"/>
                <a:pathLst>
                  <a:path w="86972" h="4626">
                    <a:moveTo>
                      <a:pt x="86973" y="0"/>
                    </a:moveTo>
                    <a:lnTo>
                      <a:pt x="0" y="0"/>
                    </a:lnTo>
                  </a:path>
                </a:pathLst>
              </a:custGeom>
              <a:ln w="39763" cap="flat">
                <a:solidFill>
                  <a:schemeClr val="bg1"/>
                </a:solidFill>
                <a:prstDash val="solid"/>
                <a:miter/>
              </a:ln>
            </p:spPr>
            <p:txBody>
              <a:bodyPr rtlCol="0" anchor="ctr"/>
              <a:lstStyle/>
              <a:p>
                <a:endParaRPr lang="en-US"/>
              </a:p>
            </p:txBody>
          </p:sp>
          <p:sp>
            <p:nvSpPr>
              <p:cNvPr id="120" name="Freeform: Shape 19">
                <a:extLst>
                  <a:ext uri="{FF2B5EF4-FFF2-40B4-BE49-F238E27FC236}">
                    <a16:creationId xmlns:a16="http://schemas.microsoft.com/office/drawing/2014/main" id="{21D0D39C-4236-7896-F27C-666E4351D2EC}"/>
                  </a:ext>
                </a:extLst>
              </p:cNvPr>
              <p:cNvSpPr/>
              <p:nvPr/>
            </p:nvSpPr>
            <p:spPr>
              <a:xfrm>
                <a:off x="428217" y="610561"/>
                <a:ext cx="47187" cy="46840"/>
              </a:xfrm>
              <a:custGeom>
                <a:avLst/>
                <a:gdLst>
                  <a:gd name="connsiteX0" fmla="*/ 39785 w 47187"/>
                  <a:gd name="connsiteY0" fmla="*/ 6592 h 46840"/>
                  <a:gd name="connsiteX1" fmla="*/ 40248 w 47187"/>
                  <a:gd name="connsiteY1" fmla="*/ 7055 h 46840"/>
                  <a:gd name="connsiteX2" fmla="*/ 40248 w 47187"/>
                  <a:gd name="connsiteY2" fmla="*/ 39901 h 46840"/>
                  <a:gd name="connsiteX3" fmla="*/ 7402 w 47187"/>
                  <a:gd name="connsiteY3" fmla="*/ 39901 h 46840"/>
                  <a:gd name="connsiteX4" fmla="*/ 6939 w 47187"/>
                  <a:gd name="connsiteY4" fmla="*/ 39439 h 46840"/>
                  <a:gd name="connsiteX5" fmla="*/ 6939 w 47187"/>
                  <a:gd name="connsiteY5" fmla="*/ 6592 h 46840"/>
                  <a:gd name="connsiteX6" fmla="*/ 39785 w 47187"/>
                  <a:gd name="connsiteY6" fmla="*/ 6592 h 4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187" h="46840">
                    <a:moveTo>
                      <a:pt x="39785" y="6592"/>
                    </a:moveTo>
                    <a:lnTo>
                      <a:pt x="40248" y="7055"/>
                    </a:lnTo>
                    <a:cubicBezTo>
                      <a:pt x="49501" y="16307"/>
                      <a:pt x="49501" y="30649"/>
                      <a:pt x="40248" y="39901"/>
                    </a:cubicBezTo>
                    <a:cubicBezTo>
                      <a:pt x="30996" y="49154"/>
                      <a:pt x="16654" y="49154"/>
                      <a:pt x="7402" y="39901"/>
                    </a:cubicBezTo>
                    <a:lnTo>
                      <a:pt x="6939" y="39439"/>
                    </a:lnTo>
                    <a:cubicBezTo>
                      <a:pt x="-2313" y="30186"/>
                      <a:pt x="-2313" y="15845"/>
                      <a:pt x="6939" y="6592"/>
                    </a:cubicBezTo>
                    <a:cubicBezTo>
                      <a:pt x="16192" y="-2197"/>
                      <a:pt x="30533" y="-2197"/>
                      <a:pt x="39785" y="6592"/>
                    </a:cubicBezTo>
                  </a:path>
                </a:pathLst>
              </a:custGeom>
              <a:noFill/>
              <a:ln w="39763" cap="flat">
                <a:solidFill>
                  <a:schemeClr val="bg1"/>
                </a:solidFill>
                <a:prstDash val="solid"/>
                <a:miter/>
              </a:ln>
            </p:spPr>
            <p:txBody>
              <a:bodyPr rtlCol="0" anchor="ctr"/>
              <a:lstStyle/>
              <a:p>
                <a:endParaRPr lang="en-US"/>
              </a:p>
            </p:txBody>
          </p:sp>
          <p:sp>
            <p:nvSpPr>
              <p:cNvPr id="121" name="Freeform: Shape 21">
                <a:extLst>
                  <a:ext uri="{FF2B5EF4-FFF2-40B4-BE49-F238E27FC236}">
                    <a16:creationId xmlns:a16="http://schemas.microsoft.com/office/drawing/2014/main" id="{C5A3F24A-9D96-B52F-95C8-C21F9337A0D4}"/>
                  </a:ext>
                </a:extLst>
              </p:cNvPr>
              <p:cNvSpPr/>
              <p:nvPr/>
            </p:nvSpPr>
            <p:spPr>
              <a:xfrm>
                <a:off x="581344" y="575055"/>
                <a:ext cx="133235" cy="4626"/>
              </a:xfrm>
              <a:custGeom>
                <a:avLst/>
                <a:gdLst>
                  <a:gd name="connsiteX0" fmla="*/ 0 w 133235"/>
                  <a:gd name="connsiteY0" fmla="*/ 0 h 4626"/>
                  <a:gd name="connsiteX1" fmla="*/ 133235 w 133235"/>
                  <a:gd name="connsiteY1" fmla="*/ 0 h 4626"/>
                </a:gdLst>
                <a:ahLst/>
                <a:cxnLst>
                  <a:cxn ang="0">
                    <a:pos x="connsiteX0" y="connsiteY0"/>
                  </a:cxn>
                  <a:cxn ang="0">
                    <a:pos x="connsiteX1" y="connsiteY1"/>
                  </a:cxn>
                </a:cxnLst>
                <a:rect l="l" t="t" r="r" b="b"/>
                <a:pathLst>
                  <a:path w="133235" h="4626">
                    <a:moveTo>
                      <a:pt x="0" y="0"/>
                    </a:moveTo>
                    <a:lnTo>
                      <a:pt x="133235" y="0"/>
                    </a:lnTo>
                  </a:path>
                </a:pathLst>
              </a:custGeom>
              <a:ln w="39763" cap="flat">
                <a:solidFill>
                  <a:schemeClr val="bg1"/>
                </a:solidFill>
                <a:prstDash val="solid"/>
                <a:miter/>
              </a:ln>
            </p:spPr>
            <p:txBody>
              <a:bodyPr rtlCol="0" anchor="ctr"/>
              <a:lstStyle/>
              <a:p>
                <a:endParaRPr lang="en-US"/>
              </a:p>
            </p:txBody>
          </p:sp>
          <p:sp>
            <p:nvSpPr>
              <p:cNvPr id="122" name="Freeform: Shape 23">
                <a:extLst>
                  <a:ext uri="{FF2B5EF4-FFF2-40B4-BE49-F238E27FC236}">
                    <a16:creationId xmlns:a16="http://schemas.microsoft.com/office/drawing/2014/main" id="{92AB1253-6AE2-269B-FB23-9D12F918D8B8}"/>
                  </a:ext>
                </a:extLst>
              </p:cNvPr>
              <p:cNvSpPr/>
              <p:nvPr/>
            </p:nvSpPr>
            <p:spPr>
              <a:xfrm>
                <a:off x="698850" y="503349"/>
                <a:ext cx="4626" cy="86972"/>
              </a:xfrm>
              <a:custGeom>
                <a:avLst/>
                <a:gdLst>
                  <a:gd name="connsiteX0" fmla="*/ 0 w 4626"/>
                  <a:gd name="connsiteY0" fmla="*/ 86973 h 86972"/>
                  <a:gd name="connsiteX1" fmla="*/ 0 w 4626"/>
                  <a:gd name="connsiteY1" fmla="*/ 0 h 86972"/>
                </a:gdLst>
                <a:ahLst/>
                <a:cxnLst>
                  <a:cxn ang="0">
                    <a:pos x="connsiteX0" y="connsiteY0"/>
                  </a:cxn>
                  <a:cxn ang="0">
                    <a:pos x="connsiteX1" y="connsiteY1"/>
                  </a:cxn>
                </a:cxnLst>
                <a:rect l="l" t="t" r="r" b="b"/>
                <a:pathLst>
                  <a:path w="4626" h="86972">
                    <a:moveTo>
                      <a:pt x="0" y="86973"/>
                    </a:moveTo>
                    <a:lnTo>
                      <a:pt x="0" y="0"/>
                    </a:lnTo>
                  </a:path>
                </a:pathLst>
              </a:custGeom>
              <a:ln w="39763" cap="flat">
                <a:solidFill>
                  <a:schemeClr val="bg1"/>
                </a:solidFill>
                <a:prstDash val="solid"/>
                <a:miter/>
              </a:ln>
            </p:spPr>
            <p:txBody>
              <a:bodyPr rtlCol="0" anchor="ctr"/>
              <a:lstStyle/>
              <a:p>
                <a:endParaRPr lang="en-US"/>
              </a:p>
            </p:txBody>
          </p:sp>
          <p:sp>
            <p:nvSpPr>
              <p:cNvPr id="123" name="Freeform: Shape 24">
                <a:extLst>
                  <a:ext uri="{FF2B5EF4-FFF2-40B4-BE49-F238E27FC236}">
                    <a16:creationId xmlns:a16="http://schemas.microsoft.com/office/drawing/2014/main" id="{30F7AA58-CBD2-83B3-7D4E-211A3BDE08A2}"/>
                  </a:ext>
                </a:extLst>
              </p:cNvPr>
              <p:cNvSpPr/>
              <p:nvPr/>
            </p:nvSpPr>
            <p:spPr>
              <a:xfrm>
                <a:off x="675257" y="445983"/>
                <a:ext cx="47187" cy="47187"/>
              </a:xfrm>
              <a:custGeom>
                <a:avLst/>
                <a:gdLst>
                  <a:gd name="connsiteX0" fmla="*/ 7402 w 47187"/>
                  <a:gd name="connsiteY0" fmla="*/ 40248 h 47187"/>
                  <a:gd name="connsiteX1" fmla="*/ 6939 w 47187"/>
                  <a:gd name="connsiteY1" fmla="*/ 39785 h 47187"/>
                  <a:gd name="connsiteX2" fmla="*/ 6939 w 47187"/>
                  <a:gd name="connsiteY2" fmla="*/ 6939 h 47187"/>
                  <a:gd name="connsiteX3" fmla="*/ 39785 w 47187"/>
                  <a:gd name="connsiteY3" fmla="*/ 6939 h 47187"/>
                  <a:gd name="connsiteX4" fmla="*/ 40248 w 47187"/>
                  <a:gd name="connsiteY4" fmla="*/ 7402 h 47187"/>
                  <a:gd name="connsiteX5" fmla="*/ 40248 w 47187"/>
                  <a:gd name="connsiteY5" fmla="*/ 40248 h 47187"/>
                  <a:gd name="connsiteX6" fmla="*/ 7402 w 47187"/>
                  <a:gd name="connsiteY6" fmla="*/ 40248 h 47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187" h="47187">
                    <a:moveTo>
                      <a:pt x="7402" y="40248"/>
                    </a:moveTo>
                    <a:lnTo>
                      <a:pt x="6939" y="39785"/>
                    </a:lnTo>
                    <a:cubicBezTo>
                      <a:pt x="-2313" y="30533"/>
                      <a:pt x="-2313" y="16192"/>
                      <a:pt x="6939" y="6939"/>
                    </a:cubicBezTo>
                    <a:cubicBezTo>
                      <a:pt x="16192" y="-2313"/>
                      <a:pt x="30533" y="-2313"/>
                      <a:pt x="39785" y="6939"/>
                    </a:cubicBezTo>
                    <a:lnTo>
                      <a:pt x="40248" y="7402"/>
                    </a:lnTo>
                    <a:cubicBezTo>
                      <a:pt x="49501" y="16654"/>
                      <a:pt x="49501" y="30996"/>
                      <a:pt x="40248" y="40248"/>
                    </a:cubicBezTo>
                    <a:cubicBezTo>
                      <a:pt x="30996" y="49501"/>
                      <a:pt x="16654" y="49501"/>
                      <a:pt x="7402" y="40248"/>
                    </a:cubicBezTo>
                  </a:path>
                </a:pathLst>
              </a:custGeom>
              <a:noFill/>
              <a:ln w="39763" cap="flat">
                <a:solidFill>
                  <a:schemeClr val="bg1"/>
                </a:solidFill>
                <a:prstDash val="solid"/>
                <a:miter/>
              </a:ln>
            </p:spPr>
            <p:txBody>
              <a:bodyPr rtlCol="0" anchor="ctr"/>
              <a:lstStyle/>
              <a:p>
                <a:endParaRPr lang="en-US"/>
              </a:p>
            </p:txBody>
          </p:sp>
          <p:sp>
            <p:nvSpPr>
              <p:cNvPr id="124" name="Freeform: Shape 25">
                <a:extLst>
                  <a:ext uri="{FF2B5EF4-FFF2-40B4-BE49-F238E27FC236}">
                    <a16:creationId xmlns:a16="http://schemas.microsoft.com/office/drawing/2014/main" id="{8384E49A-A4CB-BF2E-D98A-8AC176189B5E}"/>
                  </a:ext>
                </a:extLst>
              </p:cNvPr>
              <p:cNvSpPr/>
              <p:nvPr/>
            </p:nvSpPr>
            <p:spPr>
              <a:xfrm>
                <a:off x="331991" y="285916"/>
                <a:ext cx="493154" cy="516285"/>
              </a:xfrm>
              <a:custGeom>
                <a:avLst/>
                <a:gdLst>
                  <a:gd name="connsiteX0" fmla="*/ 246577 w 493154"/>
                  <a:gd name="connsiteY0" fmla="*/ 64304 h 516285"/>
                  <a:gd name="connsiteX1" fmla="*/ 310882 w 493154"/>
                  <a:gd name="connsiteY1" fmla="*/ 0 h 516285"/>
                  <a:gd name="connsiteX2" fmla="*/ 374723 w 493154"/>
                  <a:gd name="connsiteY2" fmla="*/ 59678 h 516285"/>
                  <a:gd name="connsiteX3" fmla="*/ 387214 w 493154"/>
                  <a:gd name="connsiteY3" fmla="*/ 70319 h 516285"/>
                  <a:gd name="connsiteX4" fmla="*/ 443654 w 493154"/>
                  <a:gd name="connsiteY4" fmla="*/ 135086 h 516285"/>
                  <a:gd name="connsiteX5" fmla="*/ 442729 w 493154"/>
                  <a:gd name="connsiteY5" fmla="*/ 145726 h 516285"/>
                  <a:gd name="connsiteX6" fmla="*/ 448743 w 493154"/>
                  <a:gd name="connsiteY6" fmla="*/ 158217 h 516285"/>
                  <a:gd name="connsiteX7" fmla="*/ 493155 w 493154"/>
                  <a:gd name="connsiteY7" fmla="*/ 233161 h 516285"/>
                  <a:gd name="connsiteX8" fmla="*/ 473724 w 493154"/>
                  <a:gd name="connsiteY8" fmla="*/ 287288 h 516285"/>
                  <a:gd name="connsiteX9" fmla="*/ 473724 w 493154"/>
                  <a:gd name="connsiteY9" fmla="*/ 302092 h 516285"/>
                  <a:gd name="connsiteX10" fmla="*/ 473724 w 493154"/>
                  <a:gd name="connsiteY10" fmla="*/ 302092 h 516285"/>
                  <a:gd name="connsiteX11" fmla="*/ 493155 w 493154"/>
                  <a:gd name="connsiteY11" fmla="*/ 356219 h 516285"/>
                  <a:gd name="connsiteX12" fmla="*/ 447355 w 493154"/>
                  <a:gd name="connsiteY12" fmla="*/ 432089 h 516285"/>
                  <a:gd name="connsiteX13" fmla="*/ 441341 w 493154"/>
                  <a:gd name="connsiteY13" fmla="*/ 439953 h 516285"/>
                  <a:gd name="connsiteX14" fmla="*/ 345578 w 493154"/>
                  <a:gd name="connsiteY14" fmla="*/ 516286 h 516285"/>
                  <a:gd name="connsiteX15" fmla="*/ 247040 w 493154"/>
                  <a:gd name="connsiteY15" fmla="*/ 417747 h 516285"/>
                  <a:gd name="connsiteX16" fmla="*/ 246115 w 493154"/>
                  <a:gd name="connsiteY16" fmla="*/ 417747 h 516285"/>
                  <a:gd name="connsiteX17" fmla="*/ 147576 w 493154"/>
                  <a:gd name="connsiteY17" fmla="*/ 516286 h 516285"/>
                  <a:gd name="connsiteX18" fmla="*/ 147576 w 493154"/>
                  <a:gd name="connsiteY18" fmla="*/ 516286 h 516285"/>
                  <a:gd name="connsiteX19" fmla="*/ 51814 w 493154"/>
                  <a:gd name="connsiteY19" fmla="*/ 439953 h 516285"/>
                  <a:gd name="connsiteX20" fmla="*/ 45800 w 493154"/>
                  <a:gd name="connsiteY20" fmla="*/ 432089 h 516285"/>
                  <a:gd name="connsiteX21" fmla="*/ 0 w 493154"/>
                  <a:gd name="connsiteY21" fmla="*/ 356219 h 516285"/>
                  <a:gd name="connsiteX22" fmla="*/ 19430 w 493154"/>
                  <a:gd name="connsiteY22" fmla="*/ 302092 h 516285"/>
                  <a:gd name="connsiteX23" fmla="*/ 19430 w 493154"/>
                  <a:gd name="connsiteY23" fmla="*/ 287288 h 516285"/>
                  <a:gd name="connsiteX24" fmla="*/ 0 w 493154"/>
                  <a:gd name="connsiteY24" fmla="*/ 233161 h 516285"/>
                  <a:gd name="connsiteX25" fmla="*/ 44412 w 493154"/>
                  <a:gd name="connsiteY25" fmla="*/ 158217 h 516285"/>
                  <a:gd name="connsiteX26" fmla="*/ 50426 w 493154"/>
                  <a:gd name="connsiteY26" fmla="*/ 145726 h 516285"/>
                  <a:gd name="connsiteX27" fmla="*/ 49500 w 493154"/>
                  <a:gd name="connsiteY27" fmla="*/ 135086 h 516285"/>
                  <a:gd name="connsiteX28" fmla="*/ 106403 w 493154"/>
                  <a:gd name="connsiteY28" fmla="*/ 70319 h 516285"/>
                  <a:gd name="connsiteX29" fmla="*/ 117968 w 493154"/>
                  <a:gd name="connsiteY29" fmla="*/ 59678 h 516285"/>
                  <a:gd name="connsiteX30" fmla="*/ 181810 w 493154"/>
                  <a:gd name="connsiteY30" fmla="*/ 0 h 516285"/>
                  <a:gd name="connsiteX31" fmla="*/ 246115 w 493154"/>
                  <a:gd name="connsiteY31" fmla="*/ 64304 h 516285"/>
                  <a:gd name="connsiteX32" fmla="*/ 246577 w 493154"/>
                  <a:gd name="connsiteY32" fmla="*/ 64304 h 516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3154" h="516285">
                    <a:moveTo>
                      <a:pt x="246577" y="64304"/>
                    </a:moveTo>
                    <a:cubicBezTo>
                      <a:pt x="246577" y="28683"/>
                      <a:pt x="275260" y="0"/>
                      <a:pt x="310882" y="0"/>
                    </a:cubicBezTo>
                    <a:cubicBezTo>
                      <a:pt x="344190" y="0"/>
                      <a:pt x="372410" y="26369"/>
                      <a:pt x="374723" y="59678"/>
                    </a:cubicBezTo>
                    <a:cubicBezTo>
                      <a:pt x="375186" y="65692"/>
                      <a:pt x="380738" y="70319"/>
                      <a:pt x="387214" y="70319"/>
                    </a:cubicBezTo>
                    <a:cubicBezTo>
                      <a:pt x="422373" y="70319"/>
                      <a:pt x="443654" y="103165"/>
                      <a:pt x="443654" y="135086"/>
                    </a:cubicBezTo>
                    <a:cubicBezTo>
                      <a:pt x="443654" y="138787"/>
                      <a:pt x="443191" y="142488"/>
                      <a:pt x="442729" y="145726"/>
                    </a:cubicBezTo>
                    <a:cubicBezTo>
                      <a:pt x="441804" y="150815"/>
                      <a:pt x="444117" y="155441"/>
                      <a:pt x="448743" y="158217"/>
                    </a:cubicBezTo>
                    <a:cubicBezTo>
                      <a:pt x="476038" y="173483"/>
                      <a:pt x="493155" y="202166"/>
                      <a:pt x="493155" y="233161"/>
                    </a:cubicBezTo>
                    <a:cubicBezTo>
                      <a:pt x="493155" y="252591"/>
                      <a:pt x="486215" y="271096"/>
                      <a:pt x="473724" y="287288"/>
                    </a:cubicBezTo>
                    <a:cubicBezTo>
                      <a:pt x="470023" y="291452"/>
                      <a:pt x="470023" y="297928"/>
                      <a:pt x="473724" y="302092"/>
                    </a:cubicBezTo>
                    <a:lnTo>
                      <a:pt x="473724" y="302092"/>
                    </a:lnTo>
                    <a:cubicBezTo>
                      <a:pt x="486678" y="317821"/>
                      <a:pt x="493155" y="336326"/>
                      <a:pt x="493155" y="356219"/>
                    </a:cubicBezTo>
                    <a:cubicBezTo>
                      <a:pt x="493155" y="387677"/>
                      <a:pt x="475575" y="416822"/>
                      <a:pt x="447355" y="432089"/>
                    </a:cubicBezTo>
                    <a:cubicBezTo>
                      <a:pt x="444579" y="433477"/>
                      <a:pt x="442266" y="436715"/>
                      <a:pt x="441341" y="439953"/>
                    </a:cubicBezTo>
                    <a:cubicBezTo>
                      <a:pt x="431163" y="484828"/>
                      <a:pt x="391378" y="516286"/>
                      <a:pt x="345578" y="516286"/>
                    </a:cubicBezTo>
                    <a:cubicBezTo>
                      <a:pt x="291452" y="516286"/>
                      <a:pt x="247040" y="471874"/>
                      <a:pt x="247040" y="417747"/>
                    </a:cubicBezTo>
                    <a:lnTo>
                      <a:pt x="246115" y="417747"/>
                    </a:lnTo>
                    <a:cubicBezTo>
                      <a:pt x="246115" y="471874"/>
                      <a:pt x="201703" y="516286"/>
                      <a:pt x="147576" y="516286"/>
                    </a:cubicBezTo>
                    <a:lnTo>
                      <a:pt x="147576" y="516286"/>
                    </a:lnTo>
                    <a:cubicBezTo>
                      <a:pt x="101314" y="516286"/>
                      <a:pt x="61991" y="484828"/>
                      <a:pt x="51814" y="439953"/>
                    </a:cubicBezTo>
                    <a:cubicBezTo>
                      <a:pt x="50888" y="436715"/>
                      <a:pt x="49038" y="433939"/>
                      <a:pt x="45800" y="432089"/>
                    </a:cubicBezTo>
                    <a:cubicBezTo>
                      <a:pt x="17580" y="416822"/>
                      <a:pt x="0" y="387677"/>
                      <a:pt x="0" y="356219"/>
                    </a:cubicBezTo>
                    <a:cubicBezTo>
                      <a:pt x="0" y="336789"/>
                      <a:pt x="6939" y="318284"/>
                      <a:pt x="19430" y="302092"/>
                    </a:cubicBezTo>
                    <a:cubicBezTo>
                      <a:pt x="23131" y="297928"/>
                      <a:pt x="23131" y="291452"/>
                      <a:pt x="19430" y="287288"/>
                    </a:cubicBezTo>
                    <a:cubicBezTo>
                      <a:pt x="6477" y="271559"/>
                      <a:pt x="0" y="253054"/>
                      <a:pt x="0" y="233161"/>
                    </a:cubicBezTo>
                    <a:cubicBezTo>
                      <a:pt x="0" y="202166"/>
                      <a:pt x="17117" y="173483"/>
                      <a:pt x="44412" y="158217"/>
                    </a:cubicBezTo>
                    <a:cubicBezTo>
                      <a:pt x="48575" y="155904"/>
                      <a:pt x="50888" y="150815"/>
                      <a:pt x="50426" y="145726"/>
                    </a:cubicBezTo>
                    <a:cubicBezTo>
                      <a:pt x="49963" y="142025"/>
                      <a:pt x="49500" y="138787"/>
                      <a:pt x="49500" y="135086"/>
                    </a:cubicBezTo>
                    <a:cubicBezTo>
                      <a:pt x="49500" y="103165"/>
                      <a:pt x="70781" y="70319"/>
                      <a:pt x="106403" y="70319"/>
                    </a:cubicBezTo>
                    <a:cubicBezTo>
                      <a:pt x="112417" y="70319"/>
                      <a:pt x="117506" y="65692"/>
                      <a:pt x="117968" y="59678"/>
                    </a:cubicBezTo>
                    <a:cubicBezTo>
                      <a:pt x="120744" y="26369"/>
                      <a:pt x="148502" y="0"/>
                      <a:pt x="181810" y="0"/>
                    </a:cubicBezTo>
                    <a:cubicBezTo>
                      <a:pt x="217432" y="0"/>
                      <a:pt x="246115" y="28683"/>
                      <a:pt x="246115" y="64304"/>
                    </a:cubicBezTo>
                    <a:lnTo>
                      <a:pt x="246577" y="64304"/>
                    </a:lnTo>
                    <a:close/>
                  </a:path>
                </a:pathLst>
              </a:custGeom>
              <a:noFill/>
              <a:ln w="39763" cap="flat">
                <a:solidFill>
                  <a:schemeClr val="bg1"/>
                </a:solidFill>
                <a:prstDash val="solid"/>
                <a:miter/>
              </a:ln>
            </p:spPr>
            <p:txBody>
              <a:bodyPr rtlCol="0" anchor="ctr"/>
              <a:lstStyle/>
              <a:p>
                <a:endParaRPr lang="en-US"/>
              </a:p>
            </p:txBody>
          </p:sp>
          <p:sp>
            <p:nvSpPr>
              <p:cNvPr id="125" name="Freeform: Shape 27">
                <a:extLst>
                  <a:ext uri="{FF2B5EF4-FFF2-40B4-BE49-F238E27FC236}">
                    <a16:creationId xmlns:a16="http://schemas.microsoft.com/office/drawing/2014/main" id="{224841D7-EDA1-8B8B-70FB-043E3573E111}"/>
                  </a:ext>
                </a:extLst>
              </p:cNvPr>
              <p:cNvSpPr/>
              <p:nvPr/>
            </p:nvSpPr>
            <p:spPr>
              <a:xfrm>
                <a:off x="578106" y="346982"/>
                <a:ext cx="4626" cy="393691"/>
              </a:xfrm>
              <a:custGeom>
                <a:avLst/>
                <a:gdLst>
                  <a:gd name="connsiteX0" fmla="*/ 0 w 4626"/>
                  <a:gd name="connsiteY0" fmla="*/ 393691 h 393691"/>
                  <a:gd name="connsiteX1" fmla="*/ 0 w 4626"/>
                  <a:gd name="connsiteY1" fmla="*/ 0 h 393691"/>
                </a:gdLst>
                <a:ahLst/>
                <a:cxnLst>
                  <a:cxn ang="0">
                    <a:pos x="connsiteX0" y="connsiteY0"/>
                  </a:cxn>
                  <a:cxn ang="0">
                    <a:pos x="connsiteX1" y="connsiteY1"/>
                  </a:cxn>
                </a:cxnLst>
                <a:rect l="l" t="t" r="r" b="b"/>
                <a:pathLst>
                  <a:path w="4626" h="393691">
                    <a:moveTo>
                      <a:pt x="0" y="393691"/>
                    </a:moveTo>
                    <a:lnTo>
                      <a:pt x="0" y="0"/>
                    </a:lnTo>
                  </a:path>
                </a:pathLst>
              </a:custGeom>
              <a:ln w="39763" cap="flat">
                <a:solidFill>
                  <a:schemeClr val="bg1"/>
                </a:solidFill>
                <a:prstDash val="solid"/>
                <a:miter/>
              </a:ln>
            </p:spPr>
            <p:txBody>
              <a:bodyPr rtlCol="0" anchor="ctr"/>
              <a:lstStyle/>
              <a:p>
                <a:endParaRPr lang="en-US"/>
              </a:p>
            </p:txBody>
          </p:sp>
        </p:grpSp>
      </p:grpSp>
      <p:grpSp>
        <p:nvGrpSpPr>
          <p:cNvPr id="294" name="Groupe 293">
            <a:extLst>
              <a:ext uri="{FF2B5EF4-FFF2-40B4-BE49-F238E27FC236}">
                <a16:creationId xmlns:a16="http://schemas.microsoft.com/office/drawing/2014/main" id="{0CCBF62C-D4A0-2CEB-87B9-372ABB9E5A52}"/>
              </a:ext>
            </a:extLst>
          </p:cNvPr>
          <p:cNvGrpSpPr/>
          <p:nvPr/>
        </p:nvGrpSpPr>
        <p:grpSpPr>
          <a:xfrm>
            <a:off x="2771731" y="5476626"/>
            <a:ext cx="760000" cy="684000"/>
            <a:chOff x="2771731" y="5476626"/>
            <a:chExt cx="760000" cy="684000"/>
          </a:xfrm>
        </p:grpSpPr>
        <p:sp>
          <p:nvSpPr>
            <p:cNvPr id="73" name="TextBox 8">
              <a:extLst>
                <a:ext uri="{FF2B5EF4-FFF2-40B4-BE49-F238E27FC236}">
                  <a16:creationId xmlns:a16="http://schemas.microsoft.com/office/drawing/2014/main" id="{51ACC270-207F-7D84-18BB-C957B9DDADC4}"/>
                </a:ext>
                <a:ext uri="{C183D7F6-B498-43B3-948B-1728B52AA6E4}">
                  <adec:decorative xmlns:adec="http://schemas.microsoft.com/office/drawing/2017/decorative" val="1"/>
                </a:ext>
              </a:extLst>
            </p:cNvPr>
            <p:cNvSpPr txBox="1"/>
            <p:nvPr/>
          </p:nvSpPr>
          <p:spPr>
            <a:xfrm>
              <a:off x="2771731" y="5476626"/>
              <a:ext cx="760000" cy="684000"/>
            </a:xfrm>
            <a:prstGeom prst="rect">
              <a:avLst/>
            </a:prstGeom>
            <a:solidFill>
              <a:schemeClr val="accent4"/>
            </a:solidFill>
            <a:ln w="12700">
              <a:solidFill>
                <a:schemeClr val="accent4"/>
              </a:solidFill>
            </a:ln>
          </p:spPr>
          <p:txBody>
            <a:bodyPr wrap="square" lIns="91440" tIns="45720" rIns="91440" bIns="45720" rtlCol="0">
              <a:noAutofit/>
            </a:bodyPr>
            <a:lstStyle/>
            <a:p>
              <a:pPr algn="l"/>
              <a:endParaRPr lang="en-IN" dirty="0">
                <a:solidFill>
                  <a:schemeClr val="accent3"/>
                </a:solidFill>
              </a:endParaRPr>
            </a:p>
          </p:txBody>
        </p:sp>
        <p:grpSp>
          <p:nvGrpSpPr>
            <p:cNvPr id="126" name="Group 10">
              <a:extLst>
                <a:ext uri="{FF2B5EF4-FFF2-40B4-BE49-F238E27FC236}">
                  <a16:creationId xmlns:a16="http://schemas.microsoft.com/office/drawing/2014/main" id="{3968FFD4-739D-EC25-C6B0-54DD693D84A7}"/>
                </a:ext>
              </a:extLst>
            </p:cNvPr>
            <p:cNvGrpSpPr>
              <a:grpSpLocks noChangeAspect="1"/>
            </p:cNvGrpSpPr>
            <p:nvPr/>
          </p:nvGrpSpPr>
          <p:grpSpPr>
            <a:xfrm>
              <a:off x="2939383" y="5613189"/>
              <a:ext cx="412645" cy="432000"/>
              <a:chOff x="331991" y="285916"/>
              <a:chExt cx="493154" cy="516285"/>
            </a:xfrm>
          </p:grpSpPr>
          <p:sp>
            <p:nvSpPr>
              <p:cNvPr id="127" name="Freeform: Shape 13">
                <a:extLst>
                  <a:ext uri="{FF2B5EF4-FFF2-40B4-BE49-F238E27FC236}">
                    <a16:creationId xmlns:a16="http://schemas.microsoft.com/office/drawing/2014/main" id="{6EF28C1A-2A62-9DDD-B727-A5A6DF5A1868}"/>
                  </a:ext>
                </a:extLst>
              </p:cNvPr>
              <p:cNvSpPr/>
              <p:nvPr/>
            </p:nvSpPr>
            <p:spPr>
              <a:xfrm>
                <a:off x="486044" y="441357"/>
                <a:ext cx="86972" cy="4626"/>
              </a:xfrm>
              <a:custGeom>
                <a:avLst/>
                <a:gdLst>
                  <a:gd name="connsiteX0" fmla="*/ 86973 w 86972"/>
                  <a:gd name="connsiteY0" fmla="*/ 0 h 4626"/>
                  <a:gd name="connsiteX1" fmla="*/ 0 w 86972"/>
                  <a:gd name="connsiteY1" fmla="*/ 0 h 4626"/>
                </a:gdLst>
                <a:ahLst/>
                <a:cxnLst>
                  <a:cxn ang="0">
                    <a:pos x="connsiteX0" y="connsiteY0"/>
                  </a:cxn>
                  <a:cxn ang="0">
                    <a:pos x="connsiteX1" y="connsiteY1"/>
                  </a:cxn>
                </a:cxnLst>
                <a:rect l="l" t="t" r="r" b="b"/>
                <a:pathLst>
                  <a:path w="86972" h="4626">
                    <a:moveTo>
                      <a:pt x="86973" y="0"/>
                    </a:moveTo>
                    <a:lnTo>
                      <a:pt x="0" y="0"/>
                    </a:lnTo>
                  </a:path>
                </a:pathLst>
              </a:custGeom>
              <a:ln w="39763" cap="flat">
                <a:solidFill>
                  <a:schemeClr val="bg1"/>
                </a:solidFill>
                <a:prstDash val="solid"/>
                <a:miter/>
              </a:ln>
            </p:spPr>
            <p:txBody>
              <a:bodyPr rtlCol="0" anchor="ctr"/>
              <a:lstStyle/>
              <a:p>
                <a:endParaRPr lang="en-US"/>
              </a:p>
            </p:txBody>
          </p:sp>
          <p:sp>
            <p:nvSpPr>
              <p:cNvPr id="128" name="Freeform: Shape 15">
                <a:extLst>
                  <a:ext uri="{FF2B5EF4-FFF2-40B4-BE49-F238E27FC236}">
                    <a16:creationId xmlns:a16="http://schemas.microsoft.com/office/drawing/2014/main" id="{A6E424B9-9AD7-BF6C-8CF9-EFB4723DA68C}"/>
                  </a:ext>
                </a:extLst>
              </p:cNvPr>
              <p:cNvSpPr/>
              <p:nvPr/>
            </p:nvSpPr>
            <p:spPr>
              <a:xfrm>
                <a:off x="428217" y="418110"/>
                <a:ext cx="47187" cy="46840"/>
              </a:xfrm>
              <a:custGeom>
                <a:avLst/>
                <a:gdLst>
                  <a:gd name="connsiteX0" fmla="*/ 39785 w 47187"/>
                  <a:gd name="connsiteY0" fmla="*/ 6592 h 46840"/>
                  <a:gd name="connsiteX1" fmla="*/ 40248 w 47187"/>
                  <a:gd name="connsiteY1" fmla="*/ 7055 h 46840"/>
                  <a:gd name="connsiteX2" fmla="*/ 40248 w 47187"/>
                  <a:gd name="connsiteY2" fmla="*/ 39901 h 46840"/>
                  <a:gd name="connsiteX3" fmla="*/ 7402 w 47187"/>
                  <a:gd name="connsiteY3" fmla="*/ 39901 h 46840"/>
                  <a:gd name="connsiteX4" fmla="*/ 6939 w 47187"/>
                  <a:gd name="connsiteY4" fmla="*/ 39439 h 46840"/>
                  <a:gd name="connsiteX5" fmla="*/ 6939 w 47187"/>
                  <a:gd name="connsiteY5" fmla="*/ 6592 h 46840"/>
                  <a:gd name="connsiteX6" fmla="*/ 39785 w 47187"/>
                  <a:gd name="connsiteY6" fmla="*/ 6592 h 4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187" h="46840">
                    <a:moveTo>
                      <a:pt x="39785" y="6592"/>
                    </a:moveTo>
                    <a:lnTo>
                      <a:pt x="40248" y="7055"/>
                    </a:lnTo>
                    <a:cubicBezTo>
                      <a:pt x="49501" y="16307"/>
                      <a:pt x="49501" y="30649"/>
                      <a:pt x="40248" y="39901"/>
                    </a:cubicBezTo>
                    <a:cubicBezTo>
                      <a:pt x="30996" y="49154"/>
                      <a:pt x="16654" y="49154"/>
                      <a:pt x="7402" y="39901"/>
                    </a:cubicBezTo>
                    <a:lnTo>
                      <a:pt x="6939" y="39439"/>
                    </a:lnTo>
                    <a:cubicBezTo>
                      <a:pt x="-2313" y="30186"/>
                      <a:pt x="-2313" y="15845"/>
                      <a:pt x="6939" y="6592"/>
                    </a:cubicBezTo>
                    <a:cubicBezTo>
                      <a:pt x="16192" y="-2197"/>
                      <a:pt x="30533" y="-2197"/>
                      <a:pt x="39785" y="6592"/>
                    </a:cubicBezTo>
                  </a:path>
                </a:pathLst>
              </a:custGeom>
              <a:noFill/>
              <a:ln w="39763" cap="flat">
                <a:solidFill>
                  <a:schemeClr val="bg1"/>
                </a:solidFill>
                <a:prstDash val="solid"/>
                <a:miter/>
              </a:ln>
            </p:spPr>
            <p:txBody>
              <a:bodyPr rtlCol="0" anchor="ctr"/>
              <a:lstStyle/>
              <a:p>
                <a:endParaRPr lang="en-US"/>
              </a:p>
            </p:txBody>
          </p:sp>
          <p:sp>
            <p:nvSpPr>
              <p:cNvPr id="129" name="Freeform: Shape 17">
                <a:extLst>
                  <a:ext uri="{FF2B5EF4-FFF2-40B4-BE49-F238E27FC236}">
                    <a16:creationId xmlns:a16="http://schemas.microsoft.com/office/drawing/2014/main" id="{31042F9C-16EB-2066-CD76-6FB26E2D8916}"/>
                  </a:ext>
                </a:extLst>
              </p:cNvPr>
              <p:cNvSpPr/>
              <p:nvPr/>
            </p:nvSpPr>
            <p:spPr>
              <a:xfrm>
                <a:off x="486044" y="633808"/>
                <a:ext cx="86972" cy="4626"/>
              </a:xfrm>
              <a:custGeom>
                <a:avLst/>
                <a:gdLst>
                  <a:gd name="connsiteX0" fmla="*/ 86973 w 86972"/>
                  <a:gd name="connsiteY0" fmla="*/ 0 h 4626"/>
                  <a:gd name="connsiteX1" fmla="*/ 0 w 86972"/>
                  <a:gd name="connsiteY1" fmla="*/ 0 h 4626"/>
                </a:gdLst>
                <a:ahLst/>
                <a:cxnLst>
                  <a:cxn ang="0">
                    <a:pos x="connsiteX0" y="connsiteY0"/>
                  </a:cxn>
                  <a:cxn ang="0">
                    <a:pos x="connsiteX1" y="connsiteY1"/>
                  </a:cxn>
                </a:cxnLst>
                <a:rect l="l" t="t" r="r" b="b"/>
                <a:pathLst>
                  <a:path w="86972" h="4626">
                    <a:moveTo>
                      <a:pt x="86973" y="0"/>
                    </a:moveTo>
                    <a:lnTo>
                      <a:pt x="0" y="0"/>
                    </a:lnTo>
                  </a:path>
                </a:pathLst>
              </a:custGeom>
              <a:ln w="39763" cap="flat">
                <a:solidFill>
                  <a:schemeClr val="bg1"/>
                </a:solidFill>
                <a:prstDash val="solid"/>
                <a:miter/>
              </a:ln>
            </p:spPr>
            <p:txBody>
              <a:bodyPr rtlCol="0" anchor="ctr"/>
              <a:lstStyle/>
              <a:p>
                <a:endParaRPr lang="en-US"/>
              </a:p>
            </p:txBody>
          </p:sp>
          <p:sp>
            <p:nvSpPr>
              <p:cNvPr id="130" name="Freeform: Shape 19">
                <a:extLst>
                  <a:ext uri="{FF2B5EF4-FFF2-40B4-BE49-F238E27FC236}">
                    <a16:creationId xmlns:a16="http://schemas.microsoft.com/office/drawing/2014/main" id="{65CEC8D5-C890-6B0E-3F42-19C9B0842064}"/>
                  </a:ext>
                </a:extLst>
              </p:cNvPr>
              <p:cNvSpPr/>
              <p:nvPr/>
            </p:nvSpPr>
            <p:spPr>
              <a:xfrm>
                <a:off x="428217" y="610561"/>
                <a:ext cx="47187" cy="46840"/>
              </a:xfrm>
              <a:custGeom>
                <a:avLst/>
                <a:gdLst>
                  <a:gd name="connsiteX0" fmla="*/ 39785 w 47187"/>
                  <a:gd name="connsiteY0" fmla="*/ 6592 h 46840"/>
                  <a:gd name="connsiteX1" fmla="*/ 40248 w 47187"/>
                  <a:gd name="connsiteY1" fmla="*/ 7055 h 46840"/>
                  <a:gd name="connsiteX2" fmla="*/ 40248 w 47187"/>
                  <a:gd name="connsiteY2" fmla="*/ 39901 h 46840"/>
                  <a:gd name="connsiteX3" fmla="*/ 7402 w 47187"/>
                  <a:gd name="connsiteY3" fmla="*/ 39901 h 46840"/>
                  <a:gd name="connsiteX4" fmla="*/ 6939 w 47187"/>
                  <a:gd name="connsiteY4" fmla="*/ 39439 h 46840"/>
                  <a:gd name="connsiteX5" fmla="*/ 6939 w 47187"/>
                  <a:gd name="connsiteY5" fmla="*/ 6592 h 46840"/>
                  <a:gd name="connsiteX6" fmla="*/ 39785 w 47187"/>
                  <a:gd name="connsiteY6" fmla="*/ 6592 h 4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187" h="46840">
                    <a:moveTo>
                      <a:pt x="39785" y="6592"/>
                    </a:moveTo>
                    <a:lnTo>
                      <a:pt x="40248" y="7055"/>
                    </a:lnTo>
                    <a:cubicBezTo>
                      <a:pt x="49501" y="16307"/>
                      <a:pt x="49501" y="30649"/>
                      <a:pt x="40248" y="39901"/>
                    </a:cubicBezTo>
                    <a:cubicBezTo>
                      <a:pt x="30996" y="49154"/>
                      <a:pt x="16654" y="49154"/>
                      <a:pt x="7402" y="39901"/>
                    </a:cubicBezTo>
                    <a:lnTo>
                      <a:pt x="6939" y="39439"/>
                    </a:lnTo>
                    <a:cubicBezTo>
                      <a:pt x="-2313" y="30186"/>
                      <a:pt x="-2313" y="15845"/>
                      <a:pt x="6939" y="6592"/>
                    </a:cubicBezTo>
                    <a:cubicBezTo>
                      <a:pt x="16192" y="-2197"/>
                      <a:pt x="30533" y="-2197"/>
                      <a:pt x="39785" y="6592"/>
                    </a:cubicBezTo>
                  </a:path>
                </a:pathLst>
              </a:custGeom>
              <a:noFill/>
              <a:ln w="39763" cap="flat">
                <a:solidFill>
                  <a:schemeClr val="bg1"/>
                </a:solidFill>
                <a:prstDash val="solid"/>
                <a:miter/>
              </a:ln>
            </p:spPr>
            <p:txBody>
              <a:bodyPr rtlCol="0" anchor="ctr"/>
              <a:lstStyle/>
              <a:p>
                <a:endParaRPr lang="en-US"/>
              </a:p>
            </p:txBody>
          </p:sp>
          <p:sp>
            <p:nvSpPr>
              <p:cNvPr id="131" name="Freeform: Shape 21">
                <a:extLst>
                  <a:ext uri="{FF2B5EF4-FFF2-40B4-BE49-F238E27FC236}">
                    <a16:creationId xmlns:a16="http://schemas.microsoft.com/office/drawing/2014/main" id="{0A2A6EB4-7BB4-E461-F902-86F594494897}"/>
                  </a:ext>
                </a:extLst>
              </p:cNvPr>
              <p:cNvSpPr/>
              <p:nvPr/>
            </p:nvSpPr>
            <p:spPr>
              <a:xfrm>
                <a:off x="581344" y="575055"/>
                <a:ext cx="133235" cy="4626"/>
              </a:xfrm>
              <a:custGeom>
                <a:avLst/>
                <a:gdLst>
                  <a:gd name="connsiteX0" fmla="*/ 0 w 133235"/>
                  <a:gd name="connsiteY0" fmla="*/ 0 h 4626"/>
                  <a:gd name="connsiteX1" fmla="*/ 133235 w 133235"/>
                  <a:gd name="connsiteY1" fmla="*/ 0 h 4626"/>
                </a:gdLst>
                <a:ahLst/>
                <a:cxnLst>
                  <a:cxn ang="0">
                    <a:pos x="connsiteX0" y="connsiteY0"/>
                  </a:cxn>
                  <a:cxn ang="0">
                    <a:pos x="connsiteX1" y="connsiteY1"/>
                  </a:cxn>
                </a:cxnLst>
                <a:rect l="l" t="t" r="r" b="b"/>
                <a:pathLst>
                  <a:path w="133235" h="4626">
                    <a:moveTo>
                      <a:pt x="0" y="0"/>
                    </a:moveTo>
                    <a:lnTo>
                      <a:pt x="133235" y="0"/>
                    </a:lnTo>
                  </a:path>
                </a:pathLst>
              </a:custGeom>
              <a:ln w="39763" cap="flat">
                <a:solidFill>
                  <a:schemeClr val="bg1"/>
                </a:solidFill>
                <a:prstDash val="solid"/>
                <a:miter/>
              </a:ln>
            </p:spPr>
            <p:txBody>
              <a:bodyPr rtlCol="0" anchor="ctr"/>
              <a:lstStyle/>
              <a:p>
                <a:endParaRPr lang="en-US"/>
              </a:p>
            </p:txBody>
          </p:sp>
          <p:sp>
            <p:nvSpPr>
              <p:cNvPr id="132" name="Freeform: Shape 23">
                <a:extLst>
                  <a:ext uri="{FF2B5EF4-FFF2-40B4-BE49-F238E27FC236}">
                    <a16:creationId xmlns:a16="http://schemas.microsoft.com/office/drawing/2014/main" id="{CAA12E99-321F-EEC9-F813-2B40CBCB8D97}"/>
                  </a:ext>
                </a:extLst>
              </p:cNvPr>
              <p:cNvSpPr/>
              <p:nvPr/>
            </p:nvSpPr>
            <p:spPr>
              <a:xfrm>
                <a:off x="698850" y="503349"/>
                <a:ext cx="4626" cy="86972"/>
              </a:xfrm>
              <a:custGeom>
                <a:avLst/>
                <a:gdLst>
                  <a:gd name="connsiteX0" fmla="*/ 0 w 4626"/>
                  <a:gd name="connsiteY0" fmla="*/ 86973 h 86972"/>
                  <a:gd name="connsiteX1" fmla="*/ 0 w 4626"/>
                  <a:gd name="connsiteY1" fmla="*/ 0 h 86972"/>
                </a:gdLst>
                <a:ahLst/>
                <a:cxnLst>
                  <a:cxn ang="0">
                    <a:pos x="connsiteX0" y="connsiteY0"/>
                  </a:cxn>
                  <a:cxn ang="0">
                    <a:pos x="connsiteX1" y="connsiteY1"/>
                  </a:cxn>
                </a:cxnLst>
                <a:rect l="l" t="t" r="r" b="b"/>
                <a:pathLst>
                  <a:path w="4626" h="86972">
                    <a:moveTo>
                      <a:pt x="0" y="86973"/>
                    </a:moveTo>
                    <a:lnTo>
                      <a:pt x="0" y="0"/>
                    </a:lnTo>
                  </a:path>
                </a:pathLst>
              </a:custGeom>
              <a:ln w="39763" cap="flat">
                <a:solidFill>
                  <a:schemeClr val="bg1"/>
                </a:solidFill>
                <a:prstDash val="solid"/>
                <a:miter/>
              </a:ln>
            </p:spPr>
            <p:txBody>
              <a:bodyPr rtlCol="0" anchor="ctr"/>
              <a:lstStyle/>
              <a:p>
                <a:endParaRPr lang="en-US"/>
              </a:p>
            </p:txBody>
          </p:sp>
          <p:sp>
            <p:nvSpPr>
              <p:cNvPr id="133" name="Freeform: Shape 24">
                <a:extLst>
                  <a:ext uri="{FF2B5EF4-FFF2-40B4-BE49-F238E27FC236}">
                    <a16:creationId xmlns:a16="http://schemas.microsoft.com/office/drawing/2014/main" id="{3AD71266-C72E-49FB-DB64-2F2A068F3E94}"/>
                  </a:ext>
                </a:extLst>
              </p:cNvPr>
              <p:cNvSpPr/>
              <p:nvPr/>
            </p:nvSpPr>
            <p:spPr>
              <a:xfrm>
                <a:off x="675257" y="445983"/>
                <a:ext cx="47187" cy="47187"/>
              </a:xfrm>
              <a:custGeom>
                <a:avLst/>
                <a:gdLst>
                  <a:gd name="connsiteX0" fmla="*/ 7402 w 47187"/>
                  <a:gd name="connsiteY0" fmla="*/ 40248 h 47187"/>
                  <a:gd name="connsiteX1" fmla="*/ 6939 w 47187"/>
                  <a:gd name="connsiteY1" fmla="*/ 39785 h 47187"/>
                  <a:gd name="connsiteX2" fmla="*/ 6939 w 47187"/>
                  <a:gd name="connsiteY2" fmla="*/ 6939 h 47187"/>
                  <a:gd name="connsiteX3" fmla="*/ 39785 w 47187"/>
                  <a:gd name="connsiteY3" fmla="*/ 6939 h 47187"/>
                  <a:gd name="connsiteX4" fmla="*/ 40248 w 47187"/>
                  <a:gd name="connsiteY4" fmla="*/ 7402 h 47187"/>
                  <a:gd name="connsiteX5" fmla="*/ 40248 w 47187"/>
                  <a:gd name="connsiteY5" fmla="*/ 40248 h 47187"/>
                  <a:gd name="connsiteX6" fmla="*/ 7402 w 47187"/>
                  <a:gd name="connsiteY6" fmla="*/ 40248 h 47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187" h="47187">
                    <a:moveTo>
                      <a:pt x="7402" y="40248"/>
                    </a:moveTo>
                    <a:lnTo>
                      <a:pt x="6939" y="39785"/>
                    </a:lnTo>
                    <a:cubicBezTo>
                      <a:pt x="-2313" y="30533"/>
                      <a:pt x="-2313" y="16192"/>
                      <a:pt x="6939" y="6939"/>
                    </a:cubicBezTo>
                    <a:cubicBezTo>
                      <a:pt x="16192" y="-2313"/>
                      <a:pt x="30533" y="-2313"/>
                      <a:pt x="39785" y="6939"/>
                    </a:cubicBezTo>
                    <a:lnTo>
                      <a:pt x="40248" y="7402"/>
                    </a:lnTo>
                    <a:cubicBezTo>
                      <a:pt x="49501" y="16654"/>
                      <a:pt x="49501" y="30996"/>
                      <a:pt x="40248" y="40248"/>
                    </a:cubicBezTo>
                    <a:cubicBezTo>
                      <a:pt x="30996" y="49501"/>
                      <a:pt x="16654" y="49501"/>
                      <a:pt x="7402" y="40248"/>
                    </a:cubicBezTo>
                  </a:path>
                </a:pathLst>
              </a:custGeom>
              <a:noFill/>
              <a:ln w="39763" cap="flat">
                <a:solidFill>
                  <a:schemeClr val="bg1"/>
                </a:solidFill>
                <a:prstDash val="solid"/>
                <a:miter/>
              </a:ln>
            </p:spPr>
            <p:txBody>
              <a:bodyPr rtlCol="0" anchor="ctr"/>
              <a:lstStyle/>
              <a:p>
                <a:endParaRPr lang="en-US"/>
              </a:p>
            </p:txBody>
          </p:sp>
          <p:sp>
            <p:nvSpPr>
              <p:cNvPr id="134" name="Freeform: Shape 25">
                <a:extLst>
                  <a:ext uri="{FF2B5EF4-FFF2-40B4-BE49-F238E27FC236}">
                    <a16:creationId xmlns:a16="http://schemas.microsoft.com/office/drawing/2014/main" id="{40760F97-4399-4C62-AA31-5735424DA017}"/>
                  </a:ext>
                </a:extLst>
              </p:cNvPr>
              <p:cNvSpPr/>
              <p:nvPr/>
            </p:nvSpPr>
            <p:spPr>
              <a:xfrm>
                <a:off x="331991" y="285916"/>
                <a:ext cx="493154" cy="516285"/>
              </a:xfrm>
              <a:custGeom>
                <a:avLst/>
                <a:gdLst>
                  <a:gd name="connsiteX0" fmla="*/ 246577 w 493154"/>
                  <a:gd name="connsiteY0" fmla="*/ 64304 h 516285"/>
                  <a:gd name="connsiteX1" fmla="*/ 310882 w 493154"/>
                  <a:gd name="connsiteY1" fmla="*/ 0 h 516285"/>
                  <a:gd name="connsiteX2" fmla="*/ 374723 w 493154"/>
                  <a:gd name="connsiteY2" fmla="*/ 59678 h 516285"/>
                  <a:gd name="connsiteX3" fmla="*/ 387214 w 493154"/>
                  <a:gd name="connsiteY3" fmla="*/ 70319 h 516285"/>
                  <a:gd name="connsiteX4" fmla="*/ 443654 w 493154"/>
                  <a:gd name="connsiteY4" fmla="*/ 135086 h 516285"/>
                  <a:gd name="connsiteX5" fmla="*/ 442729 w 493154"/>
                  <a:gd name="connsiteY5" fmla="*/ 145726 h 516285"/>
                  <a:gd name="connsiteX6" fmla="*/ 448743 w 493154"/>
                  <a:gd name="connsiteY6" fmla="*/ 158217 h 516285"/>
                  <a:gd name="connsiteX7" fmla="*/ 493155 w 493154"/>
                  <a:gd name="connsiteY7" fmla="*/ 233161 h 516285"/>
                  <a:gd name="connsiteX8" fmla="*/ 473724 w 493154"/>
                  <a:gd name="connsiteY8" fmla="*/ 287288 h 516285"/>
                  <a:gd name="connsiteX9" fmla="*/ 473724 w 493154"/>
                  <a:gd name="connsiteY9" fmla="*/ 302092 h 516285"/>
                  <a:gd name="connsiteX10" fmla="*/ 473724 w 493154"/>
                  <a:gd name="connsiteY10" fmla="*/ 302092 h 516285"/>
                  <a:gd name="connsiteX11" fmla="*/ 493155 w 493154"/>
                  <a:gd name="connsiteY11" fmla="*/ 356219 h 516285"/>
                  <a:gd name="connsiteX12" fmla="*/ 447355 w 493154"/>
                  <a:gd name="connsiteY12" fmla="*/ 432089 h 516285"/>
                  <a:gd name="connsiteX13" fmla="*/ 441341 w 493154"/>
                  <a:gd name="connsiteY13" fmla="*/ 439953 h 516285"/>
                  <a:gd name="connsiteX14" fmla="*/ 345578 w 493154"/>
                  <a:gd name="connsiteY14" fmla="*/ 516286 h 516285"/>
                  <a:gd name="connsiteX15" fmla="*/ 247040 w 493154"/>
                  <a:gd name="connsiteY15" fmla="*/ 417747 h 516285"/>
                  <a:gd name="connsiteX16" fmla="*/ 246115 w 493154"/>
                  <a:gd name="connsiteY16" fmla="*/ 417747 h 516285"/>
                  <a:gd name="connsiteX17" fmla="*/ 147576 w 493154"/>
                  <a:gd name="connsiteY17" fmla="*/ 516286 h 516285"/>
                  <a:gd name="connsiteX18" fmla="*/ 147576 w 493154"/>
                  <a:gd name="connsiteY18" fmla="*/ 516286 h 516285"/>
                  <a:gd name="connsiteX19" fmla="*/ 51814 w 493154"/>
                  <a:gd name="connsiteY19" fmla="*/ 439953 h 516285"/>
                  <a:gd name="connsiteX20" fmla="*/ 45800 w 493154"/>
                  <a:gd name="connsiteY20" fmla="*/ 432089 h 516285"/>
                  <a:gd name="connsiteX21" fmla="*/ 0 w 493154"/>
                  <a:gd name="connsiteY21" fmla="*/ 356219 h 516285"/>
                  <a:gd name="connsiteX22" fmla="*/ 19430 w 493154"/>
                  <a:gd name="connsiteY22" fmla="*/ 302092 h 516285"/>
                  <a:gd name="connsiteX23" fmla="*/ 19430 w 493154"/>
                  <a:gd name="connsiteY23" fmla="*/ 287288 h 516285"/>
                  <a:gd name="connsiteX24" fmla="*/ 0 w 493154"/>
                  <a:gd name="connsiteY24" fmla="*/ 233161 h 516285"/>
                  <a:gd name="connsiteX25" fmla="*/ 44412 w 493154"/>
                  <a:gd name="connsiteY25" fmla="*/ 158217 h 516285"/>
                  <a:gd name="connsiteX26" fmla="*/ 50426 w 493154"/>
                  <a:gd name="connsiteY26" fmla="*/ 145726 h 516285"/>
                  <a:gd name="connsiteX27" fmla="*/ 49500 w 493154"/>
                  <a:gd name="connsiteY27" fmla="*/ 135086 h 516285"/>
                  <a:gd name="connsiteX28" fmla="*/ 106403 w 493154"/>
                  <a:gd name="connsiteY28" fmla="*/ 70319 h 516285"/>
                  <a:gd name="connsiteX29" fmla="*/ 117968 w 493154"/>
                  <a:gd name="connsiteY29" fmla="*/ 59678 h 516285"/>
                  <a:gd name="connsiteX30" fmla="*/ 181810 w 493154"/>
                  <a:gd name="connsiteY30" fmla="*/ 0 h 516285"/>
                  <a:gd name="connsiteX31" fmla="*/ 246115 w 493154"/>
                  <a:gd name="connsiteY31" fmla="*/ 64304 h 516285"/>
                  <a:gd name="connsiteX32" fmla="*/ 246577 w 493154"/>
                  <a:gd name="connsiteY32" fmla="*/ 64304 h 516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3154" h="516285">
                    <a:moveTo>
                      <a:pt x="246577" y="64304"/>
                    </a:moveTo>
                    <a:cubicBezTo>
                      <a:pt x="246577" y="28683"/>
                      <a:pt x="275260" y="0"/>
                      <a:pt x="310882" y="0"/>
                    </a:cubicBezTo>
                    <a:cubicBezTo>
                      <a:pt x="344190" y="0"/>
                      <a:pt x="372410" y="26369"/>
                      <a:pt x="374723" y="59678"/>
                    </a:cubicBezTo>
                    <a:cubicBezTo>
                      <a:pt x="375186" y="65692"/>
                      <a:pt x="380738" y="70319"/>
                      <a:pt x="387214" y="70319"/>
                    </a:cubicBezTo>
                    <a:cubicBezTo>
                      <a:pt x="422373" y="70319"/>
                      <a:pt x="443654" y="103165"/>
                      <a:pt x="443654" y="135086"/>
                    </a:cubicBezTo>
                    <a:cubicBezTo>
                      <a:pt x="443654" y="138787"/>
                      <a:pt x="443191" y="142488"/>
                      <a:pt x="442729" y="145726"/>
                    </a:cubicBezTo>
                    <a:cubicBezTo>
                      <a:pt x="441804" y="150815"/>
                      <a:pt x="444117" y="155441"/>
                      <a:pt x="448743" y="158217"/>
                    </a:cubicBezTo>
                    <a:cubicBezTo>
                      <a:pt x="476038" y="173483"/>
                      <a:pt x="493155" y="202166"/>
                      <a:pt x="493155" y="233161"/>
                    </a:cubicBezTo>
                    <a:cubicBezTo>
                      <a:pt x="493155" y="252591"/>
                      <a:pt x="486215" y="271096"/>
                      <a:pt x="473724" y="287288"/>
                    </a:cubicBezTo>
                    <a:cubicBezTo>
                      <a:pt x="470023" y="291452"/>
                      <a:pt x="470023" y="297928"/>
                      <a:pt x="473724" y="302092"/>
                    </a:cubicBezTo>
                    <a:lnTo>
                      <a:pt x="473724" y="302092"/>
                    </a:lnTo>
                    <a:cubicBezTo>
                      <a:pt x="486678" y="317821"/>
                      <a:pt x="493155" y="336326"/>
                      <a:pt x="493155" y="356219"/>
                    </a:cubicBezTo>
                    <a:cubicBezTo>
                      <a:pt x="493155" y="387677"/>
                      <a:pt x="475575" y="416822"/>
                      <a:pt x="447355" y="432089"/>
                    </a:cubicBezTo>
                    <a:cubicBezTo>
                      <a:pt x="444579" y="433477"/>
                      <a:pt x="442266" y="436715"/>
                      <a:pt x="441341" y="439953"/>
                    </a:cubicBezTo>
                    <a:cubicBezTo>
                      <a:pt x="431163" y="484828"/>
                      <a:pt x="391378" y="516286"/>
                      <a:pt x="345578" y="516286"/>
                    </a:cubicBezTo>
                    <a:cubicBezTo>
                      <a:pt x="291452" y="516286"/>
                      <a:pt x="247040" y="471874"/>
                      <a:pt x="247040" y="417747"/>
                    </a:cubicBezTo>
                    <a:lnTo>
                      <a:pt x="246115" y="417747"/>
                    </a:lnTo>
                    <a:cubicBezTo>
                      <a:pt x="246115" y="471874"/>
                      <a:pt x="201703" y="516286"/>
                      <a:pt x="147576" y="516286"/>
                    </a:cubicBezTo>
                    <a:lnTo>
                      <a:pt x="147576" y="516286"/>
                    </a:lnTo>
                    <a:cubicBezTo>
                      <a:pt x="101314" y="516286"/>
                      <a:pt x="61991" y="484828"/>
                      <a:pt x="51814" y="439953"/>
                    </a:cubicBezTo>
                    <a:cubicBezTo>
                      <a:pt x="50888" y="436715"/>
                      <a:pt x="49038" y="433939"/>
                      <a:pt x="45800" y="432089"/>
                    </a:cubicBezTo>
                    <a:cubicBezTo>
                      <a:pt x="17580" y="416822"/>
                      <a:pt x="0" y="387677"/>
                      <a:pt x="0" y="356219"/>
                    </a:cubicBezTo>
                    <a:cubicBezTo>
                      <a:pt x="0" y="336789"/>
                      <a:pt x="6939" y="318284"/>
                      <a:pt x="19430" y="302092"/>
                    </a:cubicBezTo>
                    <a:cubicBezTo>
                      <a:pt x="23131" y="297928"/>
                      <a:pt x="23131" y="291452"/>
                      <a:pt x="19430" y="287288"/>
                    </a:cubicBezTo>
                    <a:cubicBezTo>
                      <a:pt x="6477" y="271559"/>
                      <a:pt x="0" y="253054"/>
                      <a:pt x="0" y="233161"/>
                    </a:cubicBezTo>
                    <a:cubicBezTo>
                      <a:pt x="0" y="202166"/>
                      <a:pt x="17117" y="173483"/>
                      <a:pt x="44412" y="158217"/>
                    </a:cubicBezTo>
                    <a:cubicBezTo>
                      <a:pt x="48575" y="155904"/>
                      <a:pt x="50888" y="150815"/>
                      <a:pt x="50426" y="145726"/>
                    </a:cubicBezTo>
                    <a:cubicBezTo>
                      <a:pt x="49963" y="142025"/>
                      <a:pt x="49500" y="138787"/>
                      <a:pt x="49500" y="135086"/>
                    </a:cubicBezTo>
                    <a:cubicBezTo>
                      <a:pt x="49500" y="103165"/>
                      <a:pt x="70781" y="70319"/>
                      <a:pt x="106403" y="70319"/>
                    </a:cubicBezTo>
                    <a:cubicBezTo>
                      <a:pt x="112417" y="70319"/>
                      <a:pt x="117506" y="65692"/>
                      <a:pt x="117968" y="59678"/>
                    </a:cubicBezTo>
                    <a:cubicBezTo>
                      <a:pt x="120744" y="26369"/>
                      <a:pt x="148502" y="0"/>
                      <a:pt x="181810" y="0"/>
                    </a:cubicBezTo>
                    <a:cubicBezTo>
                      <a:pt x="217432" y="0"/>
                      <a:pt x="246115" y="28683"/>
                      <a:pt x="246115" y="64304"/>
                    </a:cubicBezTo>
                    <a:lnTo>
                      <a:pt x="246577" y="64304"/>
                    </a:lnTo>
                    <a:close/>
                  </a:path>
                </a:pathLst>
              </a:custGeom>
              <a:noFill/>
              <a:ln w="39763" cap="flat">
                <a:solidFill>
                  <a:schemeClr val="bg1"/>
                </a:solidFill>
                <a:prstDash val="solid"/>
                <a:miter/>
              </a:ln>
            </p:spPr>
            <p:txBody>
              <a:bodyPr rtlCol="0" anchor="ctr"/>
              <a:lstStyle/>
              <a:p>
                <a:endParaRPr lang="en-US"/>
              </a:p>
            </p:txBody>
          </p:sp>
          <p:sp>
            <p:nvSpPr>
              <p:cNvPr id="135" name="Freeform: Shape 27">
                <a:extLst>
                  <a:ext uri="{FF2B5EF4-FFF2-40B4-BE49-F238E27FC236}">
                    <a16:creationId xmlns:a16="http://schemas.microsoft.com/office/drawing/2014/main" id="{F4C996C6-878C-05C8-3DBF-E35D69E75F12}"/>
                  </a:ext>
                </a:extLst>
              </p:cNvPr>
              <p:cNvSpPr/>
              <p:nvPr/>
            </p:nvSpPr>
            <p:spPr>
              <a:xfrm>
                <a:off x="578106" y="346982"/>
                <a:ext cx="4626" cy="393691"/>
              </a:xfrm>
              <a:custGeom>
                <a:avLst/>
                <a:gdLst>
                  <a:gd name="connsiteX0" fmla="*/ 0 w 4626"/>
                  <a:gd name="connsiteY0" fmla="*/ 393691 h 393691"/>
                  <a:gd name="connsiteX1" fmla="*/ 0 w 4626"/>
                  <a:gd name="connsiteY1" fmla="*/ 0 h 393691"/>
                </a:gdLst>
                <a:ahLst/>
                <a:cxnLst>
                  <a:cxn ang="0">
                    <a:pos x="connsiteX0" y="connsiteY0"/>
                  </a:cxn>
                  <a:cxn ang="0">
                    <a:pos x="connsiteX1" y="connsiteY1"/>
                  </a:cxn>
                </a:cxnLst>
                <a:rect l="l" t="t" r="r" b="b"/>
                <a:pathLst>
                  <a:path w="4626" h="393691">
                    <a:moveTo>
                      <a:pt x="0" y="393691"/>
                    </a:moveTo>
                    <a:lnTo>
                      <a:pt x="0" y="0"/>
                    </a:lnTo>
                  </a:path>
                </a:pathLst>
              </a:custGeom>
              <a:ln w="39763" cap="flat">
                <a:solidFill>
                  <a:schemeClr val="bg1"/>
                </a:solidFill>
                <a:prstDash val="solid"/>
                <a:miter/>
              </a:ln>
            </p:spPr>
            <p:txBody>
              <a:bodyPr rtlCol="0" anchor="ctr"/>
              <a:lstStyle/>
              <a:p>
                <a:endParaRPr lang="en-US"/>
              </a:p>
            </p:txBody>
          </p:sp>
        </p:grpSp>
      </p:grpSp>
      <p:grpSp>
        <p:nvGrpSpPr>
          <p:cNvPr id="293" name="Groupe 292">
            <a:extLst>
              <a:ext uri="{FF2B5EF4-FFF2-40B4-BE49-F238E27FC236}">
                <a16:creationId xmlns:a16="http://schemas.microsoft.com/office/drawing/2014/main" id="{FB952631-35C7-5E5E-D4A8-33F1CBECD9E7}"/>
              </a:ext>
            </a:extLst>
          </p:cNvPr>
          <p:cNvGrpSpPr/>
          <p:nvPr/>
        </p:nvGrpSpPr>
        <p:grpSpPr>
          <a:xfrm>
            <a:off x="2771731" y="4672225"/>
            <a:ext cx="760000" cy="684000"/>
            <a:chOff x="2771731" y="4672225"/>
            <a:chExt cx="760000" cy="684000"/>
          </a:xfrm>
        </p:grpSpPr>
        <p:sp>
          <p:nvSpPr>
            <p:cNvPr id="70" name="TextBox 7">
              <a:extLst>
                <a:ext uri="{FF2B5EF4-FFF2-40B4-BE49-F238E27FC236}">
                  <a16:creationId xmlns:a16="http://schemas.microsoft.com/office/drawing/2014/main" id="{F39F2E76-B2ED-1BCE-43B8-553463AC0A7C}"/>
                </a:ext>
                <a:ext uri="{C183D7F6-B498-43B3-948B-1728B52AA6E4}">
                  <adec:decorative xmlns:adec="http://schemas.microsoft.com/office/drawing/2017/decorative" val="1"/>
                </a:ext>
              </a:extLst>
            </p:cNvPr>
            <p:cNvSpPr txBox="1"/>
            <p:nvPr/>
          </p:nvSpPr>
          <p:spPr>
            <a:xfrm>
              <a:off x="2771731" y="4672225"/>
              <a:ext cx="760000" cy="684000"/>
            </a:xfrm>
            <a:prstGeom prst="rect">
              <a:avLst/>
            </a:prstGeom>
            <a:solidFill>
              <a:schemeClr val="accent6"/>
            </a:solidFill>
            <a:ln w="12700">
              <a:solidFill>
                <a:schemeClr val="accent6"/>
              </a:solidFill>
            </a:ln>
          </p:spPr>
          <p:txBody>
            <a:bodyPr wrap="square" lIns="91440" tIns="45720" rIns="91440" bIns="45720" rtlCol="0">
              <a:noAutofit/>
            </a:bodyPr>
            <a:lstStyle/>
            <a:p>
              <a:pPr algn="l"/>
              <a:endParaRPr lang="en-IN" dirty="0">
                <a:solidFill>
                  <a:schemeClr val="accent3"/>
                </a:solidFill>
              </a:endParaRPr>
            </a:p>
          </p:txBody>
        </p:sp>
        <p:grpSp>
          <p:nvGrpSpPr>
            <p:cNvPr id="136" name="Group 10">
              <a:extLst>
                <a:ext uri="{FF2B5EF4-FFF2-40B4-BE49-F238E27FC236}">
                  <a16:creationId xmlns:a16="http://schemas.microsoft.com/office/drawing/2014/main" id="{7EBE87FE-CE1A-78A2-D326-E4DD0109290C}"/>
                </a:ext>
              </a:extLst>
            </p:cNvPr>
            <p:cNvGrpSpPr>
              <a:grpSpLocks noChangeAspect="1"/>
            </p:cNvGrpSpPr>
            <p:nvPr/>
          </p:nvGrpSpPr>
          <p:grpSpPr>
            <a:xfrm>
              <a:off x="2940760" y="4797566"/>
              <a:ext cx="412645" cy="432000"/>
              <a:chOff x="331991" y="285916"/>
              <a:chExt cx="493154" cy="516285"/>
            </a:xfrm>
          </p:grpSpPr>
          <p:sp>
            <p:nvSpPr>
              <p:cNvPr id="137" name="Freeform: Shape 13">
                <a:extLst>
                  <a:ext uri="{FF2B5EF4-FFF2-40B4-BE49-F238E27FC236}">
                    <a16:creationId xmlns:a16="http://schemas.microsoft.com/office/drawing/2014/main" id="{CD79B9C9-3BDB-14CF-BC6C-62F6D9FDD213}"/>
                  </a:ext>
                </a:extLst>
              </p:cNvPr>
              <p:cNvSpPr/>
              <p:nvPr/>
            </p:nvSpPr>
            <p:spPr>
              <a:xfrm>
                <a:off x="486044" y="441357"/>
                <a:ext cx="86972" cy="4626"/>
              </a:xfrm>
              <a:custGeom>
                <a:avLst/>
                <a:gdLst>
                  <a:gd name="connsiteX0" fmla="*/ 86973 w 86972"/>
                  <a:gd name="connsiteY0" fmla="*/ 0 h 4626"/>
                  <a:gd name="connsiteX1" fmla="*/ 0 w 86972"/>
                  <a:gd name="connsiteY1" fmla="*/ 0 h 4626"/>
                </a:gdLst>
                <a:ahLst/>
                <a:cxnLst>
                  <a:cxn ang="0">
                    <a:pos x="connsiteX0" y="connsiteY0"/>
                  </a:cxn>
                  <a:cxn ang="0">
                    <a:pos x="connsiteX1" y="connsiteY1"/>
                  </a:cxn>
                </a:cxnLst>
                <a:rect l="l" t="t" r="r" b="b"/>
                <a:pathLst>
                  <a:path w="86972" h="4626">
                    <a:moveTo>
                      <a:pt x="86973" y="0"/>
                    </a:moveTo>
                    <a:lnTo>
                      <a:pt x="0" y="0"/>
                    </a:lnTo>
                  </a:path>
                </a:pathLst>
              </a:custGeom>
              <a:ln w="39763" cap="flat">
                <a:solidFill>
                  <a:schemeClr val="bg1"/>
                </a:solidFill>
                <a:prstDash val="solid"/>
                <a:miter/>
              </a:ln>
            </p:spPr>
            <p:txBody>
              <a:bodyPr rtlCol="0" anchor="ctr"/>
              <a:lstStyle/>
              <a:p>
                <a:endParaRPr lang="en-US"/>
              </a:p>
            </p:txBody>
          </p:sp>
          <p:sp>
            <p:nvSpPr>
              <p:cNvPr id="138" name="Freeform: Shape 15">
                <a:extLst>
                  <a:ext uri="{FF2B5EF4-FFF2-40B4-BE49-F238E27FC236}">
                    <a16:creationId xmlns:a16="http://schemas.microsoft.com/office/drawing/2014/main" id="{E7EF3621-A527-C9F1-2BB9-CF3A17260B93}"/>
                  </a:ext>
                </a:extLst>
              </p:cNvPr>
              <p:cNvSpPr/>
              <p:nvPr/>
            </p:nvSpPr>
            <p:spPr>
              <a:xfrm>
                <a:off x="428217" y="418110"/>
                <a:ext cx="47187" cy="46840"/>
              </a:xfrm>
              <a:custGeom>
                <a:avLst/>
                <a:gdLst>
                  <a:gd name="connsiteX0" fmla="*/ 39785 w 47187"/>
                  <a:gd name="connsiteY0" fmla="*/ 6592 h 46840"/>
                  <a:gd name="connsiteX1" fmla="*/ 40248 w 47187"/>
                  <a:gd name="connsiteY1" fmla="*/ 7055 h 46840"/>
                  <a:gd name="connsiteX2" fmla="*/ 40248 w 47187"/>
                  <a:gd name="connsiteY2" fmla="*/ 39901 h 46840"/>
                  <a:gd name="connsiteX3" fmla="*/ 7402 w 47187"/>
                  <a:gd name="connsiteY3" fmla="*/ 39901 h 46840"/>
                  <a:gd name="connsiteX4" fmla="*/ 6939 w 47187"/>
                  <a:gd name="connsiteY4" fmla="*/ 39439 h 46840"/>
                  <a:gd name="connsiteX5" fmla="*/ 6939 w 47187"/>
                  <a:gd name="connsiteY5" fmla="*/ 6592 h 46840"/>
                  <a:gd name="connsiteX6" fmla="*/ 39785 w 47187"/>
                  <a:gd name="connsiteY6" fmla="*/ 6592 h 4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187" h="46840">
                    <a:moveTo>
                      <a:pt x="39785" y="6592"/>
                    </a:moveTo>
                    <a:lnTo>
                      <a:pt x="40248" y="7055"/>
                    </a:lnTo>
                    <a:cubicBezTo>
                      <a:pt x="49501" y="16307"/>
                      <a:pt x="49501" y="30649"/>
                      <a:pt x="40248" y="39901"/>
                    </a:cubicBezTo>
                    <a:cubicBezTo>
                      <a:pt x="30996" y="49154"/>
                      <a:pt x="16654" y="49154"/>
                      <a:pt x="7402" y="39901"/>
                    </a:cubicBezTo>
                    <a:lnTo>
                      <a:pt x="6939" y="39439"/>
                    </a:lnTo>
                    <a:cubicBezTo>
                      <a:pt x="-2313" y="30186"/>
                      <a:pt x="-2313" y="15845"/>
                      <a:pt x="6939" y="6592"/>
                    </a:cubicBezTo>
                    <a:cubicBezTo>
                      <a:pt x="16192" y="-2197"/>
                      <a:pt x="30533" y="-2197"/>
                      <a:pt x="39785" y="6592"/>
                    </a:cubicBezTo>
                  </a:path>
                </a:pathLst>
              </a:custGeom>
              <a:noFill/>
              <a:ln w="39763" cap="flat">
                <a:solidFill>
                  <a:schemeClr val="bg1"/>
                </a:solidFill>
                <a:prstDash val="solid"/>
                <a:miter/>
              </a:ln>
            </p:spPr>
            <p:txBody>
              <a:bodyPr rtlCol="0" anchor="ctr"/>
              <a:lstStyle/>
              <a:p>
                <a:endParaRPr lang="en-US"/>
              </a:p>
            </p:txBody>
          </p:sp>
          <p:sp>
            <p:nvSpPr>
              <p:cNvPr id="139" name="Freeform: Shape 17">
                <a:extLst>
                  <a:ext uri="{FF2B5EF4-FFF2-40B4-BE49-F238E27FC236}">
                    <a16:creationId xmlns:a16="http://schemas.microsoft.com/office/drawing/2014/main" id="{6CDEC7B1-0101-8BF2-ADF3-E3B331D2C27E}"/>
                  </a:ext>
                </a:extLst>
              </p:cNvPr>
              <p:cNvSpPr/>
              <p:nvPr/>
            </p:nvSpPr>
            <p:spPr>
              <a:xfrm>
                <a:off x="486044" y="633808"/>
                <a:ext cx="86972" cy="4626"/>
              </a:xfrm>
              <a:custGeom>
                <a:avLst/>
                <a:gdLst>
                  <a:gd name="connsiteX0" fmla="*/ 86973 w 86972"/>
                  <a:gd name="connsiteY0" fmla="*/ 0 h 4626"/>
                  <a:gd name="connsiteX1" fmla="*/ 0 w 86972"/>
                  <a:gd name="connsiteY1" fmla="*/ 0 h 4626"/>
                </a:gdLst>
                <a:ahLst/>
                <a:cxnLst>
                  <a:cxn ang="0">
                    <a:pos x="connsiteX0" y="connsiteY0"/>
                  </a:cxn>
                  <a:cxn ang="0">
                    <a:pos x="connsiteX1" y="connsiteY1"/>
                  </a:cxn>
                </a:cxnLst>
                <a:rect l="l" t="t" r="r" b="b"/>
                <a:pathLst>
                  <a:path w="86972" h="4626">
                    <a:moveTo>
                      <a:pt x="86973" y="0"/>
                    </a:moveTo>
                    <a:lnTo>
                      <a:pt x="0" y="0"/>
                    </a:lnTo>
                  </a:path>
                </a:pathLst>
              </a:custGeom>
              <a:ln w="39763" cap="flat">
                <a:solidFill>
                  <a:schemeClr val="bg1"/>
                </a:solidFill>
                <a:prstDash val="solid"/>
                <a:miter/>
              </a:ln>
            </p:spPr>
            <p:txBody>
              <a:bodyPr rtlCol="0" anchor="ctr"/>
              <a:lstStyle/>
              <a:p>
                <a:endParaRPr lang="en-US"/>
              </a:p>
            </p:txBody>
          </p:sp>
          <p:sp>
            <p:nvSpPr>
              <p:cNvPr id="140" name="Freeform: Shape 19">
                <a:extLst>
                  <a:ext uri="{FF2B5EF4-FFF2-40B4-BE49-F238E27FC236}">
                    <a16:creationId xmlns:a16="http://schemas.microsoft.com/office/drawing/2014/main" id="{64D20441-18B6-56E3-A06F-3A4FCF4C5A29}"/>
                  </a:ext>
                </a:extLst>
              </p:cNvPr>
              <p:cNvSpPr/>
              <p:nvPr/>
            </p:nvSpPr>
            <p:spPr>
              <a:xfrm>
                <a:off x="428217" y="610561"/>
                <a:ext cx="47187" cy="46840"/>
              </a:xfrm>
              <a:custGeom>
                <a:avLst/>
                <a:gdLst>
                  <a:gd name="connsiteX0" fmla="*/ 39785 w 47187"/>
                  <a:gd name="connsiteY0" fmla="*/ 6592 h 46840"/>
                  <a:gd name="connsiteX1" fmla="*/ 40248 w 47187"/>
                  <a:gd name="connsiteY1" fmla="*/ 7055 h 46840"/>
                  <a:gd name="connsiteX2" fmla="*/ 40248 w 47187"/>
                  <a:gd name="connsiteY2" fmla="*/ 39901 h 46840"/>
                  <a:gd name="connsiteX3" fmla="*/ 7402 w 47187"/>
                  <a:gd name="connsiteY3" fmla="*/ 39901 h 46840"/>
                  <a:gd name="connsiteX4" fmla="*/ 6939 w 47187"/>
                  <a:gd name="connsiteY4" fmla="*/ 39439 h 46840"/>
                  <a:gd name="connsiteX5" fmla="*/ 6939 w 47187"/>
                  <a:gd name="connsiteY5" fmla="*/ 6592 h 46840"/>
                  <a:gd name="connsiteX6" fmla="*/ 39785 w 47187"/>
                  <a:gd name="connsiteY6" fmla="*/ 6592 h 4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187" h="46840">
                    <a:moveTo>
                      <a:pt x="39785" y="6592"/>
                    </a:moveTo>
                    <a:lnTo>
                      <a:pt x="40248" y="7055"/>
                    </a:lnTo>
                    <a:cubicBezTo>
                      <a:pt x="49501" y="16307"/>
                      <a:pt x="49501" y="30649"/>
                      <a:pt x="40248" y="39901"/>
                    </a:cubicBezTo>
                    <a:cubicBezTo>
                      <a:pt x="30996" y="49154"/>
                      <a:pt x="16654" y="49154"/>
                      <a:pt x="7402" y="39901"/>
                    </a:cubicBezTo>
                    <a:lnTo>
                      <a:pt x="6939" y="39439"/>
                    </a:lnTo>
                    <a:cubicBezTo>
                      <a:pt x="-2313" y="30186"/>
                      <a:pt x="-2313" y="15845"/>
                      <a:pt x="6939" y="6592"/>
                    </a:cubicBezTo>
                    <a:cubicBezTo>
                      <a:pt x="16192" y="-2197"/>
                      <a:pt x="30533" y="-2197"/>
                      <a:pt x="39785" y="6592"/>
                    </a:cubicBezTo>
                  </a:path>
                </a:pathLst>
              </a:custGeom>
              <a:noFill/>
              <a:ln w="39763" cap="flat">
                <a:solidFill>
                  <a:schemeClr val="bg1"/>
                </a:solidFill>
                <a:prstDash val="solid"/>
                <a:miter/>
              </a:ln>
            </p:spPr>
            <p:txBody>
              <a:bodyPr rtlCol="0" anchor="ctr"/>
              <a:lstStyle/>
              <a:p>
                <a:endParaRPr lang="en-US"/>
              </a:p>
            </p:txBody>
          </p:sp>
          <p:sp>
            <p:nvSpPr>
              <p:cNvPr id="141" name="Freeform: Shape 21">
                <a:extLst>
                  <a:ext uri="{FF2B5EF4-FFF2-40B4-BE49-F238E27FC236}">
                    <a16:creationId xmlns:a16="http://schemas.microsoft.com/office/drawing/2014/main" id="{BFAFB32B-C9EA-18E1-5459-144E02C74A2B}"/>
                  </a:ext>
                </a:extLst>
              </p:cNvPr>
              <p:cNvSpPr/>
              <p:nvPr/>
            </p:nvSpPr>
            <p:spPr>
              <a:xfrm>
                <a:off x="581344" y="575055"/>
                <a:ext cx="133235" cy="4626"/>
              </a:xfrm>
              <a:custGeom>
                <a:avLst/>
                <a:gdLst>
                  <a:gd name="connsiteX0" fmla="*/ 0 w 133235"/>
                  <a:gd name="connsiteY0" fmla="*/ 0 h 4626"/>
                  <a:gd name="connsiteX1" fmla="*/ 133235 w 133235"/>
                  <a:gd name="connsiteY1" fmla="*/ 0 h 4626"/>
                </a:gdLst>
                <a:ahLst/>
                <a:cxnLst>
                  <a:cxn ang="0">
                    <a:pos x="connsiteX0" y="connsiteY0"/>
                  </a:cxn>
                  <a:cxn ang="0">
                    <a:pos x="connsiteX1" y="connsiteY1"/>
                  </a:cxn>
                </a:cxnLst>
                <a:rect l="l" t="t" r="r" b="b"/>
                <a:pathLst>
                  <a:path w="133235" h="4626">
                    <a:moveTo>
                      <a:pt x="0" y="0"/>
                    </a:moveTo>
                    <a:lnTo>
                      <a:pt x="133235" y="0"/>
                    </a:lnTo>
                  </a:path>
                </a:pathLst>
              </a:custGeom>
              <a:ln w="39763" cap="flat">
                <a:solidFill>
                  <a:schemeClr val="bg1"/>
                </a:solidFill>
                <a:prstDash val="solid"/>
                <a:miter/>
              </a:ln>
            </p:spPr>
            <p:txBody>
              <a:bodyPr rtlCol="0" anchor="ctr"/>
              <a:lstStyle/>
              <a:p>
                <a:endParaRPr lang="en-US"/>
              </a:p>
            </p:txBody>
          </p:sp>
          <p:sp>
            <p:nvSpPr>
              <p:cNvPr id="142" name="Freeform: Shape 23">
                <a:extLst>
                  <a:ext uri="{FF2B5EF4-FFF2-40B4-BE49-F238E27FC236}">
                    <a16:creationId xmlns:a16="http://schemas.microsoft.com/office/drawing/2014/main" id="{B88C3A52-331D-2916-093A-FE33A0D49FB3}"/>
                  </a:ext>
                </a:extLst>
              </p:cNvPr>
              <p:cNvSpPr/>
              <p:nvPr/>
            </p:nvSpPr>
            <p:spPr>
              <a:xfrm>
                <a:off x="698850" y="503349"/>
                <a:ext cx="4626" cy="86972"/>
              </a:xfrm>
              <a:custGeom>
                <a:avLst/>
                <a:gdLst>
                  <a:gd name="connsiteX0" fmla="*/ 0 w 4626"/>
                  <a:gd name="connsiteY0" fmla="*/ 86973 h 86972"/>
                  <a:gd name="connsiteX1" fmla="*/ 0 w 4626"/>
                  <a:gd name="connsiteY1" fmla="*/ 0 h 86972"/>
                </a:gdLst>
                <a:ahLst/>
                <a:cxnLst>
                  <a:cxn ang="0">
                    <a:pos x="connsiteX0" y="connsiteY0"/>
                  </a:cxn>
                  <a:cxn ang="0">
                    <a:pos x="connsiteX1" y="connsiteY1"/>
                  </a:cxn>
                </a:cxnLst>
                <a:rect l="l" t="t" r="r" b="b"/>
                <a:pathLst>
                  <a:path w="4626" h="86972">
                    <a:moveTo>
                      <a:pt x="0" y="86973"/>
                    </a:moveTo>
                    <a:lnTo>
                      <a:pt x="0" y="0"/>
                    </a:lnTo>
                  </a:path>
                </a:pathLst>
              </a:custGeom>
              <a:ln w="39763" cap="flat">
                <a:solidFill>
                  <a:schemeClr val="bg1"/>
                </a:solidFill>
                <a:prstDash val="solid"/>
                <a:miter/>
              </a:ln>
            </p:spPr>
            <p:txBody>
              <a:bodyPr rtlCol="0" anchor="ctr"/>
              <a:lstStyle/>
              <a:p>
                <a:endParaRPr lang="en-US"/>
              </a:p>
            </p:txBody>
          </p:sp>
          <p:sp>
            <p:nvSpPr>
              <p:cNvPr id="143" name="Freeform: Shape 24">
                <a:extLst>
                  <a:ext uri="{FF2B5EF4-FFF2-40B4-BE49-F238E27FC236}">
                    <a16:creationId xmlns:a16="http://schemas.microsoft.com/office/drawing/2014/main" id="{09A0F67F-1F15-D58C-B349-8A7F822A0358}"/>
                  </a:ext>
                </a:extLst>
              </p:cNvPr>
              <p:cNvSpPr/>
              <p:nvPr/>
            </p:nvSpPr>
            <p:spPr>
              <a:xfrm>
                <a:off x="675257" y="445983"/>
                <a:ext cx="47187" cy="47187"/>
              </a:xfrm>
              <a:custGeom>
                <a:avLst/>
                <a:gdLst>
                  <a:gd name="connsiteX0" fmla="*/ 7402 w 47187"/>
                  <a:gd name="connsiteY0" fmla="*/ 40248 h 47187"/>
                  <a:gd name="connsiteX1" fmla="*/ 6939 w 47187"/>
                  <a:gd name="connsiteY1" fmla="*/ 39785 h 47187"/>
                  <a:gd name="connsiteX2" fmla="*/ 6939 w 47187"/>
                  <a:gd name="connsiteY2" fmla="*/ 6939 h 47187"/>
                  <a:gd name="connsiteX3" fmla="*/ 39785 w 47187"/>
                  <a:gd name="connsiteY3" fmla="*/ 6939 h 47187"/>
                  <a:gd name="connsiteX4" fmla="*/ 40248 w 47187"/>
                  <a:gd name="connsiteY4" fmla="*/ 7402 h 47187"/>
                  <a:gd name="connsiteX5" fmla="*/ 40248 w 47187"/>
                  <a:gd name="connsiteY5" fmla="*/ 40248 h 47187"/>
                  <a:gd name="connsiteX6" fmla="*/ 7402 w 47187"/>
                  <a:gd name="connsiteY6" fmla="*/ 40248 h 47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187" h="47187">
                    <a:moveTo>
                      <a:pt x="7402" y="40248"/>
                    </a:moveTo>
                    <a:lnTo>
                      <a:pt x="6939" y="39785"/>
                    </a:lnTo>
                    <a:cubicBezTo>
                      <a:pt x="-2313" y="30533"/>
                      <a:pt x="-2313" y="16192"/>
                      <a:pt x="6939" y="6939"/>
                    </a:cubicBezTo>
                    <a:cubicBezTo>
                      <a:pt x="16192" y="-2313"/>
                      <a:pt x="30533" y="-2313"/>
                      <a:pt x="39785" y="6939"/>
                    </a:cubicBezTo>
                    <a:lnTo>
                      <a:pt x="40248" y="7402"/>
                    </a:lnTo>
                    <a:cubicBezTo>
                      <a:pt x="49501" y="16654"/>
                      <a:pt x="49501" y="30996"/>
                      <a:pt x="40248" y="40248"/>
                    </a:cubicBezTo>
                    <a:cubicBezTo>
                      <a:pt x="30996" y="49501"/>
                      <a:pt x="16654" y="49501"/>
                      <a:pt x="7402" y="40248"/>
                    </a:cubicBezTo>
                  </a:path>
                </a:pathLst>
              </a:custGeom>
              <a:noFill/>
              <a:ln w="39763" cap="flat">
                <a:solidFill>
                  <a:schemeClr val="bg1"/>
                </a:solidFill>
                <a:prstDash val="solid"/>
                <a:miter/>
              </a:ln>
            </p:spPr>
            <p:txBody>
              <a:bodyPr rtlCol="0" anchor="ctr"/>
              <a:lstStyle/>
              <a:p>
                <a:endParaRPr lang="en-US"/>
              </a:p>
            </p:txBody>
          </p:sp>
          <p:sp>
            <p:nvSpPr>
              <p:cNvPr id="144" name="Freeform: Shape 25">
                <a:extLst>
                  <a:ext uri="{FF2B5EF4-FFF2-40B4-BE49-F238E27FC236}">
                    <a16:creationId xmlns:a16="http://schemas.microsoft.com/office/drawing/2014/main" id="{81CB05B7-8F2E-DD58-69C3-B4D12BF6D39E}"/>
                  </a:ext>
                </a:extLst>
              </p:cNvPr>
              <p:cNvSpPr/>
              <p:nvPr/>
            </p:nvSpPr>
            <p:spPr>
              <a:xfrm>
                <a:off x="331991" y="285916"/>
                <a:ext cx="493154" cy="516285"/>
              </a:xfrm>
              <a:custGeom>
                <a:avLst/>
                <a:gdLst>
                  <a:gd name="connsiteX0" fmla="*/ 246577 w 493154"/>
                  <a:gd name="connsiteY0" fmla="*/ 64304 h 516285"/>
                  <a:gd name="connsiteX1" fmla="*/ 310882 w 493154"/>
                  <a:gd name="connsiteY1" fmla="*/ 0 h 516285"/>
                  <a:gd name="connsiteX2" fmla="*/ 374723 w 493154"/>
                  <a:gd name="connsiteY2" fmla="*/ 59678 h 516285"/>
                  <a:gd name="connsiteX3" fmla="*/ 387214 w 493154"/>
                  <a:gd name="connsiteY3" fmla="*/ 70319 h 516285"/>
                  <a:gd name="connsiteX4" fmla="*/ 443654 w 493154"/>
                  <a:gd name="connsiteY4" fmla="*/ 135086 h 516285"/>
                  <a:gd name="connsiteX5" fmla="*/ 442729 w 493154"/>
                  <a:gd name="connsiteY5" fmla="*/ 145726 h 516285"/>
                  <a:gd name="connsiteX6" fmla="*/ 448743 w 493154"/>
                  <a:gd name="connsiteY6" fmla="*/ 158217 h 516285"/>
                  <a:gd name="connsiteX7" fmla="*/ 493155 w 493154"/>
                  <a:gd name="connsiteY7" fmla="*/ 233161 h 516285"/>
                  <a:gd name="connsiteX8" fmla="*/ 473724 w 493154"/>
                  <a:gd name="connsiteY8" fmla="*/ 287288 h 516285"/>
                  <a:gd name="connsiteX9" fmla="*/ 473724 w 493154"/>
                  <a:gd name="connsiteY9" fmla="*/ 302092 h 516285"/>
                  <a:gd name="connsiteX10" fmla="*/ 473724 w 493154"/>
                  <a:gd name="connsiteY10" fmla="*/ 302092 h 516285"/>
                  <a:gd name="connsiteX11" fmla="*/ 493155 w 493154"/>
                  <a:gd name="connsiteY11" fmla="*/ 356219 h 516285"/>
                  <a:gd name="connsiteX12" fmla="*/ 447355 w 493154"/>
                  <a:gd name="connsiteY12" fmla="*/ 432089 h 516285"/>
                  <a:gd name="connsiteX13" fmla="*/ 441341 w 493154"/>
                  <a:gd name="connsiteY13" fmla="*/ 439953 h 516285"/>
                  <a:gd name="connsiteX14" fmla="*/ 345578 w 493154"/>
                  <a:gd name="connsiteY14" fmla="*/ 516286 h 516285"/>
                  <a:gd name="connsiteX15" fmla="*/ 247040 w 493154"/>
                  <a:gd name="connsiteY15" fmla="*/ 417747 h 516285"/>
                  <a:gd name="connsiteX16" fmla="*/ 246115 w 493154"/>
                  <a:gd name="connsiteY16" fmla="*/ 417747 h 516285"/>
                  <a:gd name="connsiteX17" fmla="*/ 147576 w 493154"/>
                  <a:gd name="connsiteY17" fmla="*/ 516286 h 516285"/>
                  <a:gd name="connsiteX18" fmla="*/ 147576 w 493154"/>
                  <a:gd name="connsiteY18" fmla="*/ 516286 h 516285"/>
                  <a:gd name="connsiteX19" fmla="*/ 51814 w 493154"/>
                  <a:gd name="connsiteY19" fmla="*/ 439953 h 516285"/>
                  <a:gd name="connsiteX20" fmla="*/ 45800 w 493154"/>
                  <a:gd name="connsiteY20" fmla="*/ 432089 h 516285"/>
                  <a:gd name="connsiteX21" fmla="*/ 0 w 493154"/>
                  <a:gd name="connsiteY21" fmla="*/ 356219 h 516285"/>
                  <a:gd name="connsiteX22" fmla="*/ 19430 w 493154"/>
                  <a:gd name="connsiteY22" fmla="*/ 302092 h 516285"/>
                  <a:gd name="connsiteX23" fmla="*/ 19430 w 493154"/>
                  <a:gd name="connsiteY23" fmla="*/ 287288 h 516285"/>
                  <a:gd name="connsiteX24" fmla="*/ 0 w 493154"/>
                  <a:gd name="connsiteY24" fmla="*/ 233161 h 516285"/>
                  <a:gd name="connsiteX25" fmla="*/ 44412 w 493154"/>
                  <a:gd name="connsiteY25" fmla="*/ 158217 h 516285"/>
                  <a:gd name="connsiteX26" fmla="*/ 50426 w 493154"/>
                  <a:gd name="connsiteY26" fmla="*/ 145726 h 516285"/>
                  <a:gd name="connsiteX27" fmla="*/ 49500 w 493154"/>
                  <a:gd name="connsiteY27" fmla="*/ 135086 h 516285"/>
                  <a:gd name="connsiteX28" fmla="*/ 106403 w 493154"/>
                  <a:gd name="connsiteY28" fmla="*/ 70319 h 516285"/>
                  <a:gd name="connsiteX29" fmla="*/ 117968 w 493154"/>
                  <a:gd name="connsiteY29" fmla="*/ 59678 h 516285"/>
                  <a:gd name="connsiteX30" fmla="*/ 181810 w 493154"/>
                  <a:gd name="connsiteY30" fmla="*/ 0 h 516285"/>
                  <a:gd name="connsiteX31" fmla="*/ 246115 w 493154"/>
                  <a:gd name="connsiteY31" fmla="*/ 64304 h 516285"/>
                  <a:gd name="connsiteX32" fmla="*/ 246577 w 493154"/>
                  <a:gd name="connsiteY32" fmla="*/ 64304 h 516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3154" h="516285">
                    <a:moveTo>
                      <a:pt x="246577" y="64304"/>
                    </a:moveTo>
                    <a:cubicBezTo>
                      <a:pt x="246577" y="28683"/>
                      <a:pt x="275260" y="0"/>
                      <a:pt x="310882" y="0"/>
                    </a:cubicBezTo>
                    <a:cubicBezTo>
                      <a:pt x="344190" y="0"/>
                      <a:pt x="372410" y="26369"/>
                      <a:pt x="374723" y="59678"/>
                    </a:cubicBezTo>
                    <a:cubicBezTo>
                      <a:pt x="375186" y="65692"/>
                      <a:pt x="380738" y="70319"/>
                      <a:pt x="387214" y="70319"/>
                    </a:cubicBezTo>
                    <a:cubicBezTo>
                      <a:pt x="422373" y="70319"/>
                      <a:pt x="443654" y="103165"/>
                      <a:pt x="443654" y="135086"/>
                    </a:cubicBezTo>
                    <a:cubicBezTo>
                      <a:pt x="443654" y="138787"/>
                      <a:pt x="443191" y="142488"/>
                      <a:pt x="442729" y="145726"/>
                    </a:cubicBezTo>
                    <a:cubicBezTo>
                      <a:pt x="441804" y="150815"/>
                      <a:pt x="444117" y="155441"/>
                      <a:pt x="448743" y="158217"/>
                    </a:cubicBezTo>
                    <a:cubicBezTo>
                      <a:pt x="476038" y="173483"/>
                      <a:pt x="493155" y="202166"/>
                      <a:pt x="493155" y="233161"/>
                    </a:cubicBezTo>
                    <a:cubicBezTo>
                      <a:pt x="493155" y="252591"/>
                      <a:pt x="486215" y="271096"/>
                      <a:pt x="473724" y="287288"/>
                    </a:cubicBezTo>
                    <a:cubicBezTo>
                      <a:pt x="470023" y="291452"/>
                      <a:pt x="470023" y="297928"/>
                      <a:pt x="473724" y="302092"/>
                    </a:cubicBezTo>
                    <a:lnTo>
                      <a:pt x="473724" y="302092"/>
                    </a:lnTo>
                    <a:cubicBezTo>
                      <a:pt x="486678" y="317821"/>
                      <a:pt x="493155" y="336326"/>
                      <a:pt x="493155" y="356219"/>
                    </a:cubicBezTo>
                    <a:cubicBezTo>
                      <a:pt x="493155" y="387677"/>
                      <a:pt x="475575" y="416822"/>
                      <a:pt x="447355" y="432089"/>
                    </a:cubicBezTo>
                    <a:cubicBezTo>
                      <a:pt x="444579" y="433477"/>
                      <a:pt x="442266" y="436715"/>
                      <a:pt x="441341" y="439953"/>
                    </a:cubicBezTo>
                    <a:cubicBezTo>
                      <a:pt x="431163" y="484828"/>
                      <a:pt x="391378" y="516286"/>
                      <a:pt x="345578" y="516286"/>
                    </a:cubicBezTo>
                    <a:cubicBezTo>
                      <a:pt x="291452" y="516286"/>
                      <a:pt x="247040" y="471874"/>
                      <a:pt x="247040" y="417747"/>
                    </a:cubicBezTo>
                    <a:lnTo>
                      <a:pt x="246115" y="417747"/>
                    </a:lnTo>
                    <a:cubicBezTo>
                      <a:pt x="246115" y="471874"/>
                      <a:pt x="201703" y="516286"/>
                      <a:pt x="147576" y="516286"/>
                    </a:cubicBezTo>
                    <a:lnTo>
                      <a:pt x="147576" y="516286"/>
                    </a:lnTo>
                    <a:cubicBezTo>
                      <a:pt x="101314" y="516286"/>
                      <a:pt x="61991" y="484828"/>
                      <a:pt x="51814" y="439953"/>
                    </a:cubicBezTo>
                    <a:cubicBezTo>
                      <a:pt x="50888" y="436715"/>
                      <a:pt x="49038" y="433939"/>
                      <a:pt x="45800" y="432089"/>
                    </a:cubicBezTo>
                    <a:cubicBezTo>
                      <a:pt x="17580" y="416822"/>
                      <a:pt x="0" y="387677"/>
                      <a:pt x="0" y="356219"/>
                    </a:cubicBezTo>
                    <a:cubicBezTo>
                      <a:pt x="0" y="336789"/>
                      <a:pt x="6939" y="318284"/>
                      <a:pt x="19430" y="302092"/>
                    </a:cubicBezTo>
                    <a:cubicBezTo>
                      <a:pt x="23131" y="297928"/>
                      <a:pt x="23131" y="291452"/>
                      <a:pt x="19430" y="287288"/>
                    </a:cubicBezTo>
                    <a:cubicBezTo>
                      <a:pt x="6477" y="271559"/>
                      <a:pt x="0" y="253054"/>
                      <a:pt x="0" y="233161"/>
                    </a:cubicBezTo>
                    <a:cubicBezTo>
                      <a:pt x="0" y="202166"/>
                      <a:pt x="17117" y="173483"/>
                      <a:pt x="44412" y="158217"/>
                    </a:cubicBezTo>
                    <a:cubicBezTo>
                      <a:pt x="48575" y="155904"/>
                      <a:pt x="50888" y="150815"/>
                      <a:pt x="50426" y="145726"/>
                    </a:cubicBezTo>
                    <a:cubicBezTo>
                      <a:pt x="49963" y="142025"/>
                      <a:pt x="49500" y="138787"/>
                      <a:pt x="49500" y="135086"/>
                    </a:cubicBezTo>
                    <a:cubicBezTo>
                      <a:pt x="49500" y="103165"/>
                      <a:pt x="70781" y="70319"/>
                      <a:pt x="106403" y="70319"/>
                    </a:cubicBezTo>
                    <a:cubicBezTo>
                      <a:pt x="112417" y="70319"/>
                      <a:pt x="117506" y="65692"/>
                      <a:pt x="117968" y="59678"/>
                    </a:cubicBezTo>
                    <a:cubicBezTo>
                      <a:pt x="120744" y="26369"/>
                      <a:pt x="148502" y="0"/>
                      <a:pt x="181810" y="0"/>
                    </a:cubicBezTo>
                    <a:cubicBezTo>
                      <a:pt x="217432" y="0"/>
                      <a:pt x="246115" y="28683"/>
                      <a:pt x="246115" y="64304"/>
                    </a:cubicBezTo>
                    <a:lnTo>
                      <a:pt x="246577" y="64304"/>
                    </a:lnTo>
                    <a:close/>
                  </a:path>
                </a:pathLst>
              </a:custGeom>
              <a:noFill/>
              <a:ln w="39763" cap="flat">
                <a:solidFill>
                  <a:schemeClr val="bg1"/>
                </a:solidFill>
                <a:prstDash val="solid"/>
                <a:miter/>
              </a:ln>
            </p:spPr>
            <p:txBody>
              <a:bodyPr rtlCol="0" anchor="ctr"/>
              <a:lstStyle/>
              <a:p>
                <a:endParaRPr lang="en-US"/>
              </a:p>
            </p:txBody>
          </p:sp>
          <p:sp>
            <p:nvSpPr>
              <p:cNvPr id="145" name="Freeform: Shape 27">
                <a:extLst>
                  <a:ext uri="{FF2B5EF4-FFF2-40B4-BE49-F238E27FC236}">
                    <a16:creationId xmlns:a16="http://schemas.microsoft.com/office/drawing/2014/main" id="{151400A5-E521-2FCF-65B5-B027090D96D9}"/>
                  </a:ext>
                </a:extLst>
              </p:cNvPr>
              <p:cNvSpPr/>
              <p:nvPr/>
            </p:nvSpPr>
            <p:spPr>
              <a:xfrm>
                <a:off x="578106" y="346982"/>
                <a:ext cx="4626" cy="393691"/>
              </a:xfrm>
              <a:custGeom>
                <a:avLst/>
                <a:gdLst>
                  <a:gd name="connsiteX0" fmla="*/ 0 w 4626"/>
                  <a:gd name="connsiteY0" fmla="*/ 393691 h 393691"/>
                  <a:gd name="connsiteX1" fmla="*/ 0 w 4626"/>
                  <a:gd name="connsiteY1" fmla="*/ 0 h 393691"/>
                </a:gdLst>
                <a:ahLst/>
                <a:cxnLst>
                  <a:cxn ang="0">
                    <a:pos x="connsiteX0" y="connsiteY0"/>
                  </a:cxn>
                  <a:cxn ang="0">
                    <a:pos x="connsiteX1" y="connsiteY1"/>
                  </a:cxn>
                </a:cxnLst>
                <a:rect l="l" t="t" r="r" b="b"/>
                <a:pathLst>
                  <a:path w="4626" h="393691">
                    <a:moveTo>
                      <a:pt x="0" y="393691"/>
                    </a:moveTo>
                    <a:lnTo>
                      <a:pt x="0" y="0"/>
                    </a:lnTo>
                  </a:path>
                </a:pathLst>
              </a:custGeom>
              <a:ln w="39763" cap="flat">
                <a:solidFill>
                  <a:schemeClr val="bg1"/>
                </a:solidFill>
                <a:prstDash val="solid"/>
                <a:miter/>
              </a:ln>
            </p:spPr>
            <p:txBody>
              <a:bodyPr rtlCol="0" anchor="ctr"/>
              <a:lstStyle/>
              <a:p>
                <a:endParaRPr lang="en-US"/>
              </a:p>
            </p:txBody>
          </p:sp>
        </p:grpSp>
      </p:grpSp>
      <p:grpSp>
        <p:nvGrpSpPr>
          <p:cNvPr id="284" name="Groupe 283">
            <a:extLst>
              <a:ext uri="{FF2B5EF4-FFF2-40B4-BE49-F238E27FC236}">
                <a16:creationId xmlns:a16="http://schemas.microsoft.com/office/drawing/2014/main" id="{4AE5500C-6442-1856-4A93-E910E31134F5}"/>
              </a:ext>
            </a:extLst>
          </p:cNvPr>
          <p:cNvGrpSpPr>
            <a:grpSpLocks noChangeAspect="1"/>
          </p:cNvGrpSpPr>
          <p:nvPr/>
        </p:nvGrpSpPr>
        <p:grpSpPr>
          <a:xfrm>
            <a:off x="432238" y="1876669"/>
            <a:ext cx="800000" cy="720000"/>
            <a:chOff x="432238" y="1828029"/>
            <a:chExt cx="760000" cy="684000"/>
          </a:xfrm>
        </p:grpSpPr>
        <p:sp>
          <p:nvSpPr>
            <p:cNvPr id="9" name="TextBox 5">
              <a:extLst>
                <a:ext uri="{FF2B5EF4-FFF2-40B4-BE49-F238E27FC236}">
                  <a16:creationId xmlns:a16="http://schemas.microsoft.com/office/drawing/2014/main" id="{01643310-F9FB-1EA8-5A72-3A70A2AE0FA7}"/>
                </a:ext>
                <a:ext uri="{C183D7F6-B498-43B3-948B-1728B52AA6E4}">
                  <adec:decorative xmlns:adec="http://schemas.microsoft.com/office/drawing/2017/decorative" val="1"/>
                </a:ext>
              </a:extLst>
            </p:cNvPr>
            <p:cNvSpPr txBox="1"/>
            <p:nvPr/>
          </p:nvSpPr>
          <p:spPr>
            <a:xfrm>
              <a:off x="432238" y="1828029"/>
              <a:ext cx="760000" cy="684000"/>
            </a:xfrm>
            <a:prstGeom prst="rect">
              <a:avLst/>
            </a:prstGeom>
            <a:solidFill>
              <a:schemeClr val="accent2"/>
            </a:solidFill>
            <a:ln w="12700">
              <a:solidFill>
                <a:schemeClr val="accent2"/>
              </a:solidFill>
            </a:ln>
          </p:spPr>
          <p:txBody>
            <a:bodyPr wrap="square" lIns="91440" tIns="45720" rIns="91440" bIns="45720" rtlCol="0">
              <a:noAutofit/>
            </a:bodyPr>
            <a:lstStyle/>
            <a:p>
              <a:pPr algn="l"/>
              <a:endParaRPr lang="en-IN" dirty="0">
                <a:solidFill>
                  <a:schemeClr val="accent3"/>
                </a:solidFill>
              </a:endParaRPr>
            </a:p>
          </p:txBody>
        </p:sp>
        <p:grpSp>
          <p:nvGrpSpPr>
            <p:cNvPr id="164" name="Group 177">
              <a:extLst>
                <a:ext uri="{FF2B5EF4-FFF2-40B4-BE49-F238E27FC236}">
                  <a16:creationId xmlns:a16="http://schemas.microsoft.com/office/drawing/2014/main" id="{23F00F69-5CD4-AED5-1AFF-0D638621090E}"/>
                </a:ext>
              </a:extLst>
            </p:cNvPr>
            <p:cNvGrpSpPr>
              <a:grpSpLocks noChangeAspect="1"/>
            </p:cNvGrpSpPr>
            <p:nvPr/>
          </p:nvGrpSpPr>
          <p:grpSpPr>
            <a:xfrm>
              <a:off x="569263" y="1941929"/>
              <a:ext cx="526805" cy="540000"/>
              <a:chOff x="11348173" y="259168"/>
              <a:chExt cx="547921" cy="561645"/>
            </a:xfrm>
          </p:grpSpPr>
          <p:sp>
            <p:nvSpPr>
              <p:cNvPr id="165" name="Freeform: Shape 91">
                <a:extLst>
                  <a:ext uri="{FF2B5EF4-FFF2-40B4-BE49-F238E27FC236}">
                    <a16:creationId xmlns:a16="http://schemas.microsoft.com/office/drawing/2014/main" id="{2E2E13C3-43E4-6142-B21B-A279F6778603}"/>
                  </a:ext>
                </a:extLst>
              </p:cNvPr>
              <p:cNvSpPr/>
              <p:nvPr/>
            </p:nvSpPr>
            <p:spPr>
              <a:xfrm>
                <a:off x="11348173" y="259168"/>
                <a:ext cx="281584" cy="423902"/>
              </a:xfrm>
              <a:custGeom>
                <a:avLst/>
                <a:gdLst>
                  <a:gd name="connsiteX0" fmla="*/ 281585 w 281584"/>
                  <a:gd name="connsiteY0" fmla="*/ 81324 h 423902"/>
                  <a:gd name="connsiteX1" fmla="*/ 140792 w 281584"/>
                  <a:gd name="connsiteY1" fmla="*/ 162140 h 423902"/>
                  <a:gd name="connsiteX2" fmla="*/ 0 w 281584"/>
                  <a:gd name="connsiteY2" fmla="*/ 81324 h 423902"/>
                  <a:gd name="connsiteX3" fmla="*/ 140792 w 281584"/>
                  <a:gd name="connsiteY3" fmla="*/ 0 h 423902"/>
                  <a:gd name="connsiteX4" fmla="*/ 281585 w 281584"/>
                  <a:gd name="connsiteY4" fmla="*/ 81324 h 423902"/>
                  <a:gd name="connsiteX5" fmla="*/ 281585 w 281584"/>
                  <a:gd name="connsiteY5" fmla="*/ 246514 h 423902"/>
                  <a:gd name="connsiteX6" fmla="*/ 281585 w 281584"/>
                  <a:gd name="connsiteY6" fmla="*/ 175864 h 423902"/>
                  <a:gd name="connsiteX7" fmla="*/ 0 w 281584"/>
                  <a:gd name="connsiteY7" fmla="*/ 162140 h 423902"/>
                  <a:gd name="connsiteX8" fmla="*/ 0 w 281584"/>
                  <a:gd name="connsiteY8" fmla="*/ 256680 h 423902"/>
                  <a:gd name="connsiteX9" fmla="*/ 140792 w 281584"/>
                  <a:gd name="connsiteY9" fmla="*/ 337496 h 423902"/>
                  <a:gd name="connsiteX10" fmla="*/ 208393 w 281584"/>
                  <a:gd name="connsiteY10" fmla="*/ 327838 h 423902"/>
                  <a:gd name="connsiteX11" fmla="*/ 0 w 281584"/>
                  <a:gd name="connsiteY11" fmla="*/ 248547 h 423902"/>
                  <a:gd name="connsiteX12" fmla="*/ 0 w 281584"/>
                  <a:gd name="connsiteY12" fmla="*/ 343087 h 423902"/>
                  <a:gd name="connsiteX13" fmla="*/ 140792 w 281584"/>
                  <a:gd name="connsiteY13" fmla="*/ 423903 h 423902"/>
                  <a:gd name="connsiteX14" fmla="*/ 215509 w 281584"/>
                  <a:gd name="connsiteY14" fmla="*/ 411704 h 423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1584" h="423902">
                    <a:moveTo>
                      <a:pt x="281585" y="81324"/>
                    </a:moveTo>
                    <a:cubicBezTo>
                      <a:pt x="281585" y="126053"/>
                      <a:pt x="218558" y="162140"/>
                      <a:pt x="140792" y="162140"/>
                    </a:cubicBezTo>
                    <a:cubicBezTo>
                      <a:pt x="63026" y="162140"/>
                      <a:pt x="0" y="126053"/>
                      <a:pt x="0" y="81324"/>
                    </a:cubicBezTo>
                    <a:cubicBezTo>
                      <a:pt x="0" y="36596"/>
                      <a:pt x="63026" y="0"/>
                      <a:pt x="140792" y="0"/>
                    </a:cubicBezTo>
                    <a:cubicBezTo>
                      <a:pt x="218558" y="0"/>
                      <a:pt x="281585" y="36596"/>
                      <a:pt x="281585" y="81324"/>
                    </a:cubicBezTo>
                    <a:close/>
                    <a:moveTo>
                      <a:pt x="281585" y="246514"/>
                    </a:moveTo>
                    <a:lnTo>
                      <a:pt x="281585" y="175864"/>
                    </a:lnTo>
                    <a:moveTo>
                      <a:pt x="0" y="162140"/>
                    </a:moveTo>
                    <a:lnTo>
                      <a:pt x="0" y="256680"/>
                    </a:lnTo>
                    <a:cubicBezTo>
                      <a:pt x="0" y="301408"/>
                      <a:pt x="63026" y="337496"/>
                      <a:pt x="140792" y="337496"/>
                    </a:cubicBezTo>
                    <a:cubicBezTo>
                      <a:pt x="165190" y="337496"/>
                      <a:pt x="188062" y="333938"/>
                      <a:pt x="208393" y="327838"/>
                    </a:cubicBezTo>
                    <a:moveTo>
                      <a:pt x="0" y="248547"/>
                    </a:moveTo>
                    <a:lnTo>
                      <a:pt x="0" y="343087"/>
                    </a:lnTo>
                    <a:cubicBezTo>
                      <a:pt x="0" y="387815"/>
                      <a:pt x="63026" y="423903"/>
                      <a:pt x="140792" y="423903"/>
                    </a:cubicBezTo>
                    <a:cubicBezTo>
                      <a:pt x="168239" y="423903"/>
                      <a:pt x="194161" y="419328"/>
                      <a:pt x="215509" y="411704"/>
                    </a:cubicBezTo>
                  </a:path>
                </a:pathLst>
              </a:custGeom>
              <a:noFill/>
              <a:ln w="43948" cap="flat">
                <a:solidFill>
                  <a:schemeClr val="bg1"/>
                </a:solidFill>
                <a:prstDash val="solid"/>
                <a:miter/>
              </a:ln>
            </p:spPr>
            <p:txBody>
              <a:bodyPr rtlCol="0" anchor="ctr"/>
              <a:lstStyle/>
              <a:p>
                <a:endParaRPr lang="en-US"/>
              </a:p>
            </p:txBody>
          </p:sp>
          <p:sp>
            <p:nvSpPr>
              <p:cNvPr id="166" name="Freeform: Shape 92">
                <a:extLst>
                  <a:ext uri="{FF2B5EF4-FFF2-40B4-BE49-F238E27FC236}">
                    <a16:creationId xmlns:a16="http://schemas.microsoft.com/office/drawing/2014/main" id="{F175AE48-D828-5383-3952-E619F4919A69}"/>
                  </a:ext>
                </a:extLst>
              </p:cNvPr>
              <p:cNvSpPr/>
              <p:nvPr/>
            </p:nvSpPr>
            <p:spPr>
              <a:xfrm>
                <a:off x="11436105" y="330835"/>
                <a:ext cx="105721" cy="22364"/>
              </a:xfrm>
              <a:custGeom>
                <a:avLst/>
                <a:gdLst>
                  <a:gd name="connsiteX0" fmla="*/ 105721 w 105721"/>
                  <a:gd name="connsiteY0" fmla="*/ 11182 h 22364"/>
                  <a:gd name="connsiteX1" fmla="*/ 52861 w 105721"/>
                  <a:gd name="connsiteY1" fmla="*/ 22364 h 22364"/>
                  <a:gd name="connsiteX2" fmla="*/ 0 w 105721"/>
                  <a:gd name="connsiteY2" fmla="*/ 11182 h 22364"/>
                  <a:gd name="connsiteX3" fmla="*/ 52861 w 105721"/>
                  <a:gd name="connsiteY3" fmla="*/ 0 h 22364"/>
                  <a:gd name="connsiteX4" fmla="*/ 105721 w 105721"/>
                  <a:gd name="connsiteY4" fmla="*/ 11182 h 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21" h="22364">
                    <a:moveTo>
                      <a:pt x="105721" y="11182"/>
                    </a:moveTo>
                    <a:cubicBezTo>
                      <a:pt x="105721" y="17281"/>
                      <a:pt x="81832" y="22364"/>
                      <a:pt x="52861" y="22364"/>
                    </a:cubicBezTo>
                    <a:cubicBezTo>
                      <a:pt x="23889" y="22364"/>
                      <a:pt x="0" y="17281"/>
                      <a:pt x="0" y="11182"/>
                    </a:cubicBezTo>
                    <a:cubicBezTo>
                      <a:pt x="0" y="5083"/>
                      <a:pt x="23889" y="0"/>
                      <a:pt x="52861" y="0"/>
                    </a:cubicBezTo>
                    <a:cubicBezTo>
                      <a:pt x="81832" y="0"/>
                      <a:pt x="105721" y="5083"/>
                      <a:pt x="105721" y="11182"/>
                    </a:cubicBezTo>
                    <a:close/>
                  </a:path>
                </a:pathLst>
              </a:custGeom>
              <a:noFill/>
              <a:ln w="43948" cap="flat">
                <a:solidFill>
                  <a:schemeClr val="bg1"/>
                </a:solidFill>
                <a:prstDash val="solid"/>
                <a:miter/>
              </a:ln>
            </p:spPr>
            <p:txBody>
              <a:bodyPr rtlCol="0" anchor="ctr"/>
              <a:lstStyle/>
              <a:p>
                <a:endParaRPr lang="en-US"/>
              </a:p>
            </p:txBody>
          </p:sp>
          <p:sp>
            <p:nvSpPr>
              <p:cNvPr id="167" name="Freeform: Shape 93">
                <a:extLst>
                  <a:ext uri="{FF2B5EF4-FFF2-40B4-BE49-F238E27FC236}">
                    <a16:creationId xmlns:a16="http://schemas.microsoft.com/office/drawing/2014/main" id="{28555562-22E7-D488-870F-EA02B53C181E}"/>
                  </a:ext>
                </a:extLst>
              </p:cNvPr>
              <p:cNvSpPr/>
              <p:nvPr/>
            </p:nvSpPr>
            <p:spPr>
              <a:xfrm>
                <a:off x="11348173" y="333376"/>
                <a:ext cx="281584" cy="175355"/>
              </a:xfrm>
              <a:custGeom>
                <a:avLst/>
                <a:gdLst>
                  <a:gd name="connsiteX0" fmla="*/ 0 w 281584"/>
                  <a:gd name="connsiteY0" fmla="*/ 0 h 175355"/>
                  <a:gd name="connsiteX1" fmla="*/ 0 w 281584"/>
                  <a:gd name="connsiteY1" fmla="*/ 94539 h 175355"/>
                  <a:gd name="connsiteX2" fmla="*/ 140792 w 281584"/>
                  <a:gd name="connsiteY2" fmla="*/ 175355 h 175355"/>
                  <a:gd name="connsiteX3" fmla="*/ 281585 w 281584"/>
                  <a:gd name="connsiteY3" fmla="*/ 94539 h 175355"/>
                  <a:gd name="connsiteX4" fmla="*/ 281585 w 281584"/>
                  <a:gd name="connsiteY4" fmla="*/ 13723 h 175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584" h="175355">
                    <a:moveTo>
                      <a:pt x="0" y="0"/>
                    </a:moveTo>
                    <a:lnTo>
                      <a:pt x="0" y="94539"/>
                    </a:lnTo>
                    <a:cubicBezTo>
                      <a:pt x="0" y="139268"/>
                      <a:pt x="63026" y="175355"/>
                      <a:pt x="140792" y="175355"/>
                    </a:cubicBezTo>
                    <a:cubicBezTo>
                      <a:pt x="218558" y="175355"/>
                      <a:pt x="281585" y="139268"/>
                      <a:pt x="281585" y="94539"/>
                    </a:cubicBezTo>
                    <a:lnTo>
                      <a:pt x="281585" y="13723"/>
                    </a:lnTo>
                  </a:path>
                </a:pathLst>
              </a:custGeom>
              <a:noFill/>
              <a:ln w="43948" cap="flat">
                <a:solidFill>
                  <a:schemeClr val="bg1"/>
                </a:solidFill>
                <a:prstDash val="solid"/>
                <a:miter/>
              </a:ln>
            </p:spPr>
            <p:txBody>
              <a:bodyPr rtlCol="0" anchor="ctr"/>
              <a:lstStyle/>
              <a:p>
                <a:endParaRPr lang="en-US"/>
              </a:p>
            </p:txBody>
          </p:sp>
          <p:sp>
            <p:nvSpPr>
              <p:cNvPr id="168" name="Freeform: Shape 96">
                <a:extLst>
                  <a:ext uri="{FF2B5EF4-FFF2-40B4-BE49-F238E27FC236}">
                    <a16:creationId xmlns:a16="http://schemas.microsoft.com/office/drawing/2014/main" id="{0D4B5552-609C-8563-6A52-9015758697AF}"/>
                  </a:ext>
                </a:extLst>
              </p:cNvPr>
              <p:cNvSpPr/>
              <p:nvPr/>
            </p:nvSpPr>
            <p:spPr>
              <a:xfrm>
                <a:off x="11841709" y="625635"/>
                <a:ext cx="54385" cy="5082"/>
              </a:xfrm>
              <a:custGeom>
                <a:avLst/>
                <a:gdLst>
                  <a:gd name="connsiteX0" fmla="*/ 54385 w 54385"/>
                  <a:gd name="connsiteY0" fmla="*/ 0 h 5082"/>
                  <a:gd name="connsiteX1" fmla="*/ 0 w 54385"/>
                  <a:gd name="connsiteY1" fmla="*/ 0 h 5082"/>
                </a:gdLst>
                <a:ahLst/>
                <a:cxnLst>
                  <a:cxn ang="0">
                    <a:pos x="connsiteX0" y="connsiteY0"/>
                  </a:cxn>
                  <a:cxn ang="0">
                    <a:pos x="connsiteX1" y="connsiteY1"/>
                  </a:cxn>
                </a:cxnLst>
                <a:rect l="l" t="t" r="r" b="b"/>
                <a:pathLst>
                  <a:path w="54385" h="5082">
                    <a:moveTo>
                      <a:pt x="54385" y="0"/>
                    </a:moveTo>
                    <a:lnTo>
                      <a:pt x="0" y="0"/>
                    </a:lnTo>
                  </a:path>
                </a:pathLst>
              </a:custGeom>
              <a:ln w="43948" cap="flat">
                <a:solidFill>
                  <a:schemeClr val="bg1"/>
                </a:solidFill>
                <a:prstDash val="solid"/>
                <a:miter/>
              </a:ln>
            </p:spPr>
            <p:txBody>
              <a:bodyPr rtlCol="0" anchor="ctr"/>
              <a:lstStyle/>
              <a:p>
                <a:endParaRPr lang="en-US"/>
              </a:p>
            </p:txBody>
          </p:sp>
          <p:sp>
            <p:nvSpPr>
              <p:cNvPr id="169" name="Freeform: Shape 97">
                <a:extLst>
                  <a:ext uri="{FF2B5EF4-FFF2-40B4-BE49-F238E27FC236}">
                    <a16:creationId xmlns:a16="http://schemas.microsoft.com/office/drawing/2014/main" id="{E11AD820-A45D-B604-7145-13957483D2C7}"/>
                  </a:ext>
                </a:extLst>
              </p:cNvPr>
              <p:cNvSpPr/>
              <p:nvPr/>
            </p:nvSpPr>
            <p:spPr>
              <a:xfrm>
                <a:off x="11505230" y="625635"/>
                <a:ext cx="51844" cy="5082"/>
              </a:xfrm>
              <a:custGeom>
                <a:avLst/>
                <a:gdLst>
                  <a:gd name="connsiteX0" fmla="*/ 51844 w 51844"/>
                  <a:gd name="connsiteY0" fmla="*/ 0 h 5082"/>
                  <a:gd name="connsiteX1" fmla="*/ 0 w 51844"/>
                  <a:gd name="connsiteY1" fmla="*/ 0 h 5082"/>
                </a:gdLst>
                <a:ahLst/>
                <a:cxnLst>
                  <a:cxn ang="0">
                    <a:pos x="connsiteX0" y="connsiteY0"/>
                  </a:cxn>
                  <a:cxn ang="0">
                    <a:pos x="connsiteX1" y="connsiteY1"/>
                  </a:cxn>
                </a:cxnLst>
                <a:rect l="l" t="t" r="r" b="b"/>
                <a:pathLst>
                  <a:path w="51844" h="5082">
                    <a:moveTo>
                      <a:pt x="51844" y="0"/>
                    </a:moveTo>
                    <a:lnTo>
                      <a:pt x="0" y="0"/>
                    </a:lnTo>
                  </a:path>
                </a:pathLst>
              </a:custGeom>
              <a:ln w="43948" cap="flat">
                <a:solidFill>
                  <a:schemeClr val="bg1"/>
                </a:solidFill>
                <a:prstDash val="solid"/>
                <a:miter/>
              </a:ln>
            </p:spPr>
            <p:txBody>
              <a:bodyPr rtlCol="0" anchor="ctr"/>
              <a:lstStyle/>
              <a:p>
                <a:endParaRPr lang="en-US"/>
              </a:p>
            </p:txBody>
          </p:sp>
          <p:sp>
            <p:nvSpPr>
              <p:cNvPr id="170" name="Freeform: Shape 99">
                <a:extLst>
                  <a:ext uri="{FF2B5EF4-FFF2-40B4-BE49-F238E27FC236}">
                    <a16:creationId xmlns:a16="http://schemas.microsoft.com/office/drawing/2014/main" id="{D0413AB0-C6E8-423C-44F2-6BFE789B0392}"/>
                  </a:ext>
                </a:extLst>
              </p:cNvPr>
              <p:cNvSpPr/>
              <p:nvPr/>
            </p:nvSpPr>
            <p:spPr>
              <a:xfrm>
                <a:off x="11700408" y="430457"/>
                <a:ext cx="5082" cy="50827"/>
              </a:xfrm>
              <a:custGeom>
                <a:avLst/>
                <a:gdLst>
                  <a:gd name="connsiteX0" fmla="*/ 0 w 5082"/>
                  <a:gd name="connsiteY0" fmla="*/ 0 h 50827"/>
                  <a:gd name="connsiteX1" fmla="*/ 0 w 5082"/>
                  <a:gd name="connsiteY1" fmla="*/ 50828 h 50827"/>
                </a:gdLst>
                <a:ahLst/>
                <a:cxnLst>
                  <a:cxn ang="0">
                    <a:pos x="connsiteX0" y="connsiteY0"/>
                  </a:cxn>
                  <a:cxn ang="0">
                    <a:pos x="connsiteX1" y="connsiteY1"/>
                  </a:cxn>
                </a:cxnLst>
                <a:rect l="l" t="t" r="r" b="b"/>
                <a:pathLst>
                  <a:path w="5082" h="50827">
                    <a:moveTo>
                      <a:pt x="0" y="0"/>
                    </a:moveTo>
                    <a:lnTo>
                      <a:pt x="0" y="50828"/>
                    </a:lnTo>
                  </a:path>
                </a:pathLst>
              </a:custGeom>
              <a:ln w="43948" cap="flat">
                <a:solidFill>
                  <a:schemeClr val="bg1"/>
                </a:solidFill>
                <a:prstDash val="solid"/>
                <a:miter/>
              </a:ln>
            </p:spPr>
            <p:txBody>
              <a:bodyPr rtlCol="0" anchor="ctr"/>
              <a:lstStyle/>
              <a:p>
                <a:endParaRPr lang="en-US"/>
              </a:p>
            </p:txBody>
          </p:sp>
          <p:sp>
            <p:nvSpPr>
              <p:cNvPr id="171" name="Freeform: Shape 100">
                <a:extLst>
                  <a:ext uri="{FF2B5EF4-FFF2-40B4-BE49-F238E27FC236}">
                    <a16:creationId xmlns:a16="http://schemas.microsoft.com/office/drawing/2014/main" id="{D6D3AB8A-ED56-9C0A-8DFD-C19ACEF6DA37}"/>
                  </a:ext>
                </a:extLst>
              </p:cNvPr>
              <p:cNvSpPr/>
              <p:nvPr/>
            </p:nvSpPr>
            <p:spPr>
              <a:xfrm>
                <a:off x="11700408" y="773544"/>
                <a:ext cx="5082" cy="47269"/>
              </a:xfrm>
              <a:custGeom>
                <a:avLst/>
                <a:gdLst>
                  <a:gd name="connsiteX0" fmla="*/ 0 w 5082"/>
                  <a:gd name="connsiteY0" fmla="*/ 0 h 47269"/>
                  <a:gd name="connsiteX1" fmla="*/ 0 w 5082"/>
                  <a:gd name="connsiteY1" fmla="*/ 47270 h 47269"/>
                </a:gdLst>
                <a:ahLst/>
                <a:cxnLst>
                  <a:cxn ang="0">
                    <a:pos x="connsiteX0" y="connsiteY0"/>
                  </a:cxn>
                  <a:cxn ang="0">
                    <a:pos x="connsiteX1" y="connsiteY1"/>
                  </a:cxn>
                </a:cxnLst>
                <a:rect l="l" t="t" r="r" b="b"/>
                <a:pathLst>
                  <a:path w="5082" h="47269">
                    <a:moveTo>
                      <a:pt x="0" y="0"/>
                    </a:moveTo>
                    <a:lnTo>
                      <a:pt x="0" y="47270"/>
                    </a:lnTo>
                  </a:path>
                </a:pathLst>
              </a:custGeom>
              <a:ln w="43948" cap="flat">
                <a:solidFill>
                  <a:schemeClr val="bg1"/>
                </a:solidFill>
                <a:prstDash val="solid"/>
                <a:miter/>
              </a:ln>
            </p:spPr>
            <p:txBody>
              <a:bodyPr rtlCol="0" anchor="ctr"/>
              <a:lstStyle/>
              <a:p>
                <a:endParaRPr lang="en-US"/>
              </a:p>
            </p:txBody>
          </p:sp>
          <p:sp>
            <p:nvSpPr>
              <p:cNvPr id="172" name="Freeform: Shape 101">
                <a:extLst>
                  <a:ext uri="{FF2B5EF4-FFF2-40B4-BE49-F238E27FC236}">
                    <a16:creationId xmlns:a16="http://schemas.microsoft.com/office/drawing/2014/main" id="{E3520E08-FEF2-887B-42A2-EBB30E9F9B82}"/>
                  </a:ext>
                </a:extLst>
              </p:cNvPr>
              <p:cNvSpPr/>
              <p:nvPr/>
            </p:nvSpPr>
            <p:spPr>
              <a:xfrm>
                <a:off x="11700408" y="430457"/>
                <a:ext cx="5082" cy="7115"/>
              </a:xfrm>
              <a:custGeom>
                <a:avLst/>
                <a:gdLst>
                  <a:gd name="connsiteX0" fmla="*/ 0 w 5082"/>
                  <a:gd name="connsiteY0" fmla="*/ 0 h 7115"/>
                  <a:gd name="connsiteX1" fmla="*/ 0 w 5082"/>
                  <a:gd name="connsiteY1" fmla="*/ 7116 h 7115"/>
                </a:gdLst>
                <a:ahLst/>
                <a:cxnLst>
                  <a:cxn ang="0">
                    <a:pos x="connsiteX0" y="connsiteY0"/>
                  </a:cxn>
                  <a:cxn ang="0">
                    <a:pos x="connsiteX1" y="connsiteY1"/>
                  </a:cxn>
                </a:cxnLst>
                <a:rect l="l" t="t" r="r" b="b"/>
                <a:pathLst>
                  <a:path w="5082" h="7115">
                    <a:moveTo>
                      <a:pt x="0" y="0"/>
                    </a:moveTo>
                    <a:lnTo>
                      <a:pt x="0" y="7116"/>
                    </a:lnTo>
                  </a:path>
                </a:pathLst>
              </a:custGeom>
              <a:ln w="43948" cap="flat">
                <a:solidFill>
                  <a:schemeClr val="bg1"/>
                </a:solidFill>
                <a:prstDash val="solid"/>
                <a:miter/>
              </a:ln>
            </p:spPr>
            <p:txBody>
              <a:bodyPr rtlCol="0" anchor="ctr"/>
              <a:lstStyle/>
              <a:p>
                <a:endParaRPr lang="en-US"/>
              </a:p>
            </p:txBody>
          </p:sp>
          <p:sp>
            <p:nvSpPr>
              <p:cNvPr id="173" name="Freeform: Shape 103">
                <a:extLst>
                  <a:ext uri="{FF2B5EF4-FFF2-40B4-BE49-F238E27FC236}">
                    <a16:creationId xmlns:a16="http://schemas.microsoft.com/office/drawing/2014/main" id="{368A161D-9CE2-F8B6-3E38-A321832887AB}"/>
                  </a:ext>
                </a:extLst>
              </p:cNvPr>
              <p:cNvSpPr/>
              <p:nvPr/>
            </p:nvSpPr>
            <p:spPr>
              <a:xfrm>
                <a:off x="11803080" y="727799"/>
                <a:ext cx="35579" cy="36087"/>
              </a:xfrm>
              <a:custGeom>
                <a:avLst/>
                <a:gdLst>
                  <a:gd name="connsiteX0" fmla="*/ 0 w 35579"/>
                  <a:gd name="connsiteY0" fmla="*/ 0 h 36087"/>
                  <a:gd name="connsiteX1" fmla="*/ 35579 w 35579"/>
                  <a:gd name="connsiteY1" fmla="*/ 36088 h 36087"/>
                </a:gdLst>
                <a:ahLst/>
                <a:cxnLst>
                  <a:cxn ang="0">
                    <a:pos x="connsiteX0" y="connsiteY0"/>
                  </a:cxn>
                  <a:cxn ang="0">
                    <a:pos x="connsiteX1" y="connsiteY1"/>
                  </a:cxn>
                </a:cxnLst>
                <a:rect l="l" t="t" r="r" b="b"/>
                <a:pathLst>
                  <a:path w="35579" h="36087">
                    <a:moveTo>
                      <a:pt x="0" y="0"/>
                    </a:moveTo>
                    <a:lnTo>
                      <a:pt x="35579" y="36088"/>
                    </a:lnTo>
                  </a:path>
                </a:pathLst>
              </a:custGeom>
              <a:ln w="43948" cap="flat">
                <a:solidFill>
                  <a:schemeClr val="bg1"/>
                </a:solidFill>
                <a:prstDash val="solid"/>
                <a:miter/>
              </a:ln>
            </p:spPr>
            <p:txBody>
              <a:bodyPr rtlCol="0" anchor="ctr"/>
              <a:lstStyle/>
              <a:p>
                <a:endParaRPr lang="en-US"/>
              </a:p>
            </p:txBody>
          </p:sp>
          <p:sp>
            <p:nvSpPr>
              <p:cNvPr id="174" name="Freeform: Shape 104">
                <a:extLst>
                  <a:ext uri="{FF2B5EF4-FFF2-40B4-BE49-F238E27FC236}">
                    <a16:creationId xmlns:a16="http://schemas.microsoft.com/office/drawing/2014/main" id="{3E81AA39-0254-E3C4-2101-EEA914E6977A}"/>
                  </a:ext>
                </a:extLst>
              </p:cNvPr>
              <p:cNvSpPr/>
              <p:nvPr/>
            </p:nvSpPr>
            <p:spPr>
              <a:xfrm>
                <a:off x="11562665" y="487892"/>
                <a:ext cx="39645" cy="39137"/>
              </a:xfrm>
              <a:custGeom>
                <a:avLst/>
                <a:gdLst>
                  <a:gd name="connsiteX0" fmla="*/ 0 w 39645"/>
                  <a:gd name="connsiteY0" fmla="*/ 0 h 39137"/>
                  <a:gd name="connsiteX1" fmla="*/ 39645 w 39645"/>
                  <a:gd name="connsiteY1" fmla="*/ 39137 h 39137"/>
                </a:gdLst>
                <a:ahLst/>
                <a:cxnLst>
                  <a:cxn ang="0">
                    <a:pos x="connsiteX0" y="connsiteY0"/>
                  </a:cxn>
                  <a:cxn ang="0">
                    <a:pos x="connsiteX1" y="connsiteY1"/>
                  </a:cxn>
                </a:cxnLst>
                <a:rect l="l" t="t" r="r" b="b"/>
                <a:pathLst>
                  <a:path w="39645" h="39137">
                    <a:moveTo>
                      <a:pt x="0" y="0"/>
                    </a:moveTo>
                    <a:lnTo>
                      <a:pt x="39645" y="39137"/>
                    </a:lnTo>
                  </a:path>
                </a:pathLst>
              </a:custGeom>
              <a:ln w="43948" cap="flat">
                <a:solidFill>
                  <a:schemeClr val="bg1"/>
                </a:solidFill>
                <a:prstDash val="solid"/>
                <a:miter/>
              </a:ln>
            </p:spPr>
            <p:txBody>
              <a:bodyPr rtlCol="0" anchor="ctr"/>
              <a:lstStyle/>
              <a:p>
                <a:endParaRPr lang="en-US"/>
              </a:p>
            </p:txBody>
          </p:sp>
          <p:sp>
            <p:nvSpPr>
              <p:cNvPr id="175" name="Freeform: Shape 105">
                <a:extLst>
                  <a:ext uri="{FF2B5EF4-FFF2-40B4-BE49-F238E27FC236}">
                    <a16:creationId xmlns:a16="http://schemas.microsoft.com/office/drawing/2014/main" id="{888772F8-0155-3A7A-CE4C-F5003B6AF7FC}"/>
                  </a:ext>
                </a:extLst>
              </p:cNvPr>
              <p:cNvSpPr/>
              <p:nvPr/>
            </p:nvSpPr>
            <p:spPr>
              <a:xfrm>
                <a:off x="11803588" y="487892"/>
                <a:ext cx="35071" cy="34562"/>
              </a:xfrm>
              <a:custGeom>
                <a:avLst/>
                <a:gdLst>
                  <a:gd name="connsiteX0" fmla="*/ 35071 w 35071"/>
                  <a:gd name="connsiteY0" fmla="*/ 0 h 34562"/>
                  <a:gd name="connsiteX1" fmla="*/ 0 w 35071"/>
                  <a:gd name="connsiteY1" fmla="*/ 34563 h 34562"/>
                </a:gdLst>
                <a:ahLst/>
                <a:cxnLst>
                  <a:cxn ang="0">
                    <a:pos x="connsiteX0" y="connsiteY0"/>
                  </a:cxn>
                  <a:cxn ang="0">
                    <a:pos x="connsiteX1" y="connsiteY1"/>
                  </a:cxn>
                </a:cxnLst>
                <a:rect l="l" t="t" r="r" b="b"/>
                <a:pathLst>
                  <a:path w="35071" h="34562">
                    <a:moveTo>
                      <a:pt x="35071" y="0"/>
                    </a:moveTo>
                    <a:lnTo>
                      <a:pt x="0" y="34563"/>
                    </a:lnTo>
                  </a:path>
                </a:pathLst>
              </a:custGeom>
              <a:ln w="43948" cap="flat">
                <a:solidFill>
                  <a:schemeClr val="bg1"/>
                </a:solidFill>
                <a:prstDash val="solid"/>
                <a:miter/>
              </a:ln>
            </p:spPr>
            <p:txBody>
              <a:bodyPr rtlCol="0" anchor="ctr"/>
              <a:lstStyle/>
              <a:p>
                <a:endParaRPr lang="en-US"/>
              </a:p>
            </p:txBody>
          </p:sp>
          <p:sp>
            <p:nvSpPr>
              <p:cNvPr id="176" name="Freeform: Shape 107">
                <a:extLst>
                  <a:ext uri="{FF2B5EF4-FFF2-40B4-BE49-F238E27FC236}">
                    <a16:creationId xmlns:a16="http://schemas.microsoft.com/office/drawing/2014/main" id="{8A639E22-B5A0-1ECF-4E95-9527AADDF320}"/>
                  </a:ext>
                </a:extLst>
              </p:cNvPr>
              <p:cNvSpPr/>
              <p:nvPr/>
            </p:nvSpPr>
            <p:spPr>
              <a:xfrm>
                <a:off x="11555549" y="480776"/>
                <a:ext cx="289716" cy="289717"/>
              </a:xfrm>
              <a:custGeom>
                <a:avLst/>
                <a:gdLst>
                  <a:gd name="connsiteX0" fmla="*/ 289717 w 289716"/>
                  <a:gd name="connsiteY0" fmla="*/ 144859 h 289717"/>
                  <a:gd name="connsiteX1" fmla="*/ 144858 w 289716"/>
                  <a:gd name="connsiteY1" fmla="*/ 289718 h 289717"/>
                  <a:gd name="connsiteX2" fmla="*/ 0 w 289716"/>
                  <a:gd name="connsiteY2" fmla="*/ 144859 h 289717"/>
                  <a:gd name="connsiteX3" fmla="*/ 144858 w 289716"/>
                  <a:gd name="connsiteY3" fmla="*/ 0 h 289717"/>
                  <a:gd name="connsiteX4" fmla="*/ 289717 w 289716"/>
                  <a:gd name="connsiteY4" fmla="*/ 144859 h 289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716" h="289717">
                    <a:moveTo>
                      <a:pt x="289717" y="144859"/>
                    </a:moveTo>
                    <a:cubicBezTo>
                      <a:pt x="289717" y="224862"/>
                      <a:pt x="224862" y="289718"/>
                      <a:pt x="144858" y="289718"/>
                    </a:cubicBezTo>
                    <a:cubicBezTo>
                      <a:pt x="64855" y="289718"/>
                      <a:pt x="0" y="224862"/>
                      <a:pt x="0" y="144859"/>
                    </a:cubicBezTo>
                    <a:cubicBezTo>
                      <a:pt x="0" y="64855"/>
                      <a:pt x="64855" y="0"/>
                      <a:pt x="144858" y="0"/>
                    </a:cubicBezTo>
                    <a:cubicBezTo>
                      <a:pt x="224862" y="0"/>
                      <a:pt x="289717" y="64855"/>
                      <a:pt x="289717" y="144859"/>
                    </a:cubicBezTo>
                    <a:close/>
                  </a:path>
                </a:pathLst>
              </a:custGeom>
              <a:noFill/>
              <a:ln w="43948" cap="flat">
                <a:solidFill>
                  <a:schemeClr val="bg1"/>
                </a:solidFill>
                <a:prstDash val="solid"/>
                <a:miter/>
              </a:ln>
            </p:spPr>
            <p:txBody>
              <a:bodyPr rtlCol="0" anchor="ctr"/>
              <a:lstStyle/>
              <a:p>
                <a:endParaRPr lang="en-US"/>
              </a:p>
            </p:txBody>
          </p:sp>
          <p:sp>
            <p:nvSpPr>
              <p:cNvPr id="177" name="Freeform: Shape 108">
                <a:extLst>
                  <a:ext uri="{FF2B5EF4-FFF2-40B4-BE49-F238E27FC236}">
                    <a16:creationId xmlns:a16="http://schemas.microsoft.com/office/drawing/2014/main" id="{0CCDA194-0AD1-5553-1E56-C35706799DE2}"/>
                  </a:ext>
                </a:extLst>
              </p:cNvPr>
              <p:cNvSpPr/>
              <p:nvPr/>
            </p:nvSpPr>
            <p:spPr>
              <a:xfrm>
                <a:off x="11803588" y="487892"/>
                <a:ext cx="35071" cy="34562"/>
              </a:xfrm>
              <a:custGeom>
                <a:avLst/>
                <a:gdLst>
                  <a:gd name="connsiteX0" fmla="*/ 35071 w 35071"/>
                  <a:gd name="connsiteY0" fmla="*/ 0 h 34562"/>
                  <a:gd name="connsiteX1" fmla="*/ 0 w 35071"/>
                  <a:gd name="connsiteY1" fmla="*/ 34563 h 34562"/>
                </a:gdLst>
                <a:ahLst/>
                <a:cxnLst>
                  <a:cxn ang="0">
                    <a:pos x="connsiteX0" y="connsiteY0"/>
                  </a:cxn>
                  <a:cxn ang="0">
                    <a:pos x="connsiteX1" y="connsiteY1"/>
                  </a:cxn>
                </a:cxnLst>
                <a:rect l="l" t="t" r="r" b="b"/>
                <a:pathLst>
                  <a:path w="35071" h="34562">
                    <a:moveTo>
                      <a:pt x="35071" y="0"/>
                    </a:moveTo>
                    <a:lnTo>
                      <a:pt x="0" y="34563"/>
                    </a:lnTo>
                  </a:path>
                </a:pathLst>
              </a:custGeom>
              <a:ln w="43948" cap="flat">
                <a:solidFill>
                  <a:schemeClr val="bg1"/>
                </a:solidFill>
                <a:prstDash val="solid"/>
                <a:miter/>
              </a:ln>
            </p:spPr>
            <p:txBody>
              <a:bodyPr rtlCol="0" anchor="ctr"/>
              <a:lstStyle/>
              <a:p>
                <a:endParaRPr lang="en-US"/>
              </a:p>
            </p:txBody>
          </p:sp>
          <p:sp>
            <p:nvSpPr>
              <p:cNvPr id="178" name="Freeform: Shape 109">
                <a:extLst>
                  <a:ext uri="{FF2B5EF4-FFF2-40B4-BE49-F238E27FC236}">
                    <a16:creationId xmlns:a16="http://schemas.microsoft.com/office/drawing/2014/main" id="{426B7A76-DCD4-0074-1529-3A2424F50B01}"/>
                  </a:ext>
                </a:extLst>
              </p:cNvPr>
              <p:cNvSpPr/>
              <p:nvPr/>
            </p:nvSpPr>
            <p:spPr>
              <a:xfrm>
                <a:off x="11562665" y="727290"/>
                <a:ext cx="36087" cy="36595"/>
              </a:xfrm>
              <a:custGeom>
                <a:avLst/>
                <a:gdLst>
                  <a:gd name="connsiteX0" fmla="*/ 36088 w 36087"/>
                  <a:gd name="connsiteY0" fmla="*/ 0 h 36595"/>
                  <a:gd name="connsiteX1" fmla="*/ 0 w 36087"/>
                  <a:gd name="connsiteY1" fmla="*/ 36596 h 36595"/>
                </a:gdLst>
                <a:ahLst/>
                <a:cxnLst>
                  <a:cxn ang="0">
                    <a:pos x="connsiteX0" y="connsiteY0"/>
                  </a:cxn>
                  <a:cxn ang="0">
                    <a:pos x="connsiteX1" y="connsiteY1"/>
                  </a:cxn>
                </a:cxnLst>
                <a:rect l="l" t="t" r="r" b="b"/>
                <a:pathLst>
                  <a:path w="36087" h="36595">
                    <a:moveTo>
                      <a:pt x="36088" y="0"/>
                    </a:moveTo>
                    <a:lnTo>
                      <a:pt x="0" y="36596"/>
                    </a:lnTo>
                  </a:path>
                </a:pathLst>
              </a:custGeom>
              <a:ln w="43948" cap="flat">
                <a:solidFill>
                  <a:schemeClr val="bg1"/>
                </a:solidFill>
                <a:prstDash val="solid"/>
                <a:miter/>
              </a:ln>
            </p:spPr>
            <p:txBody>
              <a:bodyPr rtlCol="0" anchor="ctr"/>
              <a:lstStyle/>
              <a:p>
                <a:endParaRPr lang="en-US"/>
              </a:p>
            </p:txBody>
          </p:sp>
          <p:sp>
            <p:nvSpPr>
              <p:cNvPr id="179" name="Freeform: Shape 111">
                <a:extLst>
                  <a:ext uri="{FF2B5EF4-FFF2-40B4-BE49-F238E27FC236}">
                    <a16:creationId xmlns:a16="http://schemas.microsoft.com/office/drawing/2014/main" id="{68D147BD-40D8-B372-59D3-F35C934375BF}"/>
                  </a:ext>
                </a:extLst>
              </p:cNvPr>
              <p:cNvSpPr/>
              <p:nvPr/>
            </p:nvSpPr>
            <p:spPr>
              <a:xfrm>
                <a:off x="11555549" y="480776"/>
                <a:ext cx="289716" cy="289717"/>
              </a:xfrm>
              <a:custGeom>
                <a:avLst/>
                <a:gdLst>
                  <a:gd name="connsiteX0" fmla="*/ 289717 w 289716"/>
                  <a:gd name="connsiteY0" fmla="*/ 144859 h 289717"/>
                  <a:gd name="connsiteX1" fmla="*/ 144858 w 289716"/>
                  <a:gd name="connsiteY1" fmla="*/ 289718 h 289717"/>
                  <a:gd name="connsiteX2" fmla="*/ 0 w 289716"/>
                  <a:gd name="connsiteY2" fmla="*/ 144859 h 289717"/>
                  <a:gd name="connsiteX3" fmla="*/ 144858 w 289716"/>
                  <a:gd name="connsiteY3" fmla="*/ 0 h 289717"/>
                  <a:gd name="connsiteX4" fmla="*/ 289717 w 289716"/>
                  <a:gd name="connsiteY4" fmla="*/ 144859 h 289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716" h="289717">
                    <a:moveTo>
                      <a:pt x="289717" y="144859"/>
                    </a:moveTo>
                    <a:cubicBezTo>
                      <a:pt x="289717" y="224862"/>
                      <a:pt x="224862" y="289718"/>
                      <a:pt x="144858" y="289718"/>
                    </a:cubicBezTo>
                    <a:cubicBezTo>
                      <a:pt x="64855" y="289718"/>
                      <a:pt x="0" y="224862"/>
                      <a:pt x="0" y="144859"/>
                    </a:cubicBezTo>
                    <a:cubicBezTo>
                      <a:pt x="0" y="64855"/>
                      <a:pt x="64855" y="0"/>
                      <a:pt x="144858" y="0"/>
                    </a:cubicBezTo>
                    <a:cubicBezTo>
                      <a:pt x="224862" y="0"/>
                      <a:pt x="289717" y="64855"/>
                      <a:pt x="289717" y="144859"/>
                    </a:cubicBezTo>
                    <a:close/>
                  </a:path>
                </a:pathLst>
              </a:custGeom>
              <a:noFill/>
              <a:ln w="43948" cap="flat">
                <a:solidFill>
                  <a:schemeClr val="bg1"/>
                </a:solidFill>
                <a:prstDash val="solid"/>
                <a:miter/>
              </a:ln>
            </p:spPr>
            <p:txBody>
              <a:bodyPr rtlCol="0" anchor="ctr"/>
              <a:lstStyle/>
              <a:p>
                <a:endParaRPr lang="en-US"/>
              </a:p>
            </p:txBody>
          </p:sp>
          <p:sp>
            <p:nvSpPr>
              <p:cNvPr id="180" name="Freeform: Shape 112">
                <a:extLst>
                  <a:ext uri="{FF2B5EF4-FFF2-40B4-BE49-F238E27FC236}">
                    <a16:creationId xmlns:a16="http://schemas.microsoft.com/office/drawing/2014/main" id="{EC69BBCC-C734-15A7-4369-36DE0B69281A}"/>
                  </a:ext>
                </a:extLst>
              </p:cNvPr>
              <p:cNvSpPr/>
              <p:nvPr/>
            </p:nvSpPr>
            <p:spPr>
              <a:xfrm>
                <a:off x="11631791" y="557018"/>
                <a:ext cx="137234" cy="137234"/>
              </a:xfrm>
              <a:custGeom>
                <a:avLst/>
                <a:gdLst>
                  <a:gd name="connsiteX0" fmla="*/ 137234 w 137234"/>
                  <a:gd name="connsiteY0" fmla="*/ 68617 h 137234"/>
                  <a:gd name="connsiteX1" fmla="*/ 68617 w 137234"/>
                  <a:gd name="connsiteY1" fmla="*/ 137235 h 137234"/>
                  <a:gd name="connsiteX2" fmla="*/ 0 w 137234"/>
                  <a:gd name="connsiteY2" fmla="*/ 68617 h 137234"/>
                  <a:gd name="connsiteX3" fmla="*/ 68617 w 137234"/>
                  <a:gd name="connsiteY3" fmla="*/ 0 h 137234"/>
                  <a:gd name="connsiteX4" fmla="*/ 137234 w 137234"/>
                  <a:gd name="connsiteY4" fmla="*/ 68617 h 137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234" h="137234">
                    <a:moveTo>
                      <a:pt x="137234" y="68617"/>
                    </a:moveTo>
                    <a:cubicBezTo>
                      <a:pt x="137234" y="106514"/>
                      <a:pt x="106513" y="137235"/>
                      <a:pt x="68617" y="137235"/>
                    </a:cubicBezTo>
                    <a:cubicBezTo>
                      <a:pt x="30721" y="137235"/>
                      <a:pt x="0" y="106514"/>
                      <a:pt x="0" y="68617"/>
                    </a:cubicBezTo>
                    <a:cubicBezTo>
                      <a:pt x="0" y="30721"/>
                      <a:pt x="30721" y="0"/>
                      <a:pt x="68617" y="0"/>
                    </a:cubicBezTo>
                    <a:cubicBezTo>
                      <a:pt x="106513" y="0"/>
                      <a:pt x="137234" y="30721"/>
                      <a:pt x="137234" y="68617"/>
                    </a:cubicBezTo>
                    <a:close/>
                  </a:path>
                </a:pathLst>
              </a:custGeom>
              <a:noFill/>
              <a:ln w="43948" cap="flat">
                <a:solidFill>
                  <a:schemeClr val="bg1"/>
                </a:solidFill>
                <a:prstDash val="solid"/>
                <a:miter/>
              </a:ln>
            </p:spPr>
            <p:txBody>
              <a:bodyPr rtlCol="0" anchor="ctr"/>
              <a:lstStyle/>
              <a:p>
                <a:endParaRPr lang="en-US"/>
              </a:p>
            </p:txBody>
          </p:sp>
        </p:grpSp>
      </p:grpSp>
      <p:grpSp>
        <p:nvGrpSpPr>
          <p:cNvPr id="285" name="Groupe 284">
            <a:extLst>
              <a:ext uri="{FF2B5EF4-FFF2-40B4-BE49-F238E27FC236}">
                <a16:creationId xmlns:a16="http://schemas.microsoft.com/office/drawing/2014/main" id="{BB945151-487F-3E92-6DE8-334252C9F49A}"/>
              </a:ext>
            </a:extLst>
          </p:cNvPr>
          <p:cNvGrpSpPr>
            <a:grpSpLocks noChangeAspect="1"/>
          </p:cNvGrpSpPr>
          <p:nvPr/>
        </p:nvGrpSpPr>
        <p:grpSpPr>
          <a:xfrm>
            <a:off x="425451" y="2674566"/>
            <a:ext cx="800000" cy="720000"/>
            <a:chOff x="425451" y="2587014"/>
            <a:chExt cx="760000" cy="684000"/>
          </a:xfrm>
        </p:grpSpPr>
        <p:sp>
          <p:nvSpPr>
            <p:cNvPr id="11" name="TextBox 6">
              <a:extLst>
                <a:ext uri="{FF2B5EF4-FFF2-40B4-BE49-F238E27FC236}">
                  <a16:creationId xmlns:a16="http://schemas.microsoft.com/office/drawing/2014/main" id="{10C4B93B-3DC0-9F25-EB48-490BF54E4336}"/>
                </a:ext>
                <a:ext uri="{C183D7F6-B498-43B3-948B-1728B52AA6E4}">
                  <adec:decorative xmlns:adec="http://schemas.microsoft.com/office/drawing/2017/decorative" val="1"/>
                </a:ext>
              </a:extLst>
            </p:cNvPr>
            <p:cNvSpPr txBox="1"/>
            <p:nvPr/>
          </p:nvSpPr>
          <p:spPr>
            <a:xfrm>
              <a:off x="425451" y="2587014"/>
              <a:ext cx="760000" cy="684000"/>
            </a:xfrm>
            <a:prstGeom prst="rect">
              <a:avLst/>
            </a:prstGeom>
            <a:solidFill>
              <a:schemeClr val="accent3"/>
            </a:solidFill>
            <a:ln w="12700">
              <a:solidFill>
                <a:schemeClr val="accent3"/>
              </a:solidFill>
            </a:ln>
          </p:spPr>
          <p:txBody>
            <a:bodyPr wrap="square" lIns="91440" tIns="45720" rIns="91440" bIns="45720" rtlCol="0">
              <a:noAutofit/>
            </a:bodyPr>
            <a:lstStyle/>
            <a:p>
              <a:pPr algn="l"/>
              <a:endParaRPr lang="en-IN" dirty="0">
                <a:solidFill>
                  <a:schemeClr val="accent3"/>
                </a:solidFill>
              </a:endParaRPr>
            </a:p>
          </p:txBody>
        </p:sp>
        <p:grpSp>
          <p:nvGrpSpPr>
            <p:cNvPr id="181" name="Group 177">
              <a:extLst>
                <a:ext uri="{FF2B5EF4-FFF2-40B4-BE49-F238E27FC236}">
                  <a16:creationId xmlns:a16="http://schemas.microsoft.com/office/drawing/2014/main" id="{F6AA65CD-6928-8777-9F0F-F63C8DEB2809}"/>
                </a:ext>
              </a:extLst>
            </p:cNvPr>
            <p:cNvGrpSpPr>
              <a:grpSpLocks noChangeAspect="1"/>
            </p:cNvGrpSpPr>
            <p:nvPr/>
          </p:nvGrpSpPr>
          <p:grpSpPr>
            <a:xfrm>
              <a:off x="548835" y="2663054"/>
              <a:ext cx="526805" cy="540000"/>
              <a:chOff x="11348173" y="259168"/>
              <a:chExt cx="547921" cy="561645"/>
            </a:xfrm>
          </p:grpSpPr>
          <p:sp>
            <p:nvSpPr>
              <p:cNvPr id="182" name="Freeform: Shape 91">
                <a:extLst>
                  <a:ext uri="{FF2B5EF4-FFF2-40B4-BE49-F238E27FC236}">
                    <a16:creationId xmlns:a16="http://schemas.microsoft.com/office/drawing/2014/main" id="{513DF884-AC26-CED7-3CA0-4F9B199748E3}"/>
                  </a:ext>
                </a:extLst>
              </p:cNvPr>
              <p:cNvSpPr/>
              <p:nvPr/>
            </p:nvSpPr>
            <p:spPr>
              <a:xfrm>
                <a:off x="11348173" y="259168"/>
                <a:ext cx="281584" cy="423902"/>
              </a:xfrm>
              <a:custGeom>
                <a:avLst/>
                <a:gdLst>
                  <a:gd name="connsiteX0" fmla="*/ 281585 w 281584"/>
                  <a:gd name="connsiteY0" fmla="*/ 81324 h 423902"/>
                  <a:gd name="connsiteX1" fmla="*/ 140792 w 281584"/>
                  <a:gd name="connsiteY1" fmla="*/ 162140 h 423902"/>
                  <a:gd name="connsiteX2" fmla="*/ 0 w 281584"/>
                  <a:gd name="connsiteY2" fmla="*/ 81324 h 423902"/>
                  <a:gd name="connsiteX3" fmla="*/ 140792 w 281584"/>
                  <a:gd name="connsiteY3" fmla="*/ 0 h 423902"/>
                  <a:gd name="connsiteX4" fmla="*/ 281585 w 281584"/>
                  <a:gd name="connsiteY4" fmla="*/ 81324 h 423902"/>
                  <a:gd name="connsiteX5" fmla="*/ 281585 w 281584"/>
                  <a:gd name="connsiteY5" fmla="*/ 246514 h 423902"/>
                  <a:gd name="connsiteX6" fmla="*/ 281585 w 281584"/>
                  <a:gd name="connsiteY6" fmla="*/ 175864 h 423902"/>
                  <a:gd name="connsiteX7" fmla="*/ 0 w 281584"/>
                  <a:gd name="connsiteY7" fmla="*/ 162140 h 423902"/>
                  <a:gd name="connsiteX8" fmla="*/ 0 w 281584"/>
                  <a:gd name="connsiteY8" fmla="*/ 256680 h 423902"/>
                  <a:gd name="connsiteX9" fmla="*/ 140792 w 281584"/>
                  <a:gd name="connsiteY9" fmla="*/ 337496 h 423902"/>
                  <a:gd name="connsiteX10" fmla="*/ 208393 w 281584"/>
                  <a:gd name="connsiteY10" fmla="*/ 327838 h 423902"/>
                  <a:gd name="connsiteX11" fmla="*/ 0 w 281584"/>
                  <a:gd name="connsiteY11" fmla="*/ 248547 h 423902"/>
                  <a:gd name="connsiteX12" fmla="*/ 0 w 281584"/>
                  <a:gd name="connsiteY12" fmla="*/ 343087 h 423902"/>
                  <a:gd name="connsiteX13" fmla="*/ 140792 w 281584"/>
                  <a:gd name="connsiteY13" fmla="*/ 423903 h 423902"/>
                  <a:gd name="connsiteX14" fmla="*/ 215509 w 281584"/>
                  <a:gd name="connsiteY14" fmla="*/ 411704 h 423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1584" h="423902">
                    <a:moveTo>
                      <a:pt x="281585" y="81324"/>
                    </a:moveTo>
                    <a:cubicBezTo>
                      <a:pt x="281585" y="126053"/>
                      <a:pt x="218558" y="162140"/>
                      <a:pt x="140792" y="162140"/>
                    </a:cubicBezTo>
                    <a:cubicBezTo>
                      <a:pt x="63026" y="162140"/>
                      <a:pt x="0" y="126053"/>
                      <a:pt x="0" y="81324"/>
                    </a:cubicBezTo>
                    <a:cubicBezTo>
                      <a:pt x="0" y="36596"/>
                      <a:pt x="63026" y="0"/>
                      <a:pt x="140792" y="0"/>
                    </a:cubicBezTo>
                    <a:cubicBezTo>
                      <a:pt x="218558" y="0"/>
                      <a:pt x="281585" y="36596"/>
                      <a:pt x="281585" y="81324"/>
                    </a:cubicBezTo>
                    <a:close/>
                    <a:moveTo>
                      <a:pt x="281585" y="246514"/>
                    </a:moveTo>
                    <a:lnTo>
                      <a:pt x="281585" y="175864"/>
                    </a:lnTo>
                    <a:moveTo>
                      <a:pt x="0" y="162140"/>
                    </a:moveTo>
                    <a:lnTo>
                      <a:pt x="0" y="256680"/>
                    </a:lnTo>
                    <a:cubicBezTo>
                      <a:pt x="0" y="301408"/>
                      <a:pt x="63026" y="337496"/>
                      <a:pt x="140792" y="337496"/>
                    </a:cubicBezTo>
                    <a:cubicBezTo>
                      <a:pt x="165190" y="337496"/>
                      <a:pt x="188062" y="333938"/>
                      <a:pt x="208393" y="327838"/>
                    </a:cubicBezTo>
                    <a:moveTo>
                      <a:pt x="0" y="248547"/>
                    </a:moveTo>
                    <a:lnTo>
                      <a:pt x="0" y="343087"/>
                    </a:lnTo>
                    <a:cubicBezTo>
                      <a:pt x="0" y="387815"/>
                      <a:pt x="63026" y="423903"/>
                      <a:pt x="140792" y="423903"/>
                    </a:cubicBezTo>
                    <a:cubicBezTo>
                      <a:pt x="168239" y="423903"/>
                      <a:pt x="194161" y="419328"/>
                      <a:pt x="215509" y="411704"/>
                    </a:cubicBezTo>
                  </a:path>
                </a:pathLst>
              </a:custGeom>
              <a:noFill/>
              <a:ln w="43948" cap="flat">
                <a:solidFill>
                  <a:schemeClr val="bg1"/>
                </a:solidFill>
                <a:prstDash val="solid"/>
                <a:miter/>
              </a:ln>
            </p:spPr>
            <p:txBody>
              <a:bodyPr rtlCol="0" anchor="ctr"/>
              <a:lstStyle/>
              <a:p>
                <a:endParaRPr lang="en-US"/>
              </a:p>
            </p:txBody>
          </p:sp>
          <p:sp>
            <p:nvSpPr>
              <p:cNvPr id="183" name="Freeform: Shape 92">
                <a:extLst>
                  <a:ext uri="{FF2B5EF4-FFF2-40B4-BE49-F238E27FC236}">
                    <a16:creationId xmlns:a16="http://schemas.microsoft.com/office/drawing/2014/main" id="{287DC8BC-0E28-545D-065E-BA0CF5A5F4C3}"/>
                  </a:ext>
                </a:extLst>
              </p:cNvPr>
              <p:cNvSpPr/>
              <p:nvPr/>
            </p:nvSpPr>
            <p:spPr>
              <a:xfrm>
                <a:off x="11436105" y="330835"/>
                <a:ext cx="105721" cy="22364"/>
              </a:xfrm>
              <a:custGeom>
                <a:avLst/>
                <a:gdLst>
                  <a:gd name="connsiteX0" fmla="*/ 105721 w 105721"/>
                  <a:gd name="connsiteY0" fmla="*/ 11182 h 22364"/>
                  <a:gd name="connsiteX1" fmla="*/ 52861 w 105721"/>
                  <a:gd name="connsiteY1" fmla="*/ 22364 h 22364"/>
                  <a:gd name="connsiteX2" fmla="*/ 0 w 105721"/>
                  <a:gd name="connsiteY2" fmla="*/ 11182 h 22364"/>
                  <a:gd name="connsiteX3" fmla="*/ 52861 w 105721"/>
                  <a:gd name="connsiteY3" fmla="*/ 0 h 22364"/>
                  <a:gd name="connsiteX4" fmla="*/ 105721 w 105721"/>
                  <a:gd name="connsiteY4" fmla="*/ 11182 h 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21" h="22364">
                    <a:moveTo>
                      <a:pt x="105721" y="11182"/>
                    </a:moveTo>
                    <a:cubicBezTo>
                      <a:pt x="105721" y="17281"/>
                      <a:pt x="81832" y="22364"/>
                      <a:pt x="52861" y="22364"/>
                    </a:cubicBezTo>
                    <a:cubicBezTo>
                      <a:pt x="23889" y="22364"/>
                      <a:pt x="0" y="17281"/>
                      <a:pt x="0" y="11182"/>
                    </a:cubicBezTo>
                    <a:cubicBezTo>
                      <a:pt x="0" y="5083"/>
                      <a:pt x="23889" y="0"/>
                      <a:pt x="52861" y="0"/>
                    </a:cubicBezTo>
                    <a:cubicBezTo>
                      <a:pt x="81832" y="0"/>
                      <a:pt x="105721" y="5083"/>
                      <a:pt x="105721" y="11182"/>
                    </a:cubicBezTo>
                    <a:close/>
                  </a:path>
                </a:pathLst>
              </a:custGeom>
              <a:noFill/>
              <a:ln w="43948" cap="flat">
                <a:solidFill>
                  <a:schemeClr val="bg1"/>
                </a:solidFill>
                <a:prstDash val="solid"/>
                <a:miter/>
              </a:ln>
            </p:spPr>
            <p:txBody>
              <a:bodyPr rtlCol="0" anchor="ctr"/>
              <a:lstStyle/>
              <a:p>
                <a:endParaRPr lang="en-US"/>
              </a:p>
            </p:txBody>
          </p:sp>
          <p:sp>
            <p:nvSpPr>
              <p:cNvPr id="184" name="Freeform: Shape 93">
                <a:extLst>
                  <a:ext uri="{FF2B5EF4-FFF2-40B4-BE49-F238E27FC236}">
                    <a16:creationId xmlns:a16="http://schemas.microsoft.com/office/drawing/2014/main" id="{15E983F2-3FDA-7F83-D4E5-2E9919955DA0}"/>
                  </a:ext>
                </a:extLst>
              </p:cNvPr>
              <p:cNvSpPr/>
              <p:nvPr/>
            </p:nvSpPr>
            <p:spPr>
              <a:xfrm>
                <a:off x="11348173" y="333376"/>
                <a:ext cx="281584" cy="175355"/>
              </a:xfrm>
              <a:custGeom>
                <a:avLst/>
                <a:gdLst>
                  <a:gd name="connsiteX0" fmla="*/ 0 w 281584"/>
                  <a:gd name="connsiteY0" fmla="*/ 0 h 175355"/>
                  <a:gd name="connsiteX1" fmla="*/ 0 w 281584"/>
                  <a:gd name="connsiteY1" fmla="*/ 94539 h 175355"/>
                  <a:gd name="connsiteX2" fmla="*/ 140792 w 281584"/>
                  <a:gd name="connsiteY2" fmla="*/ 175355 h 175355"/>
                  <a:gd name="connsiteX3" fmla="*/ 281585 w 281584"/>
                  <a:gd name="connsiteY3" fmla="*/ 94539 h 175355"/>
                  <a:gd name="connsiteX4" fmla="*/ 281585 w 281584"/>
                  <a:gd name="connsiteY4" fmla="*/ 13723 h 175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584" h="175355">
                    <a:moveTo>
                      <a:pt x="0" y="0"/>
                    </a:moveTo>
                    <a:lnTo>
                      <a:pt x="0" y="94539"/>
                    </a:lnTo>
                    <a:cubicBezTo>
                      <a:pt x="0" y="139268"/>
                      <a:pt x="63026" y="175355"/>
                      <a:pt x="140792" y="175355"/>
                    </a:cubicBezTo>
                    <a:cubicBezTo>
                      <a:pt x="218558" y="175355"/>
                      <a:pt x="281585" y="139268"/>
                      <a:pt x="281585" y="94539"/>
                    </a:cubicBezTo>
                    <a:lnTo>
                      <a:pt x="281585" y="13723"/>
                    </a:lnTo>
                  </a:path>
                </a:pathLst>
              </a:custGeom>
              <a:noFill/>
              <a:ln w="43948" cap="flat">
                <a:solidFill>
                  <a:schemeClr val="bg1"/>
                </a:solidFill>
                <a:prstDash val="solid"/>
                <a:miter/>
              </a:ln>
            </p:spPr>
            <p:txBody>
              <a:bodyPr rtlCol="0" anchor="ctr"/>
              <a:lstStyle/>
              <a:p>
                <a:endParaRPr lang="en-US"/>
              </a:p>
            </p:txBody>
          </p:sp>
          <p:sp>
            <p:nvSpPr>
              <p:cNvPr id="185" name="Freeform: Shape 96">
                <a:extLst>
                  <a:ext uri="{FF2B5EF4-FFF2-40B4-BE49-F238E27FC236}">
                    <a16:creationId xmlns:a16="http://schemas.microsoft.com/office/drawing/2014/main" id="{939B9BD1-CB2B-D1D9-8047-01777818DD5B}"/>
                  </a:ext>
                </a:extLst>
              </p:cNvPr>
              <p:cNvSpPr/>
              <p:nvPr/>
            </p:nvSpPr>
            <p:spPr>
              <a:xfrm>
                <a:off x="11841709" y="625635"/>
                <a:ext cx="54385" cy="5082"/>
              </a:xfrm>
              <a:custGeom>
                <a:avLst/>
                <a:gdLst>
                  <a:gd name="connsiteX0" fmla="*/ 54385 w 54385"/>
                  <a:gd name="connsiteY0" fmla="*/ 0 h 5082"/>
                  <a:gd name="connsiteX1" fmla="*/ 0 w 54385"/>
                  <a:gd name="connsiteY1" fmla="*/ 0 h 5082"/>
                </a:gdLst>
                <a:ahLst/>
                <a:cxnLst>
                  <a:cxn ang="0">
                    <a:pos x="connsiteX0" y="connsiteY0"/>
                  </a:cxn>
                  <a:cxn ang="0">
                    <a:pos x="connsiteX1" y="connsiteY1"/>
                  </a:cxn>
                </a:cxnLst>
                <a:rect l="l" t="t" r="r" b="b"/>
                <a:pathLst>
                  <a:path w="54385" h="5082">
                    <a:moveTo>
                      <a:pt x="54385" y="0"/>
                    </a:moveTo>
                    <a:lnTo>
                      <a:pt x="0" y="0"/>
                    </a:lnTo>
                  </a:path>
                </a:pathLst>
              </a:custGeom>
              <a:ln w="43948" cap="flat">
                <a:solidFill>
                  <a:schemeClr val="bg1"/>
                </a:solidFill>
                <a:prstDash val="solid"/>
                <a:miter/>
              </a:ln>
            </p:spPr>
            <p:txBody>
              <a:bodyPr rtlCol="0" anchor="ctr"/>
              <a:lstStyle/>
              <a:p>
                <a:endParaRPr lang="en-US"/>
              </a:p>
            </p:txBody>
          </p:sp>
          <p:sp>
            <p:nvSpPr>
              <p:cNvPr id="186" name="Freeform: Shape 97">
                <a:extLst>
                  <a:ext uri="{FF2B5EF4-FFF2-40B4-BE49-F238E27FC236}">
                    <a16:creationId xmlns:a16="http://schemas.microsoft.com/office/drawing/2014/main" id="{231E04A7-6EBF-DAC2-E96F-FF50D9DAF19B}"/>
                  </a:ext>
                </a:extLst>
              </p:cNvPr>
              <p:cNvSpPr/>
              <p:nvPr/>
            </p:nvSpPr>
            <p:spPr>
              <a:xfrm>
                <a:off x="11505230" y="625635"/>
                <a:ext cx="51844" cy="5082"/>
              </a:xfrm>
              <a:custGeom>
                <a:avLst/>
                <a:gdLst>
                  <a:gd name="connsiteX0" fmla="*/ 51844 w 51844"/>
                  <a:gd name="connsiteY0" fmla="*/ 0 h 5082"/>
                  <a:gd name="connsiteX1" fmla="*/ 0 w 51844"/>
                  <a:gd name="connsiteY1" fmla="*/ 0 h 5082"/>
                </a:gdLst>
                <a:ahLst/>
                <a:cxnLst>
                  <a:cxn ang="0">
                    <a:pos x="connsiteX0" y="connsiteY0"/>
                  </a:cxn>
                  <a:cxn ang="0">
                    <a:pos x="connsiteX1" y="connsiteY1"/>
                  </a:cxn>
                </a:cxnLst>
                <a:rect l="l" t="t" r="r" b="b"/>
                <a:pathLst>
                  <a:path w="51844" h="5082">
                    <a:moveTo>
                      <a:pt x="51844" y="0"/>
                    </a:moveTo>
                    <a:lnTo>
                      <a:pt x="0" y="0"/>
                    </a:lnTo>
                  </a:path>
                </a:pathLst>
              </a:custGeom>
              <a:ln w="43948" cap="flat">
                <a:solidFill>
                  <a:schemeClr val="bg1"/>
                </a:solidFill>
                <a:prstDash val="solid"/>
                <a:miter/>
              </a:ln>
            </p:spPr>
            <p:txBody>
              <a:bodyPr rtlCol="0" anchor="ctr"/>
              <a:lstStyle/>
              <a:p>
                <a:endParaRPr lang="en-US"/>
              </a:p>
            </p:txBody>
          </p:sp>
          <p:sp>
            <p:nvSpPr>
              <p:cNvPr id="187" name="Freeform: Shape 99">
                <a:extLst>
                  <a:ext uri="{FF2B5EF4-FFF2-40B4-BE49-F238E27FC236}">
                    <a16:creationId xmlns:a16="http://schemas.microsoft.com/office/drawing/2014/main" id="{AF75461E-810A-ED00-139E-BB1A3396FE2F}"/>
                  </a:ext>
                </a:extLst>
              </p:cNvPr>
              <p:cNvSpPr/>
              <p:nvPr/>
            </p:nvSpPr>
            <p:spPr>
              <a:xfrm>
                <a:off x="11700408" y="430457"/>
                <a:ext cx="5082" cy="50827"/>
              </a:xfrm>
              <a:custGeom>
                <a:avLst/>
                <a:gdLst>
                  <a:gd name="connsiteX0" fmla="*/ 0 w 5082"/>
                  <a:gd name="connsiteY0" fmla="*/ 0 h 50827"/>
                  <a:gd name="connsiteX1" fmla="*/ 0 w 5082"/>
                  <a:gd name="connsiteY1" fmla="*/ 50828 h 50827"/>
                </a:gdLst>
                <a:ahLst/>
                <a:cxnLst>
                  <a:cxn ang="0">
                    <a:pos x="connsiteX0" y="connsiteY0"/>
                  </a:cxn>
                  <a:cxn ang="0">
                    <a:pos x="connsiteX1" y="connsiteY1"/>
                  </a:cxn>
                </a:cxnLst>
                <a:rect l="l" t="t" r="r" b="b"/>
                <a:pathLst>
                  <a:path w="5082" h="50827">
                    <a:moveTo>
                      <a:pt x="0" y="0"/>
                    </a:moveTo>
                    <a:lnTo>
                      <a:pt x="0" y="50828"/>
                    </a:lnTo>
                  </a:path>
                </a:pathLst>
              </a:custGeom>
              <a:ln w="43948" cap="flat">
                <a:solidFill>
                  <a:schemeClr val="bg1"/>
                </a:solidFill>
                <a:prstDash val="solid"/>
                <a:miter/>
              </a:ln>
            </p:spPr>
            <p:txBody>
              <a:bodyPr rtlCol="0" anchor="ctr"/>
              <a:lstStyle/>
              <a:p>
                <a:endParaRPr lang="en-US"/>
              </a:p>
            </p:txBody>
          </p:sp>
          <p:sp>
            <p:nvSpPr>
              <p:cNvPr id="188" name="Freeform: Shape 100">
                <a:extLst>
                  <a:ext uri="{FF2B5EF4-FFF2-40B4-BE49-F238E27FC236}">
                    <a16:creationId xmlns:a16="http://schemas.microsoft.com/office/drawing/2014/main" id="{06E8AD30-B6C7-8422-2D72-5A0D7F9D5361}"/>
                  </a:ext>
                </a:extLst>
              </p:cNvPr>
              <p:cNvSpPr/>
              <p:nvPr/>
            </p:nvSpPr>
            <p:spPr>
              <a:xfrm>
                <a:off x="11700408" y="773544"/>
                <a:ext cx="5082" cy="47269"/>
              </a:xfrm>
              <a:custGeom>
                <a:avLst/>
                <a:gdLst>
                  <a:gd name="connsiteX0" fmla="*/ 0 w 5082"/>
                  <a:gd name="connsiteY0" fmla="*/ 0 h 47269"/>
                  <a:gd name="connsiteX1" fmla="*/ 0 w 5082"/>
                  <a:gd name="connsiteY1" fmla="*/ 47270 h 47269"/>
                </a:gdLst>
                <a:ahLst/>
                <a:cxnLst>
                  <a:cxn ang="0">
                    <a:pos x="connsiteX0" y="connsiteY0"/>
                  </a:cxn>
                  <a:cxn ang="0">
                    <a:pos x="connsiteX1" y="connsiteY1"/>
                  </a:cxn>
                </a:cxnLst>
                <a:rect l="l" t="t" r="r" b="b"/>
                <a:pathLst>
                  <a:path w="5082" h="47269">
                    <a:moveTo>
                      <a:pt x="0" y="0"/>
                    </a:moveTo>
                    <a:lnTo>
                      <a:pt x="0" y="47270"/>
                    </a:lnTo>
                  </a:path>
                </a:pathLst>
              </a:custGeom>
              <a:ln w="43948" cap="flat">
                <a:solidFill>
                  <a:schemeClr val="bg1"/>
                </a:solidFill>
                <a:prstDash val="solid"/>
                <a:miter/>
              </a:ln>
            </p:spPr>
            <p:txBody>
              <a:bodyPr rtlCol="0" anchor="ctr"/>
              <a:lstStyle/>
              <a:p>
                <a:endParaRPr lang="en-US"/>
              </a:p>
            </p:txBody>
          </p:sp>
          <p:sp>
            <p:nvSpPr>
              <p:cNvPr id="189" name="Freeform: Shape 101">
                <a:extLst>
                  <a:ext uri="{FF2B5EF4-FFF2-40B4-BE49-F238E27FC236}">
                    <a16:creationId xmlns:a16="http://schemas.microsoft.com/office/drawing/2014/main" id="{59B79514-8944-9B91-8C9E-3F0C995AACA6}"/>
                  </a:ext>
                </a:extLst>
              </p:cNvPr>
              <p:cNvSpPr/>
              <p:nvPr/>
            </p:nvSpPr>
            <p:spPr>
              <a:xfrm>
                <a:off x="11700408" y="430457"/>
                <a:ext cx="5082" cy="7115"/>
              </a:xfrm>
              <a:custGeom>
                <a:avLst/>
                <a:gdLst>
                  <a:gd name="connsiteX0" fmla="*/ 0 w 5082"/>
                  <a:gd name="connsiteY0" fmla="*/ 0 h 7115"/>
                  <a:gd name="connsiteX1" fmla="*/ 0 w 5082"/>
                  <a:gd name="connsiteY1" fmla="*/ 7116 h 7115"/>
                </a:gdLst>
                <a:ahLst/>
                <a:cxnLst>
                  <a:cxn ang="0">
                    <a:pos x="connsiteX0" y="connsiteY0"/>
                  </a:cxn>
                  <a:cxn ang="0">
                    <a:pos x="connsiteX1" y="connsiteY1"/>
                  </a:cxn>
                </a:cxnLst>
                <a:rect l="l" t="t" r="r" b="b"/>
                <a:pathLst>
                  <a:path w="5082" h="7115">
                    <a:moveTo>
                      <a:pt x="0" y="0"/>
                    </a:moveTo>
                    <a:lnTo>
                      <a:pt x="0" y="7116"/>
                    </a:lnTo>
                  </a:path>
                </a:pathLst>
              </a:custGeom>
              <a:ln w="43948" cap="flat">
                <a:solidFill>
                  <a:schemeClr val="bg1"/>
                </a:solidFill>
                <a:prstDash val="solid"/>
                <a:miter/>
              </a:ln>
            </p:spPr>
            <p:txBody>
              <a:bodyPr rtlCol="0" anchor="ctr"/>
              <a:lstStyle/>
              <a:p>
                <a:endParaRPr lang="en-US"/>
              </a:p>
            </p:txBody>
          </p:sp>
          <p:sp>
            <p:nvSpPr>
              <p:cNvPr id="190" name="Freeform: Shape 103">
                <a:extLst>
                  <a:ext uri="{FF2B5EF4-FFF2-40B4-BE49-F238E27FC236}">
                    <a16:creationId xmlns:a16="http://schemas.microsoft.com/office/drawing/2014/main" id="{77790562-DD69-047A-ED24-FE6DB4649409}"/>
                  </a:ext>
                </a:extLst>
              </p:cNvPr>
              <p:cNvSpPr/>
              <p:nvPr/>
            </p:nvSpPr>
            <p:spPr>
              <a:xfrm>
                <a:off x="11803080" y="727799"/>
                <a:ext cx="35579" cy="36087"/>
              </a:xfrm>
              <a:custGeom>
                <a:avLst/>
                <a:gdLst>
                  <a:gd name="connsiteX0" fmla="*/ 0 w 35579"/>
                  <a:gd name="connsiteY0" fmla="*/ 0 h 36087"/>
                  <a:gd name="connsiteX1" fmla="*/ 35579 w 35579"/>
                  <a:gd name="connsiteY1" fmla="*/ 36088 h 36087"/>
                </a:gdLst>
                <a:ahLst/>
                <a:cxnLst>
                  <a:cxn ang="0">
                    <a:pos x="connsiteX0" y="connsiteY0"/>
                  </a:cxn>
                  <a:cxn ang="0">
                    <a:pos x="connsiteX1" y="connsiteY1"/>
                  </a:cxn>
                </a:cxnLst>
                <a:rect l="l" t="t" r="r" b="b"/>
                <a:pathLst>
                  <a:path w="35579" h="36087">
                    <a:moveTo>
                      <a:pt x="0" y="0"/>
                    </a:moveTo>
                    <a:lnTo>
                      <a:pt x="35579" y="36088"/>
                    </a:lnTo>
                  </a:path>
                </a:pathLst>
              </a:custGeom>
              <a:ln w="43948" cap="flat">
                <a:solidFill>
                  <a:schemeClr val="bg1"/>
                </a:solidFill>
                <a:prstDash val="solid"/>
                <a:miter/>
              </a:ln>
            </p:spPr>
            <p:txBody>
              <a:bodyPr rtlCol="0" anchor="ctr"/>
              <a:lstStyle/>
              <a:p>
                <a:endParaRPr lang="en-US"/>
              </a:p>
            </p:txBody>
          </p:sp>
          <p:sp>
            <p:nvSpPr>
              <p:cNvPr id="191" name="Freeform: Shape 104">
                <a:extLst>
                  <a:ext uri="{FF2B5EF4-FFF2-40B4-BE49-F238E27FC236}">
                    <a16:creationId xmlns:a16="http://schemas.microsoft.com/office/drawing/2014/main" id="{50CBF803-4F0E-C48E-060B-A70459E092B0}"/>
                  </a:ext>
                </a:extLst>
              </p:cNvPr>
              <p:cNvSpPr/>
              <p:nvPr/>
            </p:nvSpPr>
            <p:spPr>
              <a:xfrm>
                <a:off x="11562665" y="487892"/>
                <a:ext cx="39645" cy="39137"/>
              </a:xfrm>
              <a:custGeom>
                <a:avLst/>
                <a:gdLst>
                  <a:gd name="connsiteX0" fmla="*/ 0 w 39645"/>
                  <a:gd name="connsiteY0" fmla="*/ 0 h 39137"/>
                  <a:gd name="connsiteX1" fmla="*/ 39645 w 39645"/>
                  <a:gd name="connsiteY1" fmla="*/ 39137 h 39137"/>
                </a:gdLst>
                <a:ahLst/>
                <a:cxnLst>
                  <a:cxn ang="0">
                    <a:pos x="connsiteX0" y="connsiteY0"/>
                  </a:cxn>
                  <a:cxn ang="0">
                    <a:pos x="connsiteX1" y="connsiteY1"/>
                  </a:cxn>
                </a:cxnLst>
                <a:rect l="l" t="t" r="r" b="b"/>
                <a:pathLst>
                  <a:path w="39645" h="39137">
                    <a:moveTo>
                      <a:pt x="0" y="0"/>
                    </a:moveTo>
                    <a:lnTo>
                      <a:pt x="39645" y="39137"/>
                    </a:lnTo>
                  </a:path>
                </a:pathLst>
              </a:custGeom>
              <a:ln w="43948" cap="flat">
                <a:solidFill>
                  <a:schemeClr val="bg1"/>
                </a:solidFill>
                <a:prstDash val="solid"/>
                <a:miter/>
              </a:ln>
            </p:spPr>
            <p:txBody>
              <a:bodyPr rtlCol="0" anchor="ctr"/>
              <a:lstStyle/>
              <a:p>
                <a:endParaRPr lang="en-US"/>
              </a:p>
            </p:txBody>
          </p:sp>
          <p:sp>
            <p:nvSpPr>
              <p:cNvPr id="192" name="Freeform: Shape 105">
                <a:extLst>
                  <a:ext uri="{FF2B5EF4-FFF2-40B4-BE49-F238E27FC236}">
                    <a16:creationId xmlns:a16="http://schemas.microsoft.com/office/drawing/2014/main" id="{343FDE7E-C84D-CBD8-B806-B3A39EF3AA84}"/>
                  </a:ext>
                </a:extLst>
              </p:cNvPr>
              <p:cNvSpPr/>
              <p:nvPr/>
            </p:nvSpPr>
            <p:spPr>
              <a:xfrm>
                <a:off x="11803588" y="487892"/>
                <a:ext cx="35071" cy="34562"/>
              </a:xfrm>
              <a:custGeom>
                <a:avLst/>
                <a:gdLst>
                  <a:gd name="connsiteX0" fmla="*/ 35071 w 35071"/>
                  <a:gd name="connsiteY0" fmla="*/ 0 h 34562"/>
                  <a:gd name="connsiteX1" fmla="*/ 0 w 35071"/>
                  <a:gd name="connsiteY1" fmla="*/ 34563 h 34562"/>
                </a:gdLst>
                <a:ahLst/>
                <a:cxnLst>
                  <a:cxn ang="0">
                    <a:pos x="connsiteX0" y="connsiteY0"/>
                  </a:cxn>
                  <a:cxn ang="0">
                    <a:pos x="connsiteX1" y="connsiteY1"/>
                  </a:cxn>
                </a:cxnLst>
                <a:rect l="l" t="t" r="r" b="b"/>
                <a:pathLst>
                  <a:path w="35071" h="34562">
                    <a:moveTo>
                      <a:pt x="35071" y="0"/>
                    </a:moveTo>
                    <a:lnTo>
                      <a:pt x="0" y="34563"/>
                    </a:lnTo>
                  </a:path>
                </a:pathLst>
              </a:custGeom>
              <a:ln w="43948" cap="flat">
                <a:solidFill>
                  <a:schemeClr val="bg1"/>
                </a:solidFill>
                <a:prstDash val="solid"/>
                <a:miter/>
              </a:ln>
            </p:spPr>
            <p:txBody>
              <a:bodyPr rtlCol="0" anchor="ctr"/>
              <a:lstStyle/>
              <a:p>
                <a:endParaRPr lang="en-US"/>
              </a:p>
            </p:txBody>
          </p:sp>
          <p:sp>
            <p:nvSpPr>
              <p:cNvPr id="193" name="Freeform: Shape 107">
                <a:extLst>
                  <a:ext uri="{FF2B5EF4-FFF2-40B4-BE49-F238E27FC236}">
                    <a16:creationId xmlns:a16="http://schemas.microsoft.com/office/drawing/2014/main" id="{84FE2745-6D6E-65A1-B421-2CDB81EA2EB2}"/>
                  </a:ext>
                </a:extLst>
              </p:cNvPr>
              <p:cNvSpPr/>
              <p:nvPr/>
            </p:nvSpPr>
            <p:spPr>
              <a:xfrm>
                <a:off x="11555549" y="480776"/>
                <a:ext cx="289716" cy="289717"/>
              </a:xfrm>
              <a:custGeom>
                <a:avLst/>
                <a:gdLst>
                  <a:gd name="connsiteX0" fmla="*/ 289717 w 289716"/>
                  <a:gd name="connsiteY0" fmla="*/ 144859 h 289717"/>
                  <a:gd name="connsiteX1" fmla="*/ 144858 w 289716"/>
                  <a:gd name="connsiteY1" fmla="*/ 289718 h 289717"/>
                  <a:gd name="connsiteX2" fmla="*/ 0 w 289716"/>
                  <a:gd name="connsiteY2" fmla="*/ 144859 h 289717"/>
                  <a:gd name="connsiteX3" fmla="*/ 144858 w 289716"/>
                  <a:gd name="connsiteY3" fmla="*/ 0 h 289717"/>
                  <a:gd name="connsiteX4" fmla="*/ 289717 w 289716"/>
                  <a:gd name="connsiteY4" fmla="*/ 144859 h 289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716" h="289717">
                    <a:moveTo>
                      <a:pt x="289717" y="144859"/>
                    </a:moveTo>
                    <a:cubicBezTo>
                      <a:pt x="289717" y="224862"/>
                      <a:pt x="224862" y="289718"/>
                      <a:pt x="144858" y="289718"/>
                    </a:cubicBezTo>
                    <a:cubicBezTo>
                      <a:pt x="64855" y="289718"/>
                      <a:pt x="0" y="224862"/>
                      <a:pt x="0" y="144859"/>
                    </a:cubicBezTo>
                    <a:cubicBezTo>
                      <a:pt x="0" y="64855"/>
                      <a:pt x="64855" y="0"/>
                      <a:pt x="144858" y="0"/>
                    </a:cubicBezTo>
                    <a:cubicBezTo>
                      <a:pt x="224862" y="0"/>
                      <a:pt x="289717" y="64855"/>
                      <a:pt x="289717" y="144859"/>
                    </a:cubicBezTo>
                    <a:close/>
                  </a:path>
                </a:pathLst>
              </a:custGeom>
              <a:noFill/>
              <a:ln w="43948" cap="flat">
                <a:solidFill>
                  <a:schemeClr val="bg1"/>
                </a:solidFill>
                <a:prstDash val="solid"/>
                <a:miter/>
              </a:ln>
            </p:spPr>
            <p:txBody>
              <a:bodyPr rtlCol="0" anchor="ctr"/>
              <a:lstStyle/>
              <a:p>
                <a:endParaRPr lang="en-US"/>
              </a:p>
            </p:txBody>
          </p:sp>
          <p:sp>
            <p:nvSpPr>
              <p:cNvPr id="194" name="Freeform: Shape 108">
                <a:extLst>
                  <a:ext uri="{FF2B5EF4-FFF2-40B4-BE49-F238E27FC236}">
                    <a16:creationId xmlns:a16="http://schemas.microsoft.com/office/drawing/2014/main" id="{AA37772F-85AA-C9CD-5FE3-AA3E78DF8269}"/>
                  </a:ext>
                </a:extLst>
              </p:cNvPr>
              <p:cNvSpPr/>
              <p:nvPr/>
            </p:nvSpPr>
            <p:spPr>
              <a:xfrm>
                <a:off x="11803588" y="487892"/>
                <a:ext cx="35071" cy="34562"/>
              </a:xfrm>
              <a:custGeom>
                <a:avLst/>
                <a:gdLst>
                  <a:gd name="connsiteX0" fmla="*/ 35071 w 35071"/>
                  <a:gd name="connsiteY0" fmla="*/ 0 h 34562"/>
                  <a:gd name="connsiteX1" fmla="*/ 0 w 35071"/>
                  <a:gd name="connsiteY1" fmla="*/ 34563 h 34562"/>
                </a:gdLst>
                <a:ahLst/>
                <a:cxnLst>
                  <a:cxn ang="0">
                    <a:pos x="connsiteX0" y="connsiteY0"/>
                  </a:cxn>
                  <a:cxn ang="0">
                    <a:pos x="connsiteX1" y="connsiteY1"/>
                  </a:cxn>
                </a:cxnLst>
                <a:rect l="l" t="t" r="r" b="b"/>
                <a:pathLst>
                  <a:path w="35071" h="34562">
                    <a:moveTo>
                      <a:pt x="35071" y="0"/>
                    </a:moveTo>
                    <a:lnTo>
                      <a:pt x="0" y="34563"/>
                    </a:lnTo>
                  </a:path>
                </a:pathLst>
              </a:custGeom>
              <a:ln w="43948" cap="flat">
                <a:solidFill>
                  <a:schemeClr val="bg1"/>
                </a:solidFill>
                <a:prstDash val="solid"/>
                <a:miter/>
              </a:ln>
            </p:spPr>
            <p:txBody>
              <a:bodyPr rtlCol="0" anchor="ctr"/>
              <a:lstStyle/>
              <a:p>
                <a:endParaRPr lang="en-US"/>
              </a:p>
            </p:txBody>
          </p:sp>
          <p:sp>
            <p:nvSpPr>
              <p:cNvPr id="195" name="Freeform: Shape 109">
                <a:extLst>
                  <a:ext uri="{FF2B5EF4-FFF2-40B4-BE49-F238E27FC236}">
                    <a16:creationId xmlns:a16="http://schemas.microsoft.com/office/drawing/2014/main" id="{8C1ABA4D-F31A-CEDB-48BF-6A8C3908AE64}"/>
                  </a:ext>
                </a:extLst>
              </p:cNvPr>
              <p:cNvSpPr/>
              <p:nvPr/>
            </p:nvSpPr>
            <p:spPr>
              <a:xfrm>
                <a:off x="11562665" y="727290"/>
                <a:ext cx="36087" cy="36595"/>
              </a:xfrm>
              <a:custGeom>
                <a:avLst/>
                <a:gdLst>
                  <a:gd name="connsiteX0" fmla="*/ 36088 w 36087"/>
                  <a:gd name="connsiteY0" fmla="*/ 0 h 36595"/>
                  <a:gd name="connsiteX1" fmla="*/ 0 w 36087"/>
                  <a:gd name="connsiteY1" fmla="*/ 36596 h 36595"/>
                </a:gdLst>
                <a:ahLst/>
                <a:cxnLst>
                  <a:cxn ang="0">
                    <a:pos x="connsiteX0" y="connsiteY0"/>
                  </a:cxn>
                  <a:cxn ang="0">
                    <a:pos x="connsiteX1" y="connsiteY1"/>
                  </a:cxn>
                </a:cxnLst>
                <a:rect l="l" t="t" r="r" b="b"/>
                <a:pathLst>
                  <a:path w="36087" h="36595">
                    <a:moveTo>
                      <a:pt x="36088" y="0"/>
                    </a:moveTo>
                    <a:lnTo>
                      <a:pt x="0" y="36596"/>
                    </a:lnTo>
                  </a:path>
                </a:pathLst>
              </a:custGeom>
              <a:ln w="43948" cap="flat">
                <a:solidFill>
                  <a:schemeClr val="bg1"/>
                </a:solidFill>
                <a:prstDash val="solid"/>
                <a:miter/>
              </a:ln>
            </p:spPr>
            <p:txBody>
              <a:bodyPr rtlCol="0" anchor="ctr"/>
              <a:lstStyle/>
              <a:p>
                <a:endParaRPr lang="en-US"/>
              </a:p>
            </p:txBody>
          </p:sp>
          <p:sp>
            <p:nvSpPr>
              <p:cNvPr id="196" name="Freeform: Shape 111">
                <a:extLst>
                  <a:ext uri="{FF2B5EF4-FFF2-40B4-BE49-F238E27FC236}">
                    <a16:creationId xmlns:a16="http://schemas.microsoft.com/office/drawing/2014/main" id="{6F77A4BE-2CA3-18E7-6CAE-64479E9A7486}"/>
                  </a:ext>
                </a:extLst>
              </p:cNvPr>
              <p:cNvSpPr/>
              <p:nvPr/>
            </p:nvSpPr>
            <p:spPr>
              <a:xfrm>
                <a:off x="11555549" y="480776"/>
                <a:ext cx="289716" cy="289717"/>
              </a:xfrm>
              <a:custGeom>
                <a:avLst/>
                <a:gdLst>
                  <a:gd name="connsiteX0" fmla="*/ 289717 w 289716"/>
                  <a:gd name="connsiteY0" fmla="*/ 144859 h 289717"/>
                  <a:gd name="connsiteX1" fmla="*/ 144858 w 289716"/>
                  <a:gd name="connsiteY1" fmla="*/ 289718 h 289717"/>
                  <a:gd name="connsiteX2" fmla="*/ 0 w 289716"/>
                  <a:gd name="connsiteY2" fmla="*/ 144859 h 289717"/>
                  <a:gd name="connsiteX3" fmla="*/ 144858 w 289716"/>
                  <a:gd name="connsiteY3" fmla="*/ 0 h 289717"/>
                  <a:gd name="connsiteX4" fmla="*/ 289717 w 289716"/>
                  <a:gd name="connsiteY4" fmla="*/ 144859 h 289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716" h="289717">
                    <a:moveTo>
                      <a:pt x="289717" y="144859"/>
                    </a:moveTo>
                    <a:cubicBezTo>
                      <a:pt x="289717" y="224862"/>
                      <a:pt x="224862" y="289718"/>
                      <a:pt x="144858" y="289718"/>
                    </a:cubicBezTo>
                    <a:cubicBezTo>
                      <a:pt x="64855" y="289718"/>
                      <a:pt x="0" y="224862"/>
                      <a:pt x="0" y="144859"/>
                    </a:cubicBezTo>
                    <a:cubicBezTo>
                      <a:pt x="0" y="64855"/>
                      <a:pt x="64855" y="0"/>
                      <a:pt x="144858" y="0"/>
                    </a:cubicBezTo>
                    <a:cubicBezTo>
                      <a:pt x="224862" y="0"/>
                      <a:pt x="289717" y="64855"/>
                      <a:pt x="289717" y="144859"/>
                    </a:cubicBezTo>
                    <a:close/>
                  </a:path>
                </a:pathLst>
              </a:custGeom>
              <a:noFill/>
              <a:ln w="43948" cap="flat">
                <a:solidFill>
                  <a:schemeClr val="bg1"/>
                </a:solidFill>
                <a:prstDash val="solid"/>
                <a:miter/>
              </a:ln>
            </p:spPr>
            <p:txBody>
              <a:bodyPr rtlCol="0" anchor="ctr"/>
              <a:lstStyle/>
              <a:p>
                <a:endParaRPr lang="en-US"/>
              </a:p>
            </p:txBody>
          </p:sp>
          <p:sp>
            <p:nvSpPr>
              <p:cNvPr id="197" name="Freeform: Shape 112">
                <a:extLst>
                  <a:ext uri="{FF2B5EF4-FFF2-40B4-BE49-F238E27FC236}">
                    <a16:creationId xmlns:a16="http://schemas.microsoft.com/office/drawing/2014/main" id="{49D45204-494C-A9E8-732A-998FB10630D9}"/>
                  </a:ext>
                </a:extLst>
              </p:cNvPr>
              <p:cNvSpPr/>
              <p:nvPr/>
            </p:nvSpPr>
            <p:spPr>
              <a:xfrm>
                <a:off x="11631791" y="557018"/>
                <a:ext cx="137234" cy="137234"/>
              </a:xfrm>
              <a:custGeom>
                <a:avLst/>
                <a:gdLst>
                  <a:gd name="connsiteX0" fmla="*/ 137234 w 137234"/>
                  <a:gd name="connsiteY0" fmla="*/ 68617 h 137234"/>
                  <a:gd name="connsiteX1" fmla="*/ 68617 w 137234"/>
                  <a:gd name="connsiteY1" fmla="*/ 137235 h 137234"/>
                  <a:gd name="connsiteX2" fmla="*/ 0 w 137234"/>
                  <a:gd name="connsiteY2" fmla="*/ 68617 h 137234"/>
                  <a:gd name="connsiteX3" fmla="*/ 68617 w 137234"/>
                  <a:gd name="connsiteY3" fmla="*/ 0 h 137234"/>
                  <a:gd name="connsiteX4" fmla="*/ 137234 w 137234"/>
                  <a:gd name="connsiteY4" fmla="*/ 68617 h 137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234" h="137234">
                    <a:moveTo>
                      <a:pt x="137234" y="68617"/>
                    </a:moveTo>
                    <a:cubicBezTo>
                      <a:pt x="137234" y="106514"/>
                      <a:pt x="106513" y="137235"/>
                      <a:pt x="68617" y="137235"/>
                    </a:cubicBezTo>
                    <a:cubicBezTo>
                      <a:pt x="30721" y="137235"/>
                      <a:pt x="0" y="106514"/>
                      <a:pt x="0" y="68617"/>
                    </a:cubicBezTo>
                    <a:cubicBezTo>
                      <a:pt x="0" y="30721"/>
                      <a:pt x="30721" y="0"/>
                      <a:pt x="68617" y="0"/>
                    </a:cubicBezTo>
                    <a:cubicBezTo>
                      <a:pt x="106513" y="0"/>
                      <a:pt x="137234" y="30721"/>
                      <a:pt x="137234" y="68617"/>
                    </a:cubicBezTo>
                    <a:close/>
                  </a:path>
                </a:pathLst>
              </a:custGeom>
              <a:noFill/>
              <a:ln w="43948" cap="flat">
                <a:solidFill>
                  <a:schemeClr val="bg1"/>
                </a:solidFill>
                <a:prstDash val="solid"/>
                <a:miter/>
              </a:ln>
            </p:spPr>
            <p:txBody>
              <a:bodyPr rtlCol="0" anchor="ctr"/>
              <a:lstStyle/>
              <a:p>
                <a:endParaRPr lang="en-US"/>
              </a:p>
            </p:txBody>
          </p:sp>
        </p:grpSp>
      </p:grpSp>
      <p:grpSp>
        <p:nvGrpSpPr>
          <p:cNvPr id="286" name="Groupe 285">
            <a:extLst>
              <a:ext uri="{FF2B5EF4-FFF2-40B4-BE49-F238E27FC236}">
                <a16:creationId xmlns:a16="http://schemas.microsoft.com/office/drawing/2014/main" id="{0140CFA7-A323-E577-6B9B-1EC09D81D820}"/>
              </a:ext>
            </a:extLst>
          </p:cNvPr>
          <p:cNvGrpSpPr>
            <a:grpSpLocks noChangeAspect="1"/>
          </p:cNvGrpSpPr>
          <p:nvPr/>
        </p:nvGrpSpPr>
        <p:grpSpPr>
          <a:xfrm>
            <a:off x="425451" y="3482190"/>
            <a:ext cx="800000" cy="720000"/>
            <a:chOff x="425451" y="3355726"/>
            <a:chExt cx="760000" cy="684000"/>
          </a:xfrm>
        </p:grpSpPr>
        <p:sp>
          <p:nvSpPr>
            <p:cNvPr id="37" name="TextBox 5">
              <a:extLst>
                <a:ext uri="{FF2B5EF4-FFF2-40B4-BE49-F238E27FC236}">
                  <a16:creationId xmlns:a16="http://schemas.microsoft.com/office/drawing/2014/main" id="{53F4A1CD-B63D-EE7D-B907-18BCBADF8EE5}"/>
                </a:ext>
                <a:ext uri="{C183D7F6-B498-43B3-948B-1728B52AA6E4}">
                  <adec:decorative xmlns:adec="http://schemas.microsoft.com/office/drawing/2017/decorative" val="1"/>
                </a:ext>
              </a:extLst>
            </p:cNvPr>
            <p:cNvSpPr txBox="1"/>
            <p:nvPr/>
          </p:nvSpPr>
          <p:spPr>
            <a:xfrm>
              <a:off x="425451" y="3355726"/>
              <a:ext cx="760000" cy="684000"/>
            </a:xfrm>
            <a:prstGeom prst="rect">
              <a:avLst/>
            </a:prstGeom>
            <a:solidFill>
              <a:schemeClr val="accent2"/>
            </a:solidFill>
            <a:ln w="12700">
              <a:solidFill>
                <a:schemeClr val="accent2"/>
              </a:solidFill>
            </a:ln>
          </p:spPr>
          <p:txBody>
            <a:bodyPr wrap="square" lIns="91440" tIns="45720" rIns="91440" bIns="45720" rtlCol="0">
              <a:noAutofit/>
            </a:bodyPr>
            <a:lstStyle/>
            <a:p>
              <a:pPr algn="l"/>
              <a:endParaRPr lang="en-IN" dirty="0">
                <a:solidFill>
                  <a:schemeClr val="accent3"/>
                </a:solidFill>
              </a:endParaRPr>
            </a:p>
          </p:txBody>
        </p:sp>
        <p:grpSp>
          <p:nvGrpSpPr>
            <p:cNvPr id="198" name="Group 177">
              <a:extLst>
                <a:ext uri="{FF2B5EF4-FFF2-40B4-BE49-F238E27FC236}">
                  <a16:creationId xmlns:a16="http://schemas.microsoft.com/office/drawing/2014/main" id="{C4226796-ED22-92D1-064F-F64BB8B8B7B1}"/>
                </a:ext>
              </a:extLst>
            </p:cNvPr>
            <p:cNvGrpSpPr>
              <a:grpSpLocks noChangeAspect="1"/>
            </p:cNvGrpSpPr>
            <p:nvPr/>
          </p:nvGrpSpPr>
          <p:grpSpPr>
            <a:xfrm>
              <a:off x="548835" y="3445884"/>
              <a:ext cx="526805" cy="540000"/>
              <a:chOff x="11348173" y="259168"/>
              <a:chExt cx="547921" cy="561645"/>
            </a:xfrm>
          </p:grpSpPr>
          <p:sp>
            <p:nvSpPr>
              <p:cNvPr id="199" name="Freeform: Shape 91">
                <a:extLst>
                  <a:ext uri="{FF2B5EF4-FFF2-40B4-BE49-F238E27FC236}">
                    <a16:creationId xmlns:a16="http://schemas.microsoft.com/office/drawing/2014/main" id="{CB98A5DC-2AA5-FB93-9969-3F0DA17EDA2A}"/>
                  </a:ext>
                </a:extLst>
              </p:cNvPr>
              <p:cNvSpPr/>
              <p:nvPr/>
            </p:nvSpPr>
            <p:spPr>
              <a:xfrm>
                <a:off x="11348173" y="259168"/>
                <a:ext cx="281584" cy="423902"/>
              </a:xfrm>
              <a:custGeom>
                <a:avLst/>
                <a:gdLst>
                  <a:gd name="connsiteX0" fmla="*/ 281585 w 281584"/>
                  <a:gd name="connsiteY0" fmla="*/ 81324 h 423902"/>
                  <a:gd name="connsiteX1" fmla="*/ 140792 w 281584"/>
                  <a:gd name="connsiteY1" fmla="*/ 162140 h 423902"/>
                  <a:gd name="connsiteX2" fmla="*/ 0 w 281584"/>
                  <a:gd name="connsiteY2" fmla="*/ 81324 h 423902"/>
                  <a:gd name="connsiteX3" fmla="*/ 140792 w 281584"/>
                  <a:gd name="connsiteY3" fmla="*/ 0 h 423902"/>
                  <a:gd name="connsiteX4" fmla="*/ 281585 w 281584"/>
                  <a:gd name="connsiteY4" fmla="*/ 81324 h 423902"/>
                  <a:gd name="connsiteX5" fmla="*/ 281585 w 281584"/>
                  <a:gd name="connsiteY5" fmla="*/ 246514 h 423902"/>
                  <a:gd name="connsiteX6" fmla="*/ 281585 w 281584"/>
                  <a:gd name="connsiteY6" fmla="*/ 175864 h 423902"/>
                  <a:gd name="connsiteX7" fmla="*/ 0 w 281584"/>
                  <a:gd name="connsiteY7" fmla="*/ 162140 h 423902"/>
                  <a:gd name="connsiteX8" fmla="*/ 0 w 281584"/>
                  <a:gd name="connsiteY8" fmla="*/ 256680 h 423902"/>
                  <a:gd name="connsiteX9" fmla="*/ 140792 w 281584"/>
                  <a:gd name="connsiteY9" fmla="*/ 337496 h 423902"/>
                  <a:gd name="connsiteX10" fmla="*/ 208393 w 281584"/>
                  <a:gd name="connsiteY10" fmla="*/ 327838 h 423902"/>
                  <a:gd name="connsiteX11" fmla="*/ 0 w 281584"/>
                  <a:gd name="connsiteY11" fmla="*/ 248547 h 423902"/>
                  <a:gd name="connsiteX12" fmla="*/ 0 w 281584"/>
                  <a:gd name="connsiteY12" fmla="*/ 343087 h 423902"/>
                  <a:gd name="connsiteX13" fmla="*/ 140792 w 281584"/>
                  <a:gd name="connsiteY13" fmla="*/ 423903 h 423902"/>
                  <a:gd name="connsiteX14" fmla="*/ 215509 w 281584"/>
                  <a:gd name="connsiteY14" fmla="*/ 411704 h 423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1584" h="423902">
                    <a:moveTo>
                      <a:pt x="281585" y="81324"/>
                    </a:moveTo>
                    <a:cubicBezTo>
                      <a:pt x="281585" y="126053"/>
                      <a:pt x="218558" y="162140"/>
                      <a:pt x="140792" y="162140"/>
                    </a:cubicBezTo>
                    <a:cubicBezTo>
                      <a:pt x="63026" y="162140"/>
                      <a:pt x="0" y="126053"/>
                      <a:pt x="0" y="81324"/>
                    </a:cubicBezTo>
                    <a:cubicBezTo>
                      <a:pt x="0" y="36596"/>
                      <a:pt x="63026" y="0"/>
                      <a:pt x="140792" y="0"/>
                    </a:cubicBezTo>
                    <a:cubicBezTo>
                      <a:pt x="218558" y="0"/>
                      <a:pt x="281585" y="36596"/>
                      <a:pt x="281585" y="81324"/>
                    </a:cubicBezTo>
                    <a:close/>
                    <a:moveTo>
                      <a:pt x="281585" y="246514"/>
                    </a:moveTo>
                    <a:lnTo>
                      <a:pt x="281585" y="175864"/>
                    </a:lnTo>
                    <a:moveTo>
                      <a:pt x="0" y="162140"/>
                    </a:moveTo>
                    <a:lnTo>
                      <a:pt x="0" y="256680"/>
                    </a:lnTo>
                    <a:cubicBezTo>
                      <a:pt x="0" y="301408"/>
                      <a:pt x="63026" y="337496"/>
                      <a:pt x="140792" y="337496"/>
                    </a:cubicBezTo>
                    <a:cubicBezTo>
                      <a:pt x="165190" y="337496"/>
                      <a:pt x="188062" y="333938"/>
                      <a:pt x="208393" y="327838"/>
                    </a:cubicBezTo>
                    <a:moveTo>
                      <a:pt x="0" y="248547"/>
                    </a:moveTo>
                    <a:lnTo>
                      <a:pt x="0" y="343087"/>
                    </a:lnTo>
                    <a:cubicBezTo>
                      <a:pt x="0" y="387815"/>
                      <a:pt x="63026" y="423903"/>
                      <a:pt x="140792" y="423903"/>
                    </a:cubicBezTo>
                    <a:cubicBezTo>
                      <a:pt x="168239" y="423903"/>
                      <a:pt x="194161" y="419328"/>
                      <a:pt x="215509" y="411704"/>
                    </a:cubicBezTo>
                  </a:path>
                </a:pathLst>
              </a:custGeom>
              <a:noFill/>
              <a:ln w="43948" cap="flat">
                <a:solidFill>
                  <a:schemeClr val="bg1"/>
                </a:solidFill>
                <a:prstDash val="solid"/>
                <a:miter/>
              </a:ln>
            </p:spPr>
            <p:txBody>
              <a:bodyPr rtlCol="0" anchor="ctr"/>
              <a:lstStyle/>
              <a:p>
                <a:endParaRPr lang="en-US"/>
              </a:p>
            </p:txBody>
          </p:sp>
          <p:sp>
            <p:nvSpPr>
              <p:cNvPr id="200" name="Freeform: Shape 92">
                <a:extLst>
                  <a:ext uri="{FF2B5EF4-FFF2-40B4-BE49-F238E27FC236}">
                    <a16:creationId xmlns:a16="http://schemas.microsoft.com/office/drawing/2014/main" id="{860799C4-A45D-446A-D595-13F25E8B737F}"/>
                  </a:ext>
                </a:extLst>
              </p:cNvPr>
              <p:cNvSpPr/>
              <p:nvPr/>
            </p:nvSpPr>
            <p:spPr>
              <a:xfrm>
                <a:off x="11436105" y="330835"/>
                <a:ext cx="105721" cy="22364"/>
              </a:xfrm>
              <a:custGeom>
                <a:avLst/>
                <a:gdLst>
                  <a:gd name="connsiteX0" fmla="*/ 105721 w 105721"/>
                  <a:gd name="connsiteY0" fmla="*/ 11182 h 22364"/>
                  <a:gd name="connsiteX1" fmla="*/ 52861 w 105721"/>
                  <a:gd name="connsiteY1" fmla="*/ 22364 h 22364"/>
                  <a:gd name="connsiteX2" fmla="*/ 0 w 105721"/>
                  <a:gd name="connsiteY2" fmla="*/ 11182 h 22364"/>
                  <a:gd name="connsiteX3" fmla="*/ 52861 w 105721"/>
                  <a:gd name="connsiteY3" fmla="*/ 0 h 22364"/>
                  <a:gd name="connsiteX4" fmla="*/ 105721 w 105721"/>
                  <a:gd name="connsiteY4" fmla="*/ 11182 h 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21" h="22364">
                    <a:moveTo>
                      <a:pt x="105721" y="11182"/>
                    </a:moveTo>
                    <a:cubicBezTo>
                      <a:pt x="105721" y="17281"/>
                      <a:pt x="81832" y="22364"/>
                      <a:pt x="52861" y="22364"/>
                    </a:cubicBezTo>
                    <a:cubicBezTo>
                      <a:pt x="23889" y="22364"/>
                      <a:pt x="0" y="17281"/>
                      <a:pt x="0" y="11182"/>
                    </a:cubicBezTo>
                    <a:cubicBezTo>
                      <a:pt x="0" y="5083"/>
                      <a:pt x="23889" y="0"/>
                      <a:pt x="52861" y="0"/>
                    </a:cubicBezTo>
                    <a:cubicBezTo>
                      <a:pt x="81832" y="0"/>
                      <a:pt x="105721" y="5083"/>
                      <a:pt x="105721" y="11182"/>
                    </a:cubicBezTo>
                    <a:close/>
                  </a:path>
                </a:pathLst>
              </a:custGeom>
              <a:noFill/>
              <a:ln w="43948" cap="flat">
                <a:solidFill>
                  <a:schemeClr val="bg1"/>
                </a:solidFill>
                <a:prstDash val="solid"/>
                <a:miter/>
              </a:ln>
            </p:spPr>
            <p:txBody>
              <a:bodyPr rtlCol="0" anchor="ctr"/>
              <a:lstStyle/>
              <a:p>
                <a:endParaRPr lang="en-US"/>
              </a:p>
            </p:txBody>
          </p:sp>
          <p:sp>
            <p:nvSpPr>
              <p:cNvPr id="201" name="Freeform: Shape 93">
                <a:extLst>
                  <a:ext uri="{FF2B5EF4-FFF2-40B4-BE49-F238E27FC236}">
                    <a16:creationId xmlns:a16="http://schemas.microsoft.com/office/drawing/2014/main" id="{59D22CD4-5A9E-40C1-FB0A-0FED8C738C69}"/>
                  </a:ext>
                </a:extLst>
              </p:cNvPr>
              <p:cNvSpPr/>
              <p:nvPr/>
            </p:nvSpPr>
            <p:spPr>
              <a:xfrm>
                <a:off x="11348173" y="333376"/>
                <a:ext cx="281584" cy="175355"/>
              </a:xfrm>
              <a:custGeom>
                <a:avLst/>
                <a:gdLst>
                  <a:gd name="connsiteX0" fmla="*/ 0 w 281584"/>
                  <a:gd name="connsiteY0" fmla="*/ 0 h 175355"/>
                  <a:gd name="connsiteX1" fmla="*/ 0 w 281584"/>
                  <a:gd name="connsiteY1" fmla="*/ 94539 h 175355"/>
                  <a:gd name="connsiteX2" fmla="*/ 140792 w 281584"/>
                  <a:gd name="connsiteY2" fmla="*/ 175355 h 175355"/>
                  <a:gd name="connsiteX3" fmla="*/ 281585 w 281584"/>
                  <a:gd name="connsiteY3" fmla="*/ 94539 h 175355"/>
                  <a:gd name="connsiteX4" fmla="*/ 281585 w 281584"/>
                  <a:gd name="connsiteY4" fmla="*/ 13723 h 175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584" h="175355">
                    <a:moveTo>
                      <a:pt x="0" y="0"/>
                    </a:moveTo>
                    <a:lnTo>
                      <a:pt x="0" y="94539"/>
                    </a:lnTo>
                    <a:cubicBezTo>
                      <a:pt x="0" y="139268"/>
                      <a:pt x="63026" y="175355"/>
                      <a:pt x="140792" y="175355"/>
                    </a:cubicBezTo>
                    <a:cubicBezTo>
                      <a:pt x="218558" y="175355"/>
                      <a:pt x="281585" y="139268"/>
                      <a:pt x="281585" y="94539"/>
                    </a:cubicBezTo>
                    <a:lnTo>
                      <a:pt x="281585" y="13723"/>
                    </a:lnTo>
                  </a:path>
                </a:pathLst>
              </a:custGeom>
              <a:noFill/>
              <a:ln w="43948" cap="flat">
                <a:solidFill>
                  <a:schemeClr val="bg1"/>
                </a:solidFill>
                <a:prstDash val="solid"/>
                <a:miter/>
              </a:ln>
            </p:spPr>
            <p:txBody>
              <a:bodyPr rtlCol="0" anchor="ctr"/>
              <a:lstStyle/>
              <a:p>
                <a:endParaRPr lang="en-US"/>
              </a:p>
            </p:txBody>
          </p:sp>
          <p:sp>
            <p:nvSpPr>
              <p:cNvPr id="202" name="Freeform: Shape 96">
                <a:extLst>
                  <a:ext uri="{FF2B5EF4-FFF2-40B4-BE49-F238E27FC236}">
                    <a16:creationId xmlns:a16="http://schemas.microsoft.com/office/drawing/2014/main" id="{0A5EE58D-BC71-CEE3-74AB-BF99C21F42D4}"/>
                  </a:ext>
                </a:extLst>
              </p:cNvPr>
              <p:cNvSpPr/>
              <p:nvPr/>
            </p:nvSpPr>
            <p:spPr>
              <a:xfrm>
                <a:off x="11841709" y="625635"/>
                <a:ext cx="54385" cy="5082"/>
              </a:xfrm>
              <a:custGeom>
                <a:avLst/>
                <a:gdLst>
                  <a:gd name="connsiteX0" fmla="*/ 54385 w 54385"/>
                  <a:gd name="connsiteY0" fmla="*/ 0 h 5082"/>
                  <a:gd name="connsiteX1" fmla="*/ 0 w 54385"/>
                  <a:gd name="connsiteY1" fmla="*/ 0 h 5082"/>
                </a:gdLst>
                <a:ahLst/>
                <a:cxnLst>
                  <a:cxn ang="0">
                    <a:pos x="connsiteX0" y="connsiteY0"/>
                  </a:cxn>
                  <a:cxn ang="0">
                    <a:pos x="connsiteX1" y="connsiteY1"/>
                  </a:cxn>
                </a:cxnLst>
                <a:rect l="l" t="t" r="r" b="b"/>
                <a:pathLst>
                  <a:path w="54385" h="5082">
                    <a:moveTo>
                      <a:pt x="54385" y="0"/>
                    </a:moveTo>
                    <a:lnTo>
                      <a:pt x="0" y="0"/>
                    </a:lnTo>
                  </a:path>
                </a:pathLst>
              </a:custGeom>
              <a:ln w="43948" cap="flat">
                <a:solidFill>
                  <a:schemeClr val="bg1"/>
                </a:solidFill>
                <a:prstDash val="solid"/>
                <a:miter/>
              </a:ln>
            </p:spPr>
            <p:txBody>
              <a:bodyPr rtlCol="0" anchor="ctr"/>
              <a:lstStyle/>
              <a:p>
                <a:endParaRPr lang="en-US"/>
              </a:p>
            </p:txBody>
          </p:sp>
          <p:sp>
            <p:nvSpPr>
              <p:cNvPr id="203" name="Freeform: Shape 97">
                <a:extLst>
                  <a:ext uri="{FF2B5EF4-FFF2-40B4-BE49-F238E27FC236}">
                    <a16:creationId xmlns:a16="http://schemas.microsoft.com/office/drawing/2014/main" id="{ACF506B9-7F6A-07E2-74B2-6EDE2A52CBD4}"/>
                  </a:ext>
                </a:extLst>
              </p:cNvPr>
              <p:cNvSpPr/>
              <p:nvPr/>
            </p:nvSpPr>
            <p:spPr>
              <a:xfrm>
                <a:off x="11505230" y="625635"/>
                <a:ext cx="51844" cy="5082"/>
              </a:xfrm>
              <a:custGeom>
                <a:avLst/>
                <a:gdLst>
                  <a:gd name="connsiteX0" fmla="*/ 51844 w 51844"/>
                  <a:gd name="connsiteY0" fmla="*/ 0 h 5082"/>
                  <a:gd name="connsiteX1" fmla="*/ 0 w 51844"/>
                  <a:gd name="connsiteY1" fmla="*/ 0 h 5082"/>
                </a:gdLst>
                <a:ahLst/>
                <a:cxnLst>
                  <a:cxn ang="0">
                    <a:pos x="connsiteX0" y="connsiteY0"/>
                  </a:cxn>
                  <a:cxn ang="0">
                    <a:pos x="connsiteX1" y="connsiteY1"/>
                  </a:cxn>
                </a:cxnLst>
                <a:rect l="l" t="t" r="r" b="b"/>
                <a:pathLst>
                  <a:path w="51844" h="5082">
                    <a:moveTo>
                      <a:pt x="51844" y="0"/>
                    </a:moveTo>
                    <a:lnTo>
                      <a:pt x="0" y="0"/>
                    </a:lnTo>
                  </a:path>
                </a:pathLst>
              </a:custGeom>
              <a:ln w="43948" cap="flat">
                <a:solidFill>
                  <a:schemeClr val="bg1"/>
                </a:solidFill>
                <a:prstDash val="solid"/>
                <a:miter/>
              </a:ln>
            </p:spPr>
            <p:txBody>
              <a:bodyPr rtlCol="0" anchor="ctr"/>
              <a:lstStyle/>
              <a:p>
                <a:endParaRPr lang="en-US"/>
              </a:p>
            </p:txBody>
          </p:sp>
          <p:sp>
            <p:nvSpPr>
              <p:cNvPr id="204" name="Freeform: Shape 99">
                <a:extLst>
                  <a:ext uri="{FF2B5EF4-FFF2-40B4-BE49-F238E27FC236}">
                    <a16:creationId xmlns:a16="http://schemas.microsoft.com/office/drawing/2014/main" id="{19D29F61-5B83-B53A-FF4A-1D25D37C906E}"/>
                  </a:ext>
                </a:extLst>
              </p:cNvPr>
              <p:cNvSpPr/>
              <p:nvPr/>
            </p:nvSpPr>
            <p:spPr>
              <a:xfrm>
                <a:off x="11700408" y="430457"/>
                <a:ext cx="5082" cy="50827"/>
              </a:xfrm>
              <a:custGeom>
                <a:avLst/>
                <a:gdLst>
                  <a:gd name="connsiteX0" fmla="*/ 0 w 5082"/>
                  <a:gd name="connsiteY0" fmla="*/ 0 h 50827"/>
                  <a:gd name="connsiteX1" fmla="*/ 0 w 5082"/>
                  <a:gd name="connsiteY1" fmla="*/ 50828 h 50827"/>
                </a:gdLst>
                <a:ahLst/>
                <a:cxnLst>
                  <a:cxn ang="0">
                    <a:pos x="connsiteX0" y="connsiteY0"/>
                  </a:cxn>
                  <a:cxn ang="0">
                    <a:pos x="connsiteX1" y="connsiteY1"/>
                  </a:cxn>
                </a:cxnLst>
                <a:rect l="l" t="t" r="r" b="b"/>
                <a:pathLst>
                  <a:path w="5082" h="50827">
                    <a:moveTo>
                      <a:pt x="0" y="0"/>
                    </a:moveTo>
                    <a:lnTo>
                      <a:pt x="0" y="50828"/>
                    </a:lnTo>
                  </a:path>
                </a:pathLst>
              </a:custGeom>
              <a:ln w="43948" cap="flat">
                <a:solidFill>
                  <a:schemeClr val="bg1"/>
                </a:solidFill>
                <a:prstDash val="solid"/>
                <a:miter/>
              </a:ln>
            </p:spPr>
            <p:txBody>
              <a:bodyPr rtlCol="0" anchor="ctr"/>
              <a:lstStyle/>
              <a:p>
                <a:endParaRPr lang="en-US"/>
              </a:p>
            </p:txBody>
          </p:sp>
          <p:sp>
            <p:nvSpPr>
              <p:cNvPr id="205" name="Freeform: Shape 100">
                <a:extLst>
                  <a:ext uri="{FF2B5EF4-FFF2-40B4-BE49-F238E27FC236}">
                    <a16:creationId xmlns:a16="http://schemas.microsoft.com/office/drawing/2014/main" id="{5223C7DB-FDEB-752C-9D5D-6415619B3559}"/>
                  </a:ext>
                </a:extLst>
              </p:cNvPr>
              <p:cNvSpPr/>
              <p:nvPr/>
            </p:nvSpPr>
            <p:spPr>
              <a:xfrm>
                <a:off x="11700408" y="773544"/>
                <a:ext cx="5082" cy="47269"/>
              </a:xfrm>
              <a:custGeom>
                <a:avLst/>
                <a:gdLst>
                  <a:gd name="connsiteX0" fmla="*/ 0 w 5082"/>
                  <a:gd name="connsiteY0" fmla="*/ 0 h 47269"/>
                  <a:gd name="connsiteX1" fmla="*/ 0 w 5082"/>
                  <a:gd name="connsiteY1" fmla="*/ 47270 h 47269"/>
                </a:gdLst>
                <a:ahLst/>
                <a:cxnLst>
                  <a:cxn ang="0">
                    <a:pos x="connsiteX0" y="connsiteY0"/>
                  </a:cxn>
                  <a:cxn ang="0">
                    <a:pos x="connsiteX1" y="connsiteY1"/>
                  </a:cxn>
                </a:cxnLst>
                <a:rect l="l" t="t" r="r" b="b"/>
                <a:pathLst>
                  <a:path w="5082" h="47269">
                    <a:moveTo>
                      <a:pt x="0" y="0"/>
                    </a:moveTo>
                    <a:lnTo>
                      <a:pt x="0" y="47270"/>
                    </a:lnTo>
                  </a:path>
                </a:pathLst>
              </a:custGeom>
              <a:ln w="43948" cap="flat">
                <a:solidFill>
                  <a:schemeClr val="bg1"/>
                </a:solidFill>
                <a:prstDash val="solid"/>
                <a:miter/>
              </a:ln>
            </p:spPr>
            <p:txBody>
              <a:bodyPr rtlCol="0" anchor="ctr"/>
              <a:lstStyle/>
              <a:p>
                <a:endParaRPr lang="en-US"/>
              </a:p>
            </p:txBody>
          </p:sp>
          <p:sp>
            <p:nvSpPr>
              <p:cNvPr id="206" name="Freeform: Shape 101">
                <a:extLst>
                  <a:ext uri="{FF2B5EF4-FFF2-40B4-BE49-F238E27FC236}">
                    <a16:creationId xmlns:a16="http://schemas.microsoft.com/office/drawing/2014/main" id="{3081FC28-86B4-32F4-102E-66A59F8A97B6}"/>
                  </a:ext>
                </a:extLst>
              </p:cNvPr>
              <p:cNvSpPr/>
              <p:nvPr/>
            </p:nvSpPr>
            <p:spPr>
              <a:xfrm>
                <a:off x="11700408" y="430457"/>
                <a:ext cx="5082" cy="7115"/>
              </a:xfrm>
              <a:custGeom>
                <a:avLst/>
                <a:gdLst>
                  <a:gd name="connsiteX0" fmla="*/ 0 w 5082"/>
                  <a:gd name="connsiteY0" fmla="*/ 0 h 7115"/>
                  <a:gd name="connsiteX1" fmla="*/ 0 w 5082"/>
                  <a:gd name="connsiteY1" fmla="*/ 7116 h 7115"/>
                </a:gdLst>
                <a:ahLst/>
                <a:cxnLst>
                  <a:cxn ang="0">
                    <a:pos x="connsiteX0" y="connsiteY0"/>
                  </a:cxn>
                  <a:cxn ang="0">
                    <a:pos x="connsiteX1" y="connsiteY1"/>
                  </a:cxn>
                </a:cxnLst>
                <a:rect l="l" t="t" r="r" b="b"/>
                <a:pathLst>
                  <a:path w="5082" h="7115">
                    <a:moveTo>
                      <a:pt x="0" y="0"/>
                    </a:moveTo>
                    <a:lnTo>
                      <a:pt x="0" y="7116"/>
                    </a:lnTo>
                  </a:path>
                </a:pathLst>
              </a:custGeom>
              <a:ln w="43948" cap="flat">
                <a:solidFill>
                  <a:schemeClr val="bg1"/>
                </a:solidFill>
                <a:prstDash val="solid"/>
                <a:miter/>
              </a:ln>
            </p:spPr>
            <p:txBody>
              <a:bodyPr rtlCol="0" anchor="ctr"/>
              <a:lstStyle/>
              <a:p>
                <a:endParaRPr lang="en-US"/>
              </a:p>
            </p:txBody>
          </p:sp>
          <p:sp>
            <p:nvSpPr>
              <p:cNvPr id="207" name="Freeform: Shape 103">
                <a:extLst>
                  <a:ext uri="{FF2B5EF4-FFF2-40B4-BE49-F238E27FC236}">
                    <a16:creationId xmlns:a16="http://schemas.microsoft.com/office/drawing/2014/main" id="{64D3C174-3304-4B0C-A88F-5ABB73F35965}"/>
                  </a:ext>
                </a:extLst>
              </p:cNvPr>
              <p:cNvSpPr/>
              <p:nvPr/>
            </p:nvSpPr>
            <p:spPr>
              <a:xfrm>
                <a:off x="11803080" y="727799"/>
                <a:ext cx="35579" cy="36087"/>
              </a:xfrm>
              <a:custGeom>
                <a:avLst/>
                <a:gdLst>
                  <a:gd name="connsiteX0" fmla="*/ 0 w 35579"/>
                  <a:gd name="connsiteY0" fmla="*/ 0 h 36087"/>
                  <a:gd name="connsiteX1" fmla="*/ 35579 w 35579"/>
                  <a:gd name="connsiteY1" fmla="*/ 36088 h 36087"/>
                </a:gdLst>
                <a:ahLst/>
                <a:cxnLst>
                  <a:cxn ang="0">
                    <a:pos x="connsiteX0" y="connsiteY0"/>
                  </a:cxn>
                  <a:cxn ang="0">
                    <a:pos x="connsiteX1" y="connsiteY1"/>
                  </a:cxn>
                </a:cxnLst>
                <a:rect l="l" t="t" r="r" b="b"/>
                <a:pathLst>
                  <a:path w="35579" h="36087">
                    <a:moveTo>
                      <a:pt x="0" y="0"/>
                    </a:moveTo>
                    <a:lnTo>
                      <a:pt x="35579" y="36088"/>
                    </a:lnTo>
                  </a:path>
                </a:pathLst>
              </a:custGeom>
              <a:ln w="43948" cap="flat">
                <a:solidFill>
                  <a:schemeClr val="bg1"/>
                </a:solidFill>
                <a:prstDash val="solid"/>
                <a:miter/>
              </a:ln>
            </p:spPr>
            <p:txBody>
              <a:bodyPr rtlCol="0" anchor="ctr"/>
              <a:lstStyle/>
              <a:p>
                <a:endParaRPr lang="en-US"/>
              </a:p>
            </p:txBody>
          </p:sp>
          <p:sp>
            <p:nvSpPr>
              <p:cNvPr id="208" name="Freeform: Shape 104">
                <a:extLst>
                  <a:ext uri="{FF2B5EF4-FFF2-40B4-BE49-F238E27FC236}">
                    <a16:creationId xmlns:a16="http://schemas.microsoft.com/office/drawing/2014/main" id="{6B9087FF-CABA-6E7D-F3F6-F362ED2A882B}"/>
                  </a:ext>
                </a:extLst>
              </p:cNvPr>
              <p:cNvSpPr/>
              <p:nvPr/>
            </p:nvSpPr>
            <p:spPr>
              <a:xfrm>
                <a:off x="11562665" y="487892"/>
                <a:ext cx="39645" cy="39137"/>
              </a:xfrm>
              <a:custGeom>
                <a:avLst/>
                <a:gdLst>
                  <a:gd name="connsiteX0" fmla="*/ 0 w 39645"/>
                  <a:gd name="connsiteY0" fmla="*/ 0 h 39137"/>
                  <a:gd name="connsiteX1" fmla="*/ 39645 w 39645"/>
                  <a:gd name="connsiteY1" fmla="*/ 39137 h 39137"/>
                </a:gdLst>
                <a:ahLst/>
                <a:cxnLst>
                  <a:cxn ang="0">
                    <a:pos x="connsiteX0" y="connsiteY0"/>
                  </a:cxn>
                  <a:cxn ang="0">
                    <a:pos x="connsiteX1" y="connsiteY1"/>
                  </a:cxn>
                </a:cxnLst>
                <a:rect l="l" t="t" r="r" b="b"/>
                <a:pathLst>
                  <a:path w="39645" h="39137">
                    <a:moveTo>
                      <a:pt x="0" y="0"/>
                    </a:moveTo>
                    <a:lnTo>
                      <a:pt x="39645" y="39137"/>
                    </a:lnTo>
                  </a:path>
                </a:pathLst>
              </a:custGeom>
              <a:ln w="43948" cap="flat">
                <a:solidFill>
                  <a:schemeClr val="bg1"/>
                </a:solidFill>
                <a:prstDash val="solid"/>
                <a:miter/>
              </a:ln>
            </p:spPr>
            <p:txBody>
              <a:bodyPr rtlCol="0" anchor="ctr"/>
              <a:lstStyle/>
              <a:p>
                <a:endParaRPr lang="en-US"/>
              </a:p>
            </p:txBody>
          </p:sp>
          <p:sp>
            <p:nvSpPr>
              <p:cNvPr id="209" name="Freeform: Shape 105">
                <a:extLst>
                  <a:ext uri="{FF2B5EF4-FFF2-40B4-BE49-F238E27FC236}">
                    <a16:creationId xmlns:a16="http://schemas.microsoft.com/office/drawing/2014/main" id="{2F19894F-2CF6-198D-2DF2-529FED340CB6}"/>
                  </a:ext>
                </a:extLst>
              </p:cNvPr>
              <p:cNvSpPr/>
              <p:nvPr/>
            </p:nvSpPr>
            <p:spPr>
              <a:xfrm>
                <a:off x="11803588" y="487892"/>
                <a:ext cx="35071" cy="34562"/>
              </a:xfrm>
              <a:custGeom>
                <a:avLst/>
                <a:gdLst>
                  <a:gd name="connsiteX0" fmla="*/ 35071 w 35071"/>
                  <a:gd name="connsiteY0" fmla="*/ 0 h 34562"/>
                  <a:gd name="connsiteX1" fmla="*/ 0 w 35071"/>
                  <a:gd name="connsiteY1" fmla="*/ 34563 h 34562"/>
                </a:gdLst>
                <a:ahLst/>
                <a:cxnLst>
                  <a:cxn ang="0">
                    <a:pos x="connsiteX0" y="connsiteY0"/>
                  </a:cxn>
                  <a:cxn ang="0">
                    <a:pos x="connsiteX1" y="connsiteY1"/>
                  </a:cxn>
                </a:cxnLst>
                <a:rect l="l" t="t" r="r" b="b"/>
                <a:pathLst>
                  <a:path w="35071" h="34562">
                    <a:moveTo>
                      <a:pt x="35071" y="0"/>
                    </a:moveTo>
                    <a:lnTo>
                      <a:pt x="0" y="34563"/>
                    </a:lnTo>
                  </a:path>
                </a:pathLst>
              </a:custGeom>
              <a:ln w="43948" cap="flat">
                <a:solidFill>
                  <a:schemeClr val="bg1"/>
                </a:solidFill>
                <a:prstDash val="solid"/>
                <a:miter/>
              </a:ln>
            </p:spPr>
            <p:txBody>
              <a:bodyPr rtlCol="0" anchor="ctr"/>
              <a:lstStyle/>
              <a:p>
                <a:endParaRPr lang="en-US"/>
              </a:p>
            </p:txBody>
          </p:sp>
          <p:sp>
            <p:nvSpPr>
              <p:cNvPr id="210" name="Freeform: Shape 107">
                <a:extLst>
                  <a:ext uri="{FF2B5EF4-FFF2-40B4-BE49-F238E27FC236}">
                    <a16:creationId xmlns:a16="http://schemas.microsoft.com/office/drawing/2014/main" id="{1A2F332F-A8BD-66D3-0843-3CFE728302CA}"/>
                  </a:ext>
                </a:extLst>
              </p:cNvPr>
              <p:cNvSpPr/>
              <p:nvPr/>
            </p:nvSpPr>
            <p:spPr>
              <a:xfrm>
                <a:off x="11555549" y="480776"/>
                <a:ext cx="289716" cy="289717"/>
              </a:xfrm>
              <a:custGeom>
                <a:avLst/>
                <a:gdLst>
                  <a:gd name="connsiteX0" fmla="*/ 289717 w 289716"/>
                  <a:gd name="connsiteY0" fmla="*/ 144859 h 289717"/>
                  <a:gd name="connsiteX1" fmla="*/ 144858 w 289716"/>
                  <a:gd name="connsiteY1" fmla="*/ 289718 h 289717"/>
                  <a:gd name="connsiteX2" fmla="*/ 0 w 289716"/>
                  <a:gd name="connsiteY2" fmla="*/ 144859 h 289717"/>
                  <a:gd name="connsiteX3" fmla="*/ 144858 w 289716"/>
                  <a:gd name="connsiteY3" fmla="*/ 0 h 289717"/>
                  <a:gd name="connsiteX4" fmla="*/ 289717 w 289716"/>
                  <a:gd name="connsiteY4" fmla="*/ 144859 h 289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716" h="289717">
                    <a:moveTo>
                      <a:pt x="289717" y="144859"/>
                    </a:moveTo>
                    <a:cubicBezTo>
                      <a:pt x="289717" y="224862"/>
                      <a:pt x="224862" y="289718"/>
                      <a:pt x="144858" y="289718"/>
                    </a:cubicBezTo>
                    <a:cubicBezTo>
                      <a:pt x="64855" y="289718"/>
                      <a:pt x="0" y="224862"/>
                      <a:pt x="0" y="144859"/>
                    </a:cubicBezTo>
                    <a:cubicBezTo>
                      <a:pt x="0" y="64855"/>
                      <a:pt x="64855" y="0"/>
                      <a:pt x="144858" y="0"/>
                    </a:cubicBezTo>
                    <a:cubicBezTo>
                      <a:pt x="224862" y="0"/>
                      <a:pt x="289717" y="64855"/>
                      <a:pt x="289717" y="144859"/>
                    </a:cubicBezTo>
                    <a:close/>
                  </a:path>
                </a:pathLst>
              </a:custGeom>
              <a:noFill/>
              <a:ln w="43948" cap="flat">
                <a:solidFill>
                  <a:schemeClr val="bg1"/>
                </a:solidFill>
                <a:prstDash val="solid"/>
                <a:miter/>
              </a:ln>
            </p:spPr>
            <p:txBody>
              <a:bodyPr rtlCol="0" anchor="ctr"/>
              <a:lstStyle/>
              <a:p>
                <a:endParaRPr lang="en-US"/>
              </a:p>
            </p:txBody>
          </p:sp>
          <p:sp>
            <p:nvSpPr>
              <p:cNvPr id="211" name="Freeform: Shape 108">
                <a:extLst>
                  <a:ext uri="{FF2B5EF4-FFF2-40B4-BE49-F238E27FC236}">
                    <a16:creationId xmlns:a16="http://schemas.microsoft.com/office/drawing/2014/main" id="{6290509C-684E-A406-00E7-C92510489E09}"/>
                  </a:ext>
                </a:extLst>
              </p:cNvPr>
              <p:cNvSpPr/>
              <p:nvPr/>
            </p:nvSpPr>
            <p:spPr>
              <a:xfrm>
                <a:off x="11803588" y="487892"/>
                <a:ext cx="35071" cy="34562"/>
              </a:xfrm>
              <a:custGeom>
                <a:avLst/>
                <a:gdLst>
                  <a:gd name="connsiteX0" fmla="*/ 35071 w 35071"/>
                  <a:gd name="connsiteY0" fmla="*/ 0 h 34562"/>
                  <a:gd name="connsiteX1" fmla="*/ 0 w 35071"/>
                  <a:gd name="connsiteY1" fmla="*/ 34563 h 34562"/>
                </a:gdLst>
                <a:ahLst/>
                <a:cxnLst>
                  <a:cxn ang="0">
                    <a:pos x="connsiteX0" y="connsiteY0"/>
                  </a:cxn>
                  <a:cxn ang="0">
                    <a:pos x="connsiteX1" y="connsiteY1"/>
                  </a:cxn>
                </a:cxnLst>
                <a:rect l="l" t="t" r="r" b="b"/>
                <a:pathLst>
                  <a:path w="35071" h="34562">
                    <a:moveTo>
                      <a:pt x="35071" y="0"/>
                    </a:moveTo>
                    <a:lnTo>
                      <a:pt x="0" y="34563"/>
                    </a:lnTo>
                  </a:path>
                </a:pathLst>
              </a:custGeom>
              <a:ln w="43948" cap="flat">
                <a:solidFill>
                  <a:schemeClr val="bg1"/>
                </a:solidFill>
                <a:prstDash val="solid"/>
                <a:miter/>
              </a:ln>
            </p:spPr>
            <p:txBody>
              <a:bodyPr rtlCol="0" anchor="ctr"/>
              <a:lstStyle/>
              <a:p>
                <a:endParaRPr lang="en-US"/>
              </a:p>
            </p:txBody>
          </p:sp>
          <p:sp>
            <p:nvSpPr>
              <p:cNvPr id="212" name="Freeform: Shape 109">
                <a:extLst>
                  <a:ext uri="{FF2B5EF4-FFF2-40B4-BE49-F238E27FC236}">
                    <a16:creationId xmlns:a16="http://schemas.microsoft.com/office/drawing/2014/main" id="{3B35CED8-681D-4007-B0C5-68C38A67D97F}"/>
                  </a:ext>
                </a:extLst>
              </p:cNvPr>
              <p:cNvSpPr/>
              <p:nvPr/>
            </p:nvSpPr>
            <p:spPr>
              <a:xfrm>
                <a:off x="11562665" y="727290"/>
                <a:ext cx="36087" cy="36595"/>
              </a:xfrm>
              <a:custGeom>
                <a:avLst/>
                <a:gdLst>
                  <a:gd name="connsiteX0" fmla="*/ 36088 w 36087"/>
                  <a:gd name="connsiteY0" fmla="*/ 0 h 36595"/>
                  <a:gd name="connsiteX1" fmla="*/ 0 w 36087"/>
                  <a:gd name="connsiteY1" fmla="*/ 36596 h 36595"/>
                </a:gdLst>
                <a:ahLst/>
                <a:cxnLst>
                  <a:cxn ang="0">
                    <a:pos x="connsiteX0" y="connsiteY0"/>
                  </a:cxn>
                  <a:cxn ang="0">
                    <a:pos x="connsiteX1" y="connsiteY1"/>
                  </a:cxn>
                </a:cxnLst>
                <a:rect l="l" t="t" r="r" b="b"/>
                <a:pathLst>
                  <a:path w="36087" h="36595">
                    <a:moveTo>
                      <a:pt x="36088" y="0"/>
                    </a:moveTo>
                    <a:lnTo>
                      <a:pt x="0" y="36596"/>
                    </a:lnTo>
                  </a:path>
                </a:pathLst>
              </a:custGeom>
              <a:ln w="43948" cap="flat">
                <a:solidFill>
                  <a:schemeClr val="bg1"/>
                </a:solidFill>
                <a:prstDash val="solid"/>
                <a:miter/>
              </a:ln>
            </p:spPr>
            <p:txBody>
              <a:bodyPr rtlCol="0" anchor="ctr"/>
              <a:lstStyle/>
              <a:p>
                <a:endParaRPr lang="en-US"/>
              </a:p>
            </p:txBody>
          </p:sp>
          <p:sp>
            <p:nvSpPr>
              <p:cNvPr id="213" name="Freeform: Shape 111">
                <a:extLst>
                  <a:ext uri="{FF2B5EF4-FFF2-40B4-BE49-F238E27FC236}">
                    <a16:creationId xmlns:a16="http://schemas.microsoft.com/office/drawing/2014/main" id="{D752AC7C-5BEE-7DD0-70BE-8E840BC61066}"/>
                  </a:ext>
                </a:extLst>
              </p:cNvPr>
              <p:cNvSpPr/>
              <p:nvPr/>
            </p:nvSpPr>
            <p:spPr>
              <a:xfrm>
                <a:off x="11555549" y="480776"/>
                <a:ext cx="289716" cy="289717"/>
              </a:xfrm>
              <a:custGeom>
                <a:avLst/>
                <a:gdLst>
                  <a:gd name="connsiteX0" fmla="*/ 289717 w 289716"/>
                  <a:gd name="connsiteY0" fmla="*/ 144859 h 289717"/>
                  <a:gd name="connsiteX1" fmla="*/ 144858 w 289716"/>
                  <a:gd name="connsiteY1" fmla="*/ 289718 h 289717"/>
                  <a:gd name="connsiteX2" fmla="*/ 0 w 289716"/>
                  <a:gd name="connsiteY2" fmla="*/ 144859 h 289717"/>
                  <a:gd name="connsiteX3" fmla="*/ 144858 w 289716"/>
                  <a:gd name="connsiteY3" fmla="*/ 0 h 289717"/>
                  <a:gd name="connsiteX4" fmla="*/ 289717 w 289716"/>
                  <a:gd name="connsiteY4" fmla="*/ 144859 h 289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716" h="289717">
                    <a:moveTo>
                      <a:pt x="289717" y="144859"/>
                    </a:moveTo>
                    <a:cubicBezTo>
                      <a:pt x="289717" y="224862"/>
                      <a:pt x="224862" y="289718"/>
                      <a:pt x="144858" y="289718"/>
                    </a:cubicBezTo>
                    <a:cubicBezTo>
                      <a:pt x="64855" y="289718"/>
                      <a:pt x="0" y="224862"/>
                      <a:pt x="0" y="144859"/>
                    </a:cubicBezTo>
                    <a:cubicBezTo>
                      <a:pt x="0" y="64855"/>
                      <a:pt x="64855" y="0"/>
                      <a:pt x="144858" y="0"/>
                    </a:cubicBezTo>
                    <a:cubicBezTo>
                      <a:pt x="224862" y="0"/>
                      <a:pt x="289717" y="64855"/>
                      <a:pt x="289717" y="144859"/>
                    </a:cubicBezTo>
                    <a:close/>
                  </a:path>
                </a:pathLst>
              </a:custGeom>
              <a:noFill/>
              <a:ln w="43948" cap="flat">
                <a:solidFill>
                  <a:schemeClr val="bg1"/>
                </a:solidFill>
                <a:prstDash val="solid"/>
                <a:miter/>
              </a:ln>
            </p:spPr>
            <p:txBody>
              <a:bodyPr rtlCol="0" anchor="ctr"/>
              <a:lstStyle/>
              <a:p>
                <a:endParaRPr lang="en-US"/>
              </a:p>
            </p:txBody>
          </p:sp>
          <p:sp>
            <p:nvSpPr>
              <p:cNvPr id="214" name="Freeform: Shape 112">
                <a:extLst>
                  <a:ext uri="{FF2B5EF4-FFF2-40B4-BE49-F238E27FC236}">
                    <a16:creationId xmlns:a16="http://schemas.microsoft.com/office/drawing/2014/main" id="{677DB5CF-F1C7-718D-02D9-3874CC3AAE55}"/>
                  </a:ext>
                </a:extLst>
              </p:cNvPr>
              <p:cNvSpPr/>
              <p:nvPr/>
            </p:nvSpPr>
            <p:spPr>
              <a:xfrm>
                <a:off x="11631791" y="557018"/>
                <a:ext cx="137234" cy="137234"/>
              </a:xfrm>
              <a:custGeom>
                <a:avLst/>
                <a:gdLst>
                  <a:gd name="connsiteX0" fmla="*/ 137234 w 137234"/>
                  <a:gd name="connsiteY0" fmla="*/ 68617 h 137234"/>
                  <a:gd name="connsiteX1" fmla="*/ 68617 w 137234"/>
                  <a:gd name="connsiteY1" fmla="*/ 137235 h 137234"/>
                  <a:gd name="connsiteX2" fmla="*/ 0 w 137234"/>
                  <a:gd name="connsiteY2" fmla="*/ 68617 h 137234"/>
                  <a:gd name="connsiteX3" fmla="*/ 68617 w 137234"/>
                  <a:gd name="connsiteY3" fmla="*/ 0 h 137234"/>
                  <a:gd name="connsiteX4" fmla="*/ 137234 w 137234"/>
                  <a:gd name="connsiteY4" fmla="*/ 68617 h 137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234" h="137234">
                    <a:moveTo>
                      <a:pt x="137234" y="68617"/>
                    </a:moveTo>
                    <a:cubicBezTo>
                      <a:pt x="137234" y="106514"/>
                      <a:pt x="106513" y="137235"/>
                      <a:pt x="68617" y="137235"/>
                    </a:cubicBezTo>
                    <a:cubicBezTo>
                      <a:pt x="30721" y="137235"/>
                      <a:pt x="0" y="106514"/>
                      <a:pt x="0" y="68617"/>
                    </a:cubicBezTo>
                    <a:cubicBezTo>
                      <a:pt x="0" y="30721"/>
                      <a:pt x="30721" y="0"/>
                      <a:pt x="68617" y="0"/>
                    </a:cubicBezTo>
                    <a:cubicBezTo>
                      <a:pt x="106513" y="0"/>
                      <a:pt x="137234" y="30721"/>
                      <a:pt x="137234" y="68617"/>
                    </a:cubicBezTo>
                    <a:close/>
                  </a:path>
                </a:pathLst>
              </a:custGeom>
              <a:noFill/>
              <a:ln w="43948" cap="flat">
                <a:solidFill>
                  <a:schemeClr val="bg1"/>
                </a:solidFill>
                <a:prstDash val="solid"/>
                <a:miter/>
              </a:ln>
            </p:spPr>
            <p:txBody>
              <a:bodyPr rtlCol="0" anchor="ctr"/>
              <a:lstStyle/>
              <a:p>
                <a:endParaRPr lang="en-US"/>
              </a:p>
            </p:txBody>
          </p:sp>
        </p:grpSp>
      </p:grpSp>
      <p:grpSp>
        <p:nvGrpSpPr>
          <p:cNvPr id="290" name="Groupe 289">
            <a:extLst>
              <a:ext uri="{FF2B5EF4-FFF2-40B4-BE49-F238E27FC236}">
                <a16:creationId xmlns:a16="http://schemas.microsoft.com/office/drawing/2014/main" id="{A29E6364-0225-2155-3F3E-FC56BEB1BAC3}"/>
              </a:ext>
            </a:extLst>
          </p:cNvPr>
          <p:cNvGrpSpPr>
            <a:grpSpLocks noChangeAspect="1"/>
          </p:cNvGrpSpPr>
          <p:nvPr/>
        </p:nvGrpSpPr>
        <p:grpSpPr>
          <a:xfrm>
            <a:off x="2762439" y="3483006"/>
            <a:ext cx="800000" cy="720000"/>
            <a:chOff x="2762439" y="3356542"/>
            <a:chExt cx="760000" cy="684000"/>
          </a:xfrm>
        </p:grpSpPr>
        <p:sp>
          <p:nvSpPr>
            <p:cNvPr id="17" name="TextBox 9">
              <a:extLst>
                <a:ext uri="{FF2B5EF4-FFF2-40B4-BE49-F238E27FC236}">
                  <a16:creationId xmlns:a16="http://schemas.microsoft.com/office/drawing/2014/main" id="{D682ACAF-8765-9E93-85D2-F23B5ABAD4B1}"/>
                </a:ext>
                <a:ext uri="{C183D7F6-B498-43B3-948B-1728B52AA6E4}">
                  <adec:decorative xmlns:adec="http://schemas.microsoft.com/office/drawing/2017/decorative" val="1"/>
                </a:ext>
              </a:extLst>
            </p:cNvPr>
            <p:cNvSpPr txBox="1"/>
            <p:nvPr/>
          </p:nvSpPr>
          <p:spPr>
            <a:xfrm>
              <a:off x="2762439" y="3356542"/>
              <a:ext cx="760000" cy="684000"/>
            </a:xfrm>
            <a:prstGeom prst="rect">
              <a:avLst/>
            </a:prstGeom>
            <a:solidFill>
              <a:schemeClr val="accent5"/>
            </a:solidFill>
            <a:ln w="12700">
              <a:solidFill>
                <a:schemeClr val="bg1">
                  <a:lumMod val="75000"/>
                </a:schemeClr>
              </a:solidFill>
            </a:ln>
          </p:spPr>
          <p:txBody>
            <a:bodyPr wrap="square" lIns="91440" tIns="45720" rIns="91440" bIns="45720" rtlCol="0">
              <a:noAutofit/>
            </a:bodyPr>
            <a:lstStyle/>
            <a:p>
              <a:pPr algn="l"/>
              <a:endParaRPr lang="en-IN" dirty="0">
                <a:solidFill>
                  <a:schemeClr val="accent3"/>
                </a:solidFill>
              </a:endParaRPr>
            </a:p>
          </p:txBody>
        </p:sp>
        <p:grpSp>
          <p:nvGrpSpPr>
            <p:cNvPr id="215" name="Group 177">
              <a:extLst>
                <a:ext uri="{FF2B5EF4-FFF2-40B4-BE49-F238E27FC236}">
                  <a16:creationId xmlns:a16="http://schemas.microsoft.com/office/drawing/2014/main" id="{AEE6EFCA-1B8E-B628-2045-B0F195DAB00E}"/>
                </a:ext>
              </a:extLst>
            </p:cNvPr>
            <p:cNvGrpSpPr>
              <a:grpSpLocks noChangeAspect="1"/>
            </p:cNvGrpSpPr>
            <p:nvPr/>
          </p:nvGrpSpPr>
          <p:grpSpPr>
            <a:xfrm>
              <a:off x="2888328" y="3427726"/>
              <a:ext cx="526805" cy="540000"/>
              <a:chOff x="11348173" y="259168"/>
              <a:chExt cx="547921" cy="561645"/>
            </a:xfrm>
          </p:grpSpPr>
          <p:sp>
            <p:nvSpPr>
              <p:cNvPr id="216" name="Freeform: Shape 91">
                <a:extLst>
                  <a:ext uri="{FF2B5EF4-FFF2-40B4-BE49-F238E27FC236}">
                    <a16:creationId xmlns:a16="http://schemas.microsoft.com/office/drawing/2014/main" id="{5E8B4F5F-636B-5D1B-6EBF-3CCF82059CA5}"/>
                  </a:ext>
                </a:extLst>
              </p:cNvPr>
              <p:cNvSpPr/>
              <p:nvPr/>
            </p:nvSpPr>
            <p:spPr>
              <a:xfrm>
                <a:off x="11348173" y="259168"/>
                <a:ext cx="281584" cy="423902"/>
              </a:xfrm>
              <a:custGeom>
                <a:avLst/>
                <a:gdLst>
                  <a:gd name="connsiteX0" fmla="*/ 281585 w 281584"/>
                  <a:gd name="connsiteY0" fmla="*/ 81324 h 423902"/>
                  <a:gd name="connsiteX1" fmla="*/ 140792 w 281584"/>
                  <a:gd name="connsiteY1" fmla="*/ 162140 h 423902"/>
                  <a:gd name="connsiteX2" fmla="*/ 0 w 281584"/>
                  <a:gd name="connsiteY2" fmla="*/ 81324 h 423902"/>
                  <a:gd name="connsiteX3" fmla="*/ 140792 w 281584"/>
                  <a:gd name="connsiteY3" fmla="*/ 0 h 423902"/>
                  <a:gd name="connsiteX4" fmla="*/ 281585 w 281584"/>
                  <a:gd name="connsiteY4" fmla="*/ 81324 h 423902"/>
                  <a:gd name="connsiteX5" fmla="*/ 281585 w 281584"/>
                  <a:gd name="connsiteY5" fmla="*/ 246514 h 423902"/>
                  <a:gd name="connsiteX6" fmla="*/ 281585 w 281584"/>
                  <a:gd name="connsiteY6" fmla="*/ 175864 h 423902"/>
                  <a:gd name="connsiteX7" fmla="*/ 0 w 281584"/>
                  <a:gd name="connsiteY7" fmla="*/ 162140 h 423902"/>
                  <a:gd name="connsiteX8" fmla="*/ 0 w 281584"/>
                  <a:gd name="connsiteY8" fmla="*/ 256680 h 423902"/>
                  <a:gd name="connsiteX9" fmla="*/ 140792 w 281584"/>
                  <a:gd name="connsiteY9" fmla="*/ 337496 h 423902"/>
                  <a:gd name="connsiteX10" fmla="*/ 208393 w 281584"/>
                  <a:gd name="connsiteY10" fmla="*/ 327838 h 423902"/>
                  <a:gd name="connsiteX11" fmla="*/ 0 w 281584"/>
                  <a:gd name="connsiteY11" fmla="*/ 248547 h 423902"/>
                  <a:gd name="connsiteX12" fmla="*/ 0 w 281584"/>
                  <a:gd name="connsiteY12" fmla="*/ 343087 h 423902"/>
                  <a:gd name="connsiteX13" fmla="*/ 140792 w 281584"/>
                  <a:gd name="connsiteY13" fmla="*/ 423903 h 423902"/>
                  <a:gd name="connsiteX14" fmla="*/ 215509 w 281584"/>
                  <a:gd name="connsiteY14" fmla="*/ 411704 h 423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1584" h="423902">
                    <a:moveTo>
                      <a:pt x="281585" y="81324"/>
                    </a:moveTo>
                    <a:cubicBezTo>
                      <a:pt x="281585" y="126053"/>
                      <a:pt x="218558" y="162140"/>
                      <a:pt x="140792" y="162140"/>
                    </a:cubicBezTo>
                    <a:cubicBezTo>
                      <a:pt x="63026" y="162140"/>
                      <a:pt x="0" y="126053"/>
                      <a:pt x="0" y="81324"/>
                    </a:cubicBezTo>
                    <a:cubicBezTo>
                      <a:pt x="0" y="36596"/>
                      <a:pt x="63026" y="0"/>
                      <a:pt x="140792" y="0"/>
                    </a:cubicBezTo>
                    <a:cubicBezTo>
                      <a:pt x="218558" y="0"/>
                      <a:pt x="281585" y="36596"/>
                      <a:pt x="281585" y="81324"/>
                    </a:cubicBezTo>
                    <a:close/>
                    <a:moveTo>
                      <a:pt x="281585" y="246514"/>
                    </a:moveTo>
                    <a:lnTo>
                      <a:pt x="281585" y="175864"/>
                    </a:lnTo>
                    <a:moveTo>
                      <a:pt x="0" y="162140"/>
                    </a:moveTo>
                    <a:lnTo>
                      <a:pt x="0" y="256680"/>
                    </a:lnTo>
                    <a:cubicBezTo>
                      <a:pt x="0" y="301408"/>
                      <a:pt x="63026" y="337496"/>
                      <a:pt x="140792" y="337496"/>
                    </a:cubicBezTo>
                    <a:cubicBezTo>
                      <a:pt x="165190" y="337496"/>
                      <a:pt x="188062" y="333938"/>
                      <a:pt x="208393" y="327838"/>
                    </a:cubicBezTo>
                    <a:moveTo>
                      <a:pt x="0" y="248547"/>
                    </a:moveTo>
                    <a:lnTo>
                      <a:pt x="0" y="343087"/>
                    </a:lnTo>
                    <a:cubicBezTo>
                      <a:pt x="0" y="387815"/>
                      <a:pt x="63026" y="423903"/>
                      <a:pt x="140792" y="423903"/>
                    </a:cubicBezTo>
                    <a:cubicBezTo>
                      <a:pt x="168239" y="423903"/>
                      <a:pt x="194161" y="419328"/>
                      <a:pt x="215509" y="411704"/>
                    </a:cubicBezTo>
                  </a:path>
                </a:pathLst>
              </a:custGeom>
              <a:noFill/>
              <a:ln w="43948" cap="flat">
                <a:solidFill>
                  <a:schemeClr val="bg1"/>
                </a:solidFill>
                <a:prstDash val="solid"/>
                <a:miter/>
              </a:ln>
            </p:spPr>
            <p:txBody>
              <a:bodyPr rtlCol="0" anchor="ctr"/>
              <a:lstStyle/>
              <a:p>
                <a:endParaRPr lang="en-US"/>
              </a:p>
            </p:txBody>
          </p:sp>
          <p:sp>
            <p:nvSpPr>
              <p:cNvPr id="217" name="Freeform: Shape 92">
                <a:extLst>
                  <a:ext uri="{FF2B5EF4-FFF2-40B4-BE49-F238E27FC236}">
                    <a16:creationId xmlns:a16="http://schemas.microsoft.com/office/drawing/2014/main" id="{2386FB01-2CA3-4BF0-619C-E035F8DCB924}"/>
                  </a:ext>
                </a:extLst>
              </p:cNvPr>
              <p:cNvSpPr/>
              <p:nvPr/>
            </p:nvSpPr>
            <p:spPr>
              <a:xfrm>
                <a:off x="11436105" y="330835"/>
                <a:ext cx="105721" cy="22364"/>
              </a:xfrm>
              <a:custGeom>
                <a:avLst/>
                <a:gdLst>
                  <a:gd name="connsiteX0" fmla="*/ 105721 w 105721"/>
                  <a:gd name="connsiteY0" fmla="*/ 11182 h 22364"/>
                  <a:gd name="connsiteX1" fmla="*/ 52861 w 105721"/>
                  <a:gd name="connsiteY1" fmla="*/ 22364 h 22364"/>
                  <a:gd name="connsiteX2" fmla="*/ 0 w 105721"/>
                  <a:gd name="connsiteY2" fmla="*/ 11182 h 22364"/>
                  <a:gd name="connsiteX3" fmla="*/ 52861 w 105721"/>
                  <a:gd name="connsiteY3" fmla="*/ 0 h 22364"/>
                  <a:gd name="connsiteX4" fmla="*/ 105721 w 105721"/>
                  <a:gd name="connsiteY4" fmla="*/ 11182 h 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21" h="22364">
                    <a:moveTo>
                      <a:pt x="105721" y="11182"/>
                    </a:moveTo>
                    <a:cubicBezTo>
                      <a:pt x="105721" y="17281"/>
                      <a:pt x="81832" y="22364"/>
                      <a:pt x="52861" y="22364"/>
                    </a:cubicBezTo>
                    <a:cubicBezTo>
                      <a:pt x="23889" y="22364"/>
                      <a:pt x="0" y="17281"/>
                      <a:pt x="0" y="11182"/>
                    </a:cubicBezTo>
                    <a:cubicBezTo>
                      <a:pt x="0" y="5083"/>
                      <a:pt x="23889" y="0"/>
                      <a:pt x="52861" y="0"/>
                    </a:cubicBezTo>
                    <a:cubicBezTo>
                      <a:pt x="81832" y="0"/>
                      <a:pt x="105721" y="5083"/>
                      <a:pt x="105721" y="11182"/>
                    </a:cubicBezTo>
                    <a:close/>
                  </a:path>
                </a:pathLst>
              </a:custGeom>
              <a:noFill/>
              <a:ln w="43948" cap="flat">
                <a:solidFill>
                  <a:schemeClr val="bg1"/>
                </a:solidFill>
                <a:prstDash val="solid"/>
                <a:miter/>
              </a:ln>
            </p:spPr>
            <p:txBody>
              <a:bodyPr rtlCol="0" anchor="ctr"/>
              <a:lstStyle/>
              <a:p>
                <a:endParaRPr lang="en-US"/>
              </a:p>
            </p:txBody>
          </p:sp>
          <p:sp>
            <p:nvSpPr>
              <p:cNvPr id="218" name="Freeform: Shape 93">
                <a:extLst>
                  <a:ext uri="{FF2B5EF4-FFF2-40B4-BE49-F238E27FC236}">
                    <a16:creationId xmlns:a16="http://schemas.microsoft.com/office/drawing/2014/main" id="{D1D2FB25-36A3-43BC-DC67-46A54917CA6F}"/>
                  </a:ext>
                </a:extLst>
              </p:cNvPr>
              <p:cNvSpPr/>
              <p:nvPr/>
            </p:nvSpPr>
            <p:spPr>
              <a:xfrm>
                <a:off x="11348173" y="333376"/>
                <a:ext cx="281584" cy="175355"/>
              </a:xfrm>
              <a:custGeom>
                <a:avLst/>
                <a:gdLst>
                  <a:gd name="connsiteX0" fmla="*/ 0 w 281584"/>
                  <a:gd name="connsiteY0" fmla="*/ 0 h 175355"/>
                  <a:gd name="connsiteX1" fmla="*/ 0 w 281584"/>
                  <a:gd name="connsiteY1" fmla="*/ 94539 h 175355"/>
                  <a:gd name="connsiteX2" fmla="*/ 140792 w 281584"/>
                  <a:gd name="connsiteY2" fmla="*/ 175355 h 175355"/>
                  <a:gd name="connsiteX3" fmla="*/ 281585 w 281584"/>
                  <a:gd name="connsiteY3" fmla="*/ 94539 h 175355"/>
                  <a:gd name="connsiteX4" fmla="*/ 281585 w 281584"/>
                  <a:gd name="connsiteY4" fmla="*/ 13723 h 175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584" h="175355">
                    <a:moveTo>
                      <a:pt x="0" y="0"/>
                    </a:moveTo>
                    <a:lnTo>
                      <a:pt x="0" y="94539"/>
                    </a:lnTo>
                    <a:cubicBezTo>
                      <a:pt x="0" y="139268"/>
                      <a:pt x="63026" y="175355"/>
                      <a:pt x="140792" y="175355"/>
                    </a:cubicBezTo>
                    <a:cubicBezTo>
                      <a:pt x="218558" y="175355"/>
                      <a:pt x="281585" y="139268"/>
                      <a:pt x="281585" y="94539"/>
                    </a:cubicBezTo>
                    <a:lnTo>
                      <a:pt x="281585" y="13723"/>
                    </a:lnTo>
                  </a:path>
                </a:pathLst>
              </a:custGeom>
              <a:noFill/>
              <a:ln w="43948" cap="flat">
                <a:solidFill>
                  <a:schemeClr val="bg1"/>
                </a:solidFill>
                <a:prstDash val="solid"/>
                <a:miter/>
              </a:ln>
            </p:spPr>
            <p:txBody>
              <a:bodyPr rtlCol="0" anchor="ctr"/>
              <a:lstStyle/>
              <a:p>
                <a:endParaRPr lang="en-US"/>
              </a:p>
            </p:txBody>
          </p:sp>
          <p:sp>
            <p:nvSpPr>
              <p:cNvPr id="219" name="Freeform: Shape 96">
                <a:extLst>
                  <a:ext uri="{FF2B5EF4-FFF2-40B4-BE49-F238E27FC236}">
                    <a16:creationId xmlns:a16="http://schemas.microsoft.com/office/drawing/2014/main" id="{66B26235-A5A2-DC16-F0C9-6B637E53D91B}"/>
                  </a:ext>
                </a:extLst>
              </p:cNvPr>
              <p:cNvSpPr/>
              <p:nvPr/>
            </p:nvSpPr>
            <p:spPr>
              <a:xfrm>
                <a:off x="11841709" y="625635"/>
                <a:ext cx="54385" cy="5082"/>
              </a:xfrm>
              <a:custGeom>
                <a:avLst/>
                <a:gdLst>
                  <a:gd name="connsiteX0" fmla="*/ 54385 w 54385"/>
                  <a:gd name="connsiteY0" fmla="*/ 0 h 5082"/>
                  <a:gd name="connsiteX1" fmla="*/ 0 w 54385"/>
                  <a:gd name="connsiteY1" fmla="*/ 0 h 5082"/>
                </a:gdLst>
                <a:ahLst/>
                <a:cxnLst>
                  <a:cxn ang="0">
                    <a:pos x="connsiteX0" y="connsiteY0"/>
                  </a:cxn>
                  <a:cxn ang="0">
                    <a:pos x="connsiteX1" y="connsiteY1"/>
                  </a:cxn>
                </a:cxnLst>
                <a:rect l="l" t="t" r="r" b="b"/>
                <a:pathLst>
                  <a:path w="54385" h="5082">
                    <a:moveTo>
                      <a:pt x="54385" y="0"/>
                    </a:moveTo>
                    <a:lnTo>
                      <a:pt x="0" y="0"/>
                    </a:lnTo>
                  </a:path>
                </a:pathLst>
              </a:custGeom>
              <a:ln w="43948" cap="flat">
                <a:solidFill>
                  <a:schemeClr val="bg1"/>
                </a:solidFill>
                <a:prstDash val="solid"/>
                <a:miter/>
              </a:ln>
            </p:spPr>
            <p:txBody>
              <a:bodyPr rtlCol="0" anchor="ctr"/>
              <a:lstStyle/>
              <a:p>
                <a:endParaRPr lang="en-US"/>
              </a:p>
            </p:txBody>
          </p:sp>
          <p:sp>
            <p:nvSpPr>
              <p:cNvPr id="220" name="Freeform: Shape 97">
                <a:extLst>
                  <a:ext uri="{FF2B5EF4-FFF2-40B4-BE49-F238E27FC236}">
                    <a16:creationId xmlns:a16="http://schemas.microsoft.com/office/drawing/2014/main" id="{2D5EC95B-1090-EC08-B123-57543D3B324A}"/>
                  </a:ext>
                </a:extLst>
              </p:cNvPr>
              <p:cNvSpPr/>
              <p:nvPr/>
            </p:nvSpPr>
            <p:spPr>
              <a:xfrm>
                <a:off x="11505230" y="625635"/>
                <a:ext cx="51844" cy="5082"/>
              </a:xfrm>
              <a:custGeom>
                <a:avLst/>
                <a:gdLst>
                  <a:gd name="connsiteX0" fmla="*/ 51844 w 51844"/>
                  <a:gd name="connsiteY0" fmla="*/ 0 h 5082"/>
                  <a:gd name="connsiteX1" fmla="*/ 0 w 51844"/>
                  <a:gd name="connsiteY1" fmla="*/ 0 h 5082"/>
                </a:gdLst>
                <a:ahLst/>
                <a:cxnLst>
                  <a:cxn ang="0">
                    <a:pos x="connsiteX0" y="connsiteY0"/>
                  </a:cxn>
                  <a:cxn ang="0">
                    <a:pos x="connsiteX1" y="connsiteY1"/>
                  </a:cxn>
                </a:cxnLst>
                <a:rect l="l" t="t" r="r" b="b"/>
                <a:pathLst>
                  <a:path w="51844" h="5082">
                    <a:moveTo>
                      <a:pt x="51844" y="0"/>
                    </a:moveTo>
                    <a:lnTo>
                      <a:pt x="0" y="0"/>
                    </a:lnTo>
                  </a:path>
                </a:pathLst>
              </a:custGeom>
              <a:ln w="43948" cap="flat">
                <a:solidFill>
                  <a:schemeClr val="bg1"/>
                </a:solidFill>
                <a:prstDash val="solid"/>
                <a:miter/>
              </a:ln>
            </p:spPr>
            <p:txBody>
              <a:bodyPr rtlCol="0" anchor="ctr"/>
              <a:lstStyle/>
              <a:p>
                <a:endParaRPr lang="en-US"/>
              </a:p>
            </p:txBody>
          </p:sp>
          <p:sp>
            <p:nvSpPr>
              <p:cNvPr id="221" name="Freeform: Shape 99">
                <a:extLst>
                  <a:ext uri="{FF2B5EF4-FFF2-40B4-BE49-F238E27FC236}">
                    <a16:creationId xmlns:a16="http://schemas.microsoft.com/office/drawing/2014/main" id="{A984F814-0FE1-D46C-5A51-4B891A0F3405}"/>
                  </a:ext>
                </a:extLst>
              </p:cNvPr>
              <p:cNvSpPr/>
              <p:nvPr/>
            </p:nvSpPr>
            <p:spPr>
              <a:xfrm>
                <a:off x="11700408" y="430457"/>
                <a:ext cx="5082" cy="50827"/>
              </a:xfrm>
              <a:custGeom>
                <a:avLst/>
                <a:gdLst>
                  <a:gd name="connsiteX0" fmla="*/ 0 w 5082"/>
                  <a:gd name="connsiteY0" fmla="*/ 0 h 50827"/>
                  <a:gd name="connsiteX1" fmla="*/ 0 w 5082"/>
                  <a:gd name="connsiteY1" fmla="*/ 50828 h 50827"/>
                </a:gdLst>
                <a:ahLst/>
                <a:cxnLst>
                  <a:cxn ang="0">
                    <a:pos x="connsiteX0" y="connsiteY0"/>
                  </a:cxn>
                  <a:cxn ang="0">
                    <a:pos x="connsiteX1" y="connsiteY1"/>
                  </a:cxn>
                </a:cxnLst>
                <a:rect l="l" t="t" r="r" b="b"/>
                <a:pathLst>
                  <a:path w="5082" h="50827">
                    <a:moveTo>
                      <a:pt x="0" y="0"/>
                    </a:moveTo>
                    <a:lnTo>
                      <a:pt x="0" y="50828"/>
                    </a:lnTo>
                  </a:path>
                </a:pathLst>
              </a:custGeom>
              <a:ln w="43948" cap="flat">
                <a:solidFill>
                  <a:schemeClr val="bg1"/>
                </a:solidFill>
                <a:prstDash val="solid"/>
                <a:miter/>
              </a:ln>
            </p:spPr>
            <p:txBody>
              <a:bodyPr rtlCol="0" anchor="ctr"/>
              <a:lstStyle/>
              <a:p>
                <a:endParaRPr lang="en-US"/>
              </a:p>
            </p:txBody>
          </p:sp>
          <p:sp>
            <p:nvSpPr>
              <p:cNvPr id="222" name="Freeform: Shape 100">
                <a:extLst>
                  <a:ext uri="{FF2B5EF4-FFF2-40B4-BE49-F238E27FC236}">
                    <a16:creationId xmlns:a16="http://schemas.microsoft.com/office/drawing/2014/main" id="{E274B808-A7FD-C01D-7C6E-A69B16F7053E}"/>
                  </a:ext>
                </a:extLst>
              </p:cNvPr>
              <p:cNvSpPr/>
              <p:nvPr/>
            </p:nvSpPr>
            <p:spPr>
              <a:xfrm>
                <a:off x="11700408" y="773544"/>
                <a:ext cx="5082" cy="47269"/>
              </a:xfrm>
              <a:custGeom>
                <a:avLst/>
                <a:gdLst>
                  <a:gd name="connsiteX0" fmla="*/ 0 w 5082"/>
                  <a:gd name="connsiteY0" fmla="*/ 0 h 47269"/>
                  <a:gd name="connsiteX1" fmla="*/ 0 w 5082"/>
                  <a:gd name="connsiteY1" fmla="*/ 47270 h 47269"/>
                </a:gdLst>
                <a:ahLst/>
                <a:cxnLst>
                  <a:cxn ang="0">
                    <a:pos x="connsiteX0" y="connsiteY0"/>
                  </a:cxn>
                  <a:cxn ang="0">
                    <a:pos x="connsiteX1" y="connsiteY1"/>
                  </a:cxn>
                </a:cxnLst>
                <a:rect l="l" t="t" r="r" b="b"/>
                <a:pathLst>
                  <a:path w="5082" h="47269">
                    <a:moveTo>
                      <a:pt x="0" y="0"/>
                    </a:moveTo>
                    <a:lnTo>
                      <a:pt x="0" y="47270"/>
                    </a:lnTo>
                  </a:path>
                </a:pathLst>
              </a:custGeom>
              <a:ln w="43948" cap="flat">
                <a:solidFill>
                  <a:schemeClr val="bg1"/>
                </a:solidFill>
                <a:prstDash val="solid"/>
                <a:miter/>
              </a:ln>
            </p:spPr>
            <p:txBody>
              <a:bodyPr rtlCol="0" anchor="ctr"/>
              <a:lstStyle/>
              <a:p>
                <a:endParaRPr lang="en-US"/>
              </a:p>
            </p:txBody>
          </p:sp>
          <p:sp>
            <p:nvSpPr>
              <p:cNvPr id="223" name="Freeform: Shape 101">
                <a:extLst>
                  <a:ext uri="{FF2B5EF4-FFF2-40B4-BE49-F238E27FC236}">
                    <a16:creationId xmlns:a16="http://schemas.microsoft.com/office/drawing/2014/main" id="{62EAD446-D4AC-178A-5A41-520194DC9534}"/>
                  </a:ext>
                </a:extLst>
              </p:cNvPr>
              <p:cNvSpPr/>
              <p:nvPr/>
            </p:nvSpPr>
            <p:spPr>
              <a:xfrm>
                <a:off x="11700408" y="430457"/>
                <a:ext cx="5082" cy="7115"/>
              </a:xfrm>
              <a:custGeom>
                <a:avLst/>
                <a:gdLst>
                  <a:gd name="connsiteX0" fmla="*/ 0 w 5082"/>
                  <a:gd name="connsiteY0" fmla="*/ 0 h 7115"/>
                  <a:gd name="connsiteX1" fmla="*/ 0 w 5082"/>
                  <a:gd name="connsiteY1" fmla="*/ 7116 h 7115"/>
                </a:gdLst>
                <a:ahLst/>
                <a:cxnLst>
                  <a:cxn ang="0">
                    <a:pos x="connsiteX0" y="connsiteY0"/>
                  </a:cxn>
                  <a:cxn ang="0">
                    <a:pos x="connsiteX1" y="connsiteY1"/>
                  </a:cxn>
                </a:cxnLst>
                <a:rect l="l" t="t" r="r" b="b"/>
                <a:pathLst>
                  <a:path w="5082" h="7115">
                    <a:moveTo>
                      <a:pt x="0" y="0"/>
                    </a:moveTo>
                    <a:lnTo>
                      <a:pt x="0" y="7116"/>
                    </a:lnTo>
                  </a:path>
                </a:pathLst>
              </a:custGeom>
              <a:ln w="43948" cap="flat">
                <a:solidFill>
                  <a:schemeClr val="bg1"/>
                </a:solidFill>
                <a:prstDash val="solid"/>
                <a:miter/>
              </a:ln>
            </p:spPr>
            <p:txBody>
              <a:bodyPr rtlCol="0" anchor="ctr"/>
              <a:lstStyle/>
              <a:p>
                <a:endParaRPr lang="en-US"/>
              </a:p>
            </p:txBody>
          </p:sp>
          <p:sp>
            <p:nvSpPr>
              <p:cNvPr id="224" name="Freeform: Shape 103">
                <a:extLst>
                  <a:ext uri="{FF2B5EF4-FFF2-40B4-BE49-F238E27FC236}">
                    <a16:creationId xmlns:a16="http://schemas.microsoft.com/office/drawing/2014/main" id="{75204701-B9C7-93A5-DD44-05FAC79FA976}"/>
                  </a:ext>
                </a:extLst>
              </p:cNvPr>
              <p:cNvSpPr/>
              <p:nvPr/>
            </p:nvSpPr>
            <p:spPr>
              <a:xfrm>
                <a:off x="11803080" y="727799"/>
                <a:ext cx="35579" cy="36087"/>
              </a:xfrm>
              <a:custGeom>
                <a:avLst/>
                <a:gdLst>
                  <a:gd name="connsiteX0" fmla="*/ 0 w 35579"/>
                  <a:gd name="connsiteY0" fmla="*/ 0 h 36087"/>
                  <a:gd name="connsiteX1" fmla="*/ 35579 w 35579"/>
                  <a:gd name="connsiteY1" fmla="*/ 36088 h 36087"/>
                </a:gdLst>
                <a:ahLst/>
                <a:cxnLst>
                  <a:cxn ang="0">
                    <a:pos x="connsiteX0" y="connsiteY0"/>
                  </a:cxn>
                  <a:cxn ang="0">
                    <a:pos x="connsiteX1" y="connsiteY1"/>
                  </a:cxn>
                </a:cxnLst>
                <a:rect l="l" t="t" r="r" b="b"/>
                <a:pathLst>
                  <a:path w="35579" h="36087">
                    <a:moveTo>
                      <a:pt x="0" y="0"/>
                    </a:moveTo>
                    <a:lnTo>
                      <a:pt x="35579" y="36088"/>
                    </a:lnTo>
                  </a:path>
                </a:pathLst>
              </a:custGeom>
              <a:ln w="43948" cap="flat">
                <a:solidFill>
                  <a:schemeClr val="bg1"/>
                </a:solidFill>
                <a:prstDash val="solid"/>
                <a:miter/>
              </a:ln>
            </p:spPr>
            <p:txBody>
              <a:bodyPr rtlCol="0" anchor="ctr"/>
              <a:lstStyle/>
              <a:p>
                <a:endParaRPr lang="en-US"/>
              </a:p>
            </p:txBody>
          </p:sp>
          <p:sp>
            <p:nvSpPr>
              <p:cNvPr id="225" name="Freeform: Shape 104">
                <a:extLst>
                  <a:ext uri="{FF2B5EF4-FFF2-40B4-BE49-F238E27FC236}">
                    <a16:creationId xmlns:a16="http://schemas.microsoft.com/office/drawing/2014/main" id="{4F2BF494-8C0D-CB6D-4F3F-D900475DDF3F}"/>
                  </a:ext>
                </a:extLst>
              </p:cNvPr>
              <p:cNvSpPr/>
              <p:nvPr/>
            </p:nvSpPr>
            <p:spPr>
              <a:xfrm>
                <a:off x="11562665" y="487892"/>
                <a:ext cx="39645" cy="39137"/>
              </a:xfrm>
              <a:custGeom>
                <a:avLst/>
                <a:gdLst>
                  <a:gd name="connsiteX0" fmla="*/ 0 w 39645"/>
                  <a:gd name="connsiteY0" fmla="*/ 0 h 39137"/>
                  <a:gd name="connsiteX1" fmla="*/ 39645 w 39645"/>
                  <a:gd name="connsiteY1" fmla="*/ 39137 h 39137"/>
                </a:gdLst>
                <a:ahLst/>
                <a:cxnLst>
                  <a:cxn ang="0">
                    <a:pos x="connsiteX0" y="connsiteY0"/>
                  </a:cxn>
                  <a:cxn ang="0">
                    <a:pos x="connsiteX1" y="connsiteY1"/>
                  </a:cxn>
                </a:cxnLst>
                <a:rect l="l" t="t" r="r" b="b"/>
                <a:pathLst>
                  <a:path w="39645" h="39137">
                    <a:moveTo>
                      <a:pt x="0" y="0"/>
                    </a:moveTo>
                    <a:lnTo>
                      <a:pt x="39645" y="39137"/>
                    </a:lnTo>
                  </a:path>
                </a:pathLst>
              </a:custGeom>
              <a:ln w="43948" cap="flat">
                <a:solidFill>
                  <a:schemeClr val="bg1"/>
                </a:solidFill>
                <a:prstDash val="solid"/>
                <a:miter/>
              </a:ln>
            </p:spPr>
            <p:txBody>
              <a:bodyPr rtlCol="0" anchor="ctr"/>
              <a:lstStyle/>
              <a:p>
                <a:endParaRPr lang="en-US"/>
              </a:p>
            </p:txBody>
          </p:sp>
          <p:sp>
            <p:nvSpPr>
              <p:cNvPr id="226" name="Freeform: Shape 105">
                <a:extLst>
                  <a:ext uri="{FF2B5EF4-FFF2-40B4-BE49-F238E27FC236}">
                    <a16:creationId xmlns:a16="http://schemas.microsoft.com/office/drawing/2014/main" id="{DD8030B1-E71C-9DE1-D1A8-83348436E592}"/>
                  </a:ext>
                </a:extLst>
              </p:cNvPr>
              <p:cNvSpPr/>
              <p:nvPr/>
            </p:nvSpPr>
            <p:spPr>
              <a:xfrm>
                <a:off x="11803588" y="487892"/>
                <a:ext cx="35071" cy="34562"/>
              </a:xfrm>
              <a:custGeom>
                <a:avLst/>
                <a:gdLst>
                  <a:gd name="connsiteX0" fmla="*/ 35071 w 35071"/>
                  <a:gd name="connsiteY0" fmla="*/ 0 h 34562"/>
                  <a:gd name="connsiteX1" fmla="*/ 0 w 35071"/>
                  <a:gd name="connsiteY1" fmla="*/ 34563 h 34562"/>
                </a:gdLst>
                <a:ahLst/>
                <a:cxnLst>
                  <a:cxn ang="0">
                    <a:pos x="connsiteX0" y="connsiteY0"/>
                  </a:cxn>
                  <a:cxn ang="0">
                    <a:pos x="connsiteX1" y="connsiteY1"/>
                  </a:cxn>
                </a:cxnLst>
                <a:rect l="l" t="t" r="r" b="b"/>
                <a:pathLst>
                  <a:path w="35071" h="34562">
                    <a:moveTo>
                      <a:pt x="35071" y="0"/>
                    </a:moveTo>
                    <a:lnTo>
                      <a:pt x="0" y="34563"/>
                    </a:lnTo>
                  </a:path>
                </a:pathLst>
              </a:custGeom>
              <a:ln w="43948" cap="flat">
                <a:solidFill>
                  <a:schemeClr val="bg1"/>
                </a:solidFill>
                <a:prstDash val="solid"/>
                <a:miter/>
              </a:ln>
            </p:spPr>
            <p:txBody>
              <a:bodyPr rtlCol="0" anchor="ctr"/>
              <a:lstStyle/>
              <a:p>
                <a:endParaRPr lang="en-US"/>
              </a:p>
            </p:txBody>
          </p:sp>
          <p:sp>
            <p:nvSpPr>
              <p:cNvPr id="227" name="Freeform: Shape 107">
                <a:extLst>
                  <a:ext uri="{FF2B5EF4-FFF2-40B4-BE49-F238E27FC236}">
                    <a16:creationId xmlns:a16="http://schemas.microsoft.com/office/drawing/2014/main" id="{9AA0A4A7-A6FF-5CA8-FE31-33C847C14CA6}"/>
                  </a:ext>
                </a:extLst>
              </p:cNvPr>
              <p:cNvSpPr/>
              <p:nvPr/>
            </p:nvSpPr>
            <p:spPr>
              <a:xfrm>
                <a:off x="11555549" y="480776"/>
                <a:ext cx="289716" cy="289717"/>
              </a:xfrm>
              <a:custGeom>
                <a:avLst/>
                <a:gdLst>
                  <a:gd name="connsiteX0" fmla="*/ 289717 w 289716"/>
                  <a:gd name="connsiteY0" fmla="*/ 144859 h 289717"/>
                  <a:gd name="connsiteX1" fmla="*/ 144858 w 289716"/>
                  <a:gd name="connsiteY1" fmla="*/ 289718 h 289717"/>
                  <a:gd name="connsiteX2" fmla="*/ 0 w 289716"/>
                  <a:gd name="connsiteY2" fmla="*/ 144859 h 289717"/>
                  <a:gd name="connsiteX3" fmla="*/ 144858 w 289716"/>
                  <a:gd name="connsiteY3" fmla="*/ 0 h 289717"/>
                  <a:gd name="connsiteX4" fmla="*/ 289717 w 289716"/>
                  <a:gd name="connsiteY4" fmla="*/ 144859 h 289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716" h="289717">
                    <a:moveTo>
                      <a:pt x="289717" y="144859"/>
                    </a:moveTo>
                    <a:cubicBezTo>
                      <a:pt x="289717" y="224862"/>
                      <a:pt x="224862" y="289718"/>
                      <a:pt x="144858" y="289718"/>
                    </a:cubicBezTo>
                    <a:cubicBezTo>
                      <a:pt x="64855" y="289718"/>
                      <a:pt x="0" y="224862"/>
                      <a:pt x="0" y="144859"/>
                    </a:cubicBezTo>
                    <a:cubicBezTo>
                      <a:pt x="0" y="64855"/>
                      <a:pt x="64855" y="0"/>
                      <a:pt x="144858" y="0"/>
                    </a:cubicBezTo>
                    <a:cubicBezTo>
                      <a:pt x="224862" y="0"/>
                      <a:pt x="289717" y="64855"/>
                      <a:pt x="289717" y="144859"/>
                    </a:cubicBezTo>
                    <a:close/>
                  </a:path>
                </a:pathLst>
              </a:custGeom>
              <a:noFill/>
              <a:ln w="43948" cap="flat">
                <a:solidFill>
                  <a:schemeClr val="bg1"/>
                </a:solidFill>
                <a:prstDash val="solid"/>
                <a:miter/>
              </a:ln>
            </p:spPr>
            <p:txBody>
              <a:bodyPr rtlCol="0" anchor="ctr"/>
              <a:lstStyle/>
              <a:p>
                <a:endParaRPr lang="en-US"/>
              </a:p>
            </p:txBody>
          </p:sp>
          <p:sp>
            <p:nvSpPr>
              <p:cNvPr id="228" name="Freeform: Shape 108">
                <a:extLst>
                  <a:ext uri="{FF2B5EF4-FFF2-40B4-BE49-F238E27FC236}">
                    <a16:creationId xmlns:a16="http://schemas.microsoft.com/office/drawing/2014/main" id="{4BB92464-584B-2611-119D-6F282000D3A1}"/>
                  </a:ext>
                </a:extLst>
              </p:cNvPr>
              <p:cNvSpPr/>
              <p:nvPr/>
            </p:nvSpPr>
            <p:spPr>
              <a:xfrm>
                <a:off x="11803588" y="487892"/>
                <a:ext cx="35071" cy="34562"/>
              </a:xfrm>
              <a:custGeom>
                <a:avLst/>
                <a:gdLst>
                  <a:gd name="connsiteX0" fmla="*/ 35071 w 35071"/>
                  <a:gd name="connsiteY0" fmla="*/ 0 h 34562"/>
                  <a:gd name="connsiteX1" fmla="*/ 0 w 35071"/>
                  <a:gd name="connsiteY1" fmla="*/ 34563 h 34562"/>
                </a:gdLst>
                <a:ahLst/>
                <a:cxnLst>
                  <a:cxn ang="0">
                    <a:pos x="connsiteX0" y="connsiteY0"/>
                  </a:cxn>
                  <a:cxn ang="0">
                    <a:pos x="connsiteX1" y="connsiteY1"/>
                  </a:cxn>
                </a:cxnLst>
                <a:rect l="l" t="t" r="r" b="b"/>
                <a:pathLst>
                  <a:path w="35071" h="34562">
                    <a:moveTo>
                      <a:pt x="35071" y="0"/>
                    </a:moveTo>
                    <a:lnTo>
                      <a:pt x="0" y="34563"/>
                    </a:lnTo>
                  </a:path>
                </a:pathLst>
              </a:custGeom>
              <a:ln w="43948" cap="flat">
                <a:solidFill>
                  <a:schemeClr val="bg1"/>
                </a:solidFill>
                <a:prstDash val="solid"/>
                <a:miter/>
              </a:ln>
            </p:spPr>
            <p:txBody>
              <a:bodyPr rtlCol="0" anchor="ctr"/>
              <a:lstStyle/>
              <a:p>
                <a:endParaRPr lang="en-US"/>
              </a:p>
            </p:txBody>
          </p:sp>
          <p:sp>
            <p:nvSpPr>
              <p:cNvPr id="229" name="Freeform: Shape 109">
                <a:extLst>
                  <a:ext uri="{FF2B5EF4-FFF2-40B4-BE49-F238E27FC236}">
                    <a16:creationId xmlns:a16="http://schemas.microsoft.com/office/drawing/2014/main" id="{F1493630-FA7C-A7DB-9DFA-D0AD8AA6784E}"/>
                  </a:ext>
                </a:extLst>
              </p:cNvPr>
              <p:cNvSpPr/>
              <p:nvPr/>
            </p:nvSpPr>
            <p:spPr>
              <a:xfrm>
                <a:off x="11562665" y="727290"/>
                <a:ext cx="36087" cy="36595"/>
              </a:xfrm>
              <a:custGeom>
                <a:avLst/>
                <a:gdLst>
                  <a:gd name="connsiteX0" fmla="*/ 36088 w 36087"/>
                  <a:gd name="connsiteY0" fmla="*/ 0 h 36595"/>
                  <a:gd name="connsiteX1" fmla="*/ 0 w 36087"/>
                  <a:gd name="connsiteY1" fmla="*/ 36596 h 36595"/>
                </a:gdLst>
                <a:ahLst/>
                <a:cxnLst>
                  <a:cxn ang="0">
                    <a:pos x="connsiteX0" y="connsiteY0"/>
                  </a:cxn>
                  <a:cxn ang="0">
                    <a:pos x="connsiteX1" y="connsiteY1"/>
                  </a:cxn>
                </a:cxnLst>
                <a:rect l="l" t="t" r="r" b="b"/>
                <a:pathLst>
                  <a:path w="36087" h="36595">
                    <a:moveTo>
                      <a:pt x="36088" y="0"/>
                    </a:moveTo>
                    <a:lnTo>
                      <a:pt x="0" y="36596"/>
                    </a:lnTo>
                  </a:path>
                </a:pathLst>
              </a:custGeom>
              <a:ln w="43948" cap="flat">
                <a:solidFill>
                  <a:schemeClr val="bg1"/>
                </a:solidFill>
                <a:prstDash val="solid"/>
                <a:miter/>
              </a:ln>
            </p:spPr>
            <p:txBody>
              <a:bodyPr rtlCol="0" anchor="ctr"/>
              <a:lstStyle/>
              <a:p>
                <a:endParaRPr lang="en-US"/>
              </a:p>
            </p:txBody>
          </p:sp>
          <p:sp>
            <p:nvSpPr>
              <p:cNvPr id="230" name="Freeform: Shape 111">
                <a:extLst>
                  <a:ext uri="{FF2B5EF4-FFF2-40B4-BE49-F238E27FC236}">
                    <a16:creationId xmlns:a16="http://schemas.microsoft.com/office/drawing/2014/main" id="{70F92CB2-B5D6-8DA9-A094-4B2DBDAAA371}"/>
                  </a:ext>
                </a:extLst>
              </p:cNvPr>
              <p:cNvSpPr/>
              <p:nvPr/>
            </p:nvSpPr>
            <p:spPr>
              <a:xfrm>
                <a:off x="11555549" y="480776"/>
                <a:ext cx="289716" cy="289717"/>
              </a:xfrm>
              <a:custGeom>
                <a:avLst/>
                <a:gdLst>
                  <a:gd name="connsiteX0" fmla="*/ 289717 w 289716"/>
                  <a:gd name="connsiteY0" fmla="*/ 144859 h 289717"/>
                  <a:gd name="connsiteX1" fmla="*/ 144858 w 289716"/>
                  <a:gd name="connsiteY1" fmla="*/ 289718 h 289717"/>
                  <a:gd name="connsiteX2" fmla="*/ 0 w 289716"/>
                  <a:gd name="connsiteY2" fmla="*/ 144859 h 289717"/>
                  <a:gd name="connsiteX3" fmla="*/ 144858 w 289716"/>
                  <a:gd name="connsiteY3" fmla="*/ 0 h 289717"/>
                  <a:gd name="connsiteX4" fmla="*/ 289717 w 289716"/>
                  <a:gd name="connsiteY4" fmla="*/ 144859 h 289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716" h="289717">
                    <a:moveTo>
                      <a:pt x="289717" y="144859"/>
                    </a:moveTo>
                    <a:cubicBezTo>
                      <a:pt x="289717" y="224862"/>
                      <a:pt x="224862" y="289718"/>
                      <a:pt x="144858" y="289718"/>
                    </a:cubicBezTo>
                    <a:cubicBezTo>
                      <a:pt x="64855" y="289718"/>
                      <a:pt x="0" y="224862"/>
                      <a:pt x="0" y="144859"/>
                    </a:cubicBezTo>
                    <a:cubicBezTo>
                      <a:pt x="0" y="64855"/>
                      <a:pt x="64855" y="0"/>
                      <a:pt x="144858" y="0"/>
                    </a:cubicBezTo>
                    <a:cubicBezTo>
                      <a:pt x="224862" y="0"/>
                      <a:pt x="289717" y="64855"/>
                      <a:pt x="289717" y="144859"/>
                    </a:cubicBezTo>
                    <a:close/>
                  </a:path>
                </a:pathLst>
              </a:custGeom>
              <a:noFill/>
              <a:ln w="43948" cap="flat">
                <a:solidFill>
                  <a:schemeClr val="bg1"/>
                </a:solidFill>
                <a:prstDash val="solid"/>
                <a:miter/>
              </a:ln>
            </p:spPr>
            <p:txBody>
              <a:bodyPr rtlCol="0" anchor="ctr"/>
              <a:lstStyle/>
              <a:p>
                <a:endParaRPr lang="en-US"/>
              </a:p>
            </p:txBody>
          </p:sp>
          <p:sp>
            <p:nvSpPr>
              <p:cNvPr id="231" name="Freeform: Shape 112">
                <a:extLst>
                  <a:ext uri="{FF2B5EF4-FFF2-40B4-BE49-F238E27FC236}">
                    <a16:creationId xmlns:a16="http://schemas.microsoft.com/office/drawing/2014/main" id="{0BADBF55-72EB-B45C-1885-8FB1FD4BC520}"/>
                  </a:ext>
                </a:extLst>
              </p:cNvPr>
              <p:cNvSpPr/>
              <p:nvPr/>
            </p:nvSpPr>
            <p:spPr>
              <a:xfrm>
                <a:off x="11631791" y="557018"/>
                <a:ext cx="137234" cy="137234"/>
              </a:xfrm>
              <a:custGeom>
                <a:avLst/>
                <a:gdLst>
                  <a:gd name="connsiteX0" fmla="*/ 137234 w 137234"/>
                  <a:gd name="connsiteY0" fmla="*/ 68617 h 137234"/>
                  <a:gd name="connsiteX1" fmla="*/ 68617 w 137234"/>
                  <a:gd name="connsiteY1" fmla="*/ 137235 h 137234"/>
                  <a:gd name="connsiteX2" fmla="*/ 0 w 137234"/>
                  <a:gd name="connsiteY2" fmla="*/ 68617 h 137234"/>
                  <a:gd name="connsiteX3" fmla="*/ 68617 w 137234"/>
                  <a:gd name="connsiteY3" fmla="*/ 0 h 137234"/>
                  <a:gd name="connsiteX4" fmla="*/ 137234 w 137234"/>
                  <a:gd name="connsiteY4" fmla="*/ 68617 h 137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234" h="137234">
                    <a:moveTo>
                      <a:pt x="137234" y="68617"/>
                    </a:moveTo>
                    <a:cubicBezTo>
                      <a:pt x="137234" y="106514"/>
                      <a:pt x="106513" y="137235"/>
                      <a:pt x="68617" y="137235"/>
                    </a:cubicBezTo>
                    <a:cubicBezTo>
                      <a:pt x="30721" y="137235"/>
                      <a:pt x="0" y="106514"/>
                      <a:pt x="0" y="68617"/>
                    </a:cubicBezTo>
                    <a:cubicBezTo>
                      <a:pt x="0" y="30721"/>
                      <a:pt x="30721" y="0"/>
                      <a:pt x="68617" y="0"/>
                    </a:cubicBezTo>
                    <a:cubicBezTo>
                      <a:pt x="106513" y="0"/>
                      <a:pt x="137234" y="30721"/>
                      <a:pt x="137234" y="68617"/>
                    </a:cubicBezTo>
                    <a:close/>
                  </a:path>
                </a:pathLst>
              </a:custGeom>
              <a:noFill/>
              <a:ln w="43948" cap="flat">
                <a:solidFill>
                  <a:schemeClr val="bg1"/>
                </a:solidFill>
                <a:prstDash val="solid"/>
                <a:miter/>
              </a:ln>
            </p:spPr>
            <p:txBody>
              <a:bodyPr rtlCol="0" anchor="ctr"/>
              <a:lstStyle/>
              <a:p>
                <a:endParaRPr lang="en-US"/>
              </a:p>
            </p:txBody>
          </p:sp>
        </p:grpSp>
      </p:grpSp>
      <p:grpSp>
        <p:nvGrpSpPr>
          <p:cNvPr id="289" name="Groupe 288">
            <a:extLst>
              <a:ext uri="{FF2B5EF4-FFF2-40B4-BE49-F238E27FC236}">
                <a16:creationId xmlns:a16="http://schemas.microsoft.com/office/drawing/2014/main" id="{D6146468-6DA2-3584-6321-46D6C4300C63}"/>
              </a:ext>
            </a:extLst>
          </p:cNvPr>
          <p:cNvGrpSpPr>
            <a:grpSpLocks noChangeAspect="1"/>
          </p:cNvGrpSpPr>
          <p:nvPr/>
        </p:nvGrpSpPr>
        <p:grpSpPr>
          <a:xfrm>
            <a:off x="2762439" y="2668776"/>
            <a:ext cx="800000" cy="720000"/>
            <a:chOff x="2762439" y="2581224"/>
            <a:chExt cx="760000" cy="684000"/>
          </a:xfrm>
        </p:grpSpPr>
        <p:sp>
          <p:nvSpPr>
            <p:cNvPr id="40" name="TextBox 7">
              <a:extLst>
                <a:ext uri="{FF2B5EF4-FFF2-40B4-BE49-F238E27FC236}">
                  <a16:creationId xmlns:a16="http://schemas.microsoft.com/office/drawing/2014/main" id="{4604A929-F9F7-8DAD-AEB6-07113C6EB0E3}"/>
                </a:ext>
                <a:ext uri="{C183D7F6-B498-43B3-948B-1728B52AA6E4}">
                  <adec:decorative xmlns:adec="http://schemas.microsoft.com/office/drawing/2017/decorative" val="1"/>
                </a:ext>
              </a:extLst>
            </p:cNvPr>
            <p:cNvSpPr txBox="1"/>
            <p:nvPr/>
          </p:nvSpPr>
          <p:spPr>
            <a:xfrm>
              <a:off x="2762439" y="2581224"/>
              <a:ext cx="760000" cy="684000"/>
            </a:xfrm>
            <a:prstGeom prst="rect">
              <a:avLst/>
            </a:prstGeom>
            <a:solidFill>
              <a:schemeClr val="accent6"/>
            </a:solidFill>
            <a:ln w="12700">
              <a:solidFill>
                <a:schemeClr val="accent6"/>
              </a:solidFill>
            </a:ln>
          </p:spPr>
          <p:txBody>
            <a:bodyPr wrap="square" lIns="91440" tIns="45720" rIns="91440" bIns="45720" rtlCol="0">
              <a:noAutofit/>
            </a:bodyPr>
            <a:lstStyle/>
            <a:p>
              <a:pPr algn="l"/>
              <a:endParaRPr lang="en-IN" dirty="0">
                <a:solidFill>
                  <a:schemeClr val="accent3"/>
                </a:solidFill>
              </a:endParaRPr>
            </a:p>
          </p:txBody>
        </p:sp>
        <p:grpSp>
          <p:nvGrpSpPr>
            <p:cNvPr id="232" name="Group 177">
              <a:extLst>
                <a:ext uri="{FF2B5EF4-FFF2-40B4-BE49-F238E27FC236}">
                  <a16:creationId xmlns:a16="http://schemas.microsoft.com/office/drawing/2014/main" id="{F3F8269B-8038-6C45-F46A-330356DB2FF5}"/>
                </a:ext>
              </a:extLst>
            </p:cNvPr>
            <p:cNvGrpSpPr>
              <a:grpSpLocks noChangeAspect="1"/>
            </p:cNvGrpSpPr>
            <p:nvPr/>
          </p:nvGrpSpPr>
          <p:grpSpPr>
            <a:xfrm>
              <a:off x="2888328" y="2688519"/>
              <a:ext cx="526805" cy="540000"/>
              <a:chOff x="11348173" y="259168"/>
              <a:chExt cx="547921" cy="561645"/>
            </a:xfrm>
          </p:grpSpPr>
          <p:sp>
            <p:nvSpPr>
              <p:cNvPr id="233" name="Freeform: Shape 91">
                <a:extLst>
                  <a:ext uri="{FF2B5EF4-FFF2-40B4-BE49-F238E27FC236}">
                    <a16:creationId xmlns:a16="http://schemas.microsoft.com/office/drawing/2014/main" id="{8BA852CD-F9AB-C0F3-FADF-0D0F59831BED}"/>
                  </a:ext>
                </a:extLst>
              </p:cNvPr>
              <p:cNvSpPr/>
              <p:nvPr/>
            </p:nvSpPr>
            <p:spPr>
              <a:xfrm>
                <a:off x="11348173" y="259168"/>
                <a:ext cx="281584" cy="423902"/>
              </a:xfrm>
              <a:custGeom>
                <a:avLst/>
                <a:gdLst>
                  <a:gd name="connsiteX0" fmla="*/ 281585 w 281584"/>
                  <a:gd name="connsiteY0" fmla="*/ 81324 h 423902"/>
                  <a:gd name="connsiteX1" fmla="*/ 140792 w 281584"/>
                  <a:gd name="connsiteY1" fmla="*/ 162140 h 423902"/>
                  <a:gd name="connsiteX2" fmla="*/ 0 w 281584"/>
                  <a:gd name="connsiteY2" fmla="*/ 81324 h 423902"/>
                  <a:gd name="connsiteX3" fmla="*/ 140792 w 281584"/>
                  <a:gd name="connsiteY3" fmla="*/ 0 h 423902"/>
                  <a:gd name="connsiteX4" fmla="*/ 281585 w 281584"/>
                  <a:gd name="connsiteY4" fmla="*/ 81324 h 423902"/>
                  <a:gd name="connsiteX5" fmla="*/ 281585 w 281584"/>
                  <a:gd name="connsiteY5" fmla="*/ 246514 h 423902"/>
                  <a:gd name="connsiteX6" fmla="*/ 281585 w 281584"/>
                  <a:gd name="connsiteY6" fmla="*/ 175864 h 423902"/>
                  <a:gd name="connsiteX7" fmla="*/ 0 w 281584"/>
                  <a:gd name="connsiteY7" fmla="*/ 162140 h 423902"/>
                  <a:gd name="connsiteX8" fmla="*/ 0 w 281584"/>
                  <a:gd name="connsiteY8" fmla="*/ 256680 h 423902"/>
                  <a:gd name="connsiteX9" fmla="*/ 140792 w 281584"/>
                  <a:gd name="connsiteY9" fmla="*/ 337496 h 423902"/>
                  <a:gd name="connsiteX10" fmla="*/ 208393 w 281584"/>
                  <a:gd name="connsiteY10" fmla="*/ 327838 h 423902"/>
                  <a:gd name="connsiteX11" fmla="*/ 0 w 281584"/>
                  <a:gd name="connsiteY11" fmla="*/ 248547 h 423902"/>
                  <a:gd name="connsiteX12" fmla="*/ 0 w 281584"/>
                  <a:gd name="connsiteY12" fmla="*/ 343087 h 423902"/>
                  <a:gd name="connsiteX13" fmla="*/ 140792 w 281584"/>
                  <a:gd name="connsiteY13" fmla="*/ 423903 h 423902"/>
                  <a:gd name="connsiteX14" fmla="*/ 215509 w 281584"/>
                  <a:gd name="connsiteY14" fmla="*/ 411704 h 423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1584" h="423902">
                    <a:moveTo>
                      <a:pt x="281585" y="81324"/>
                    </a:moveTo>
                    <a:cubicBezTo>
                      <a:pt x="281585" y="126053"/>
                      <a:pt x="218558" y="162140"/>
                      <a:pt x="140792" y="162140"/>
                    </a:cubicBezTo>
                    <a:cubicBezTo>
                      <a:pt x="63026" y="162140"/>
                      <a:pt x="0" y="126053"/>
                      <a:pt x="0" y="81324"/>
                    </a:cubicBezTo>
                    <a:cubicBezTo>
                      <a:pt x="0" y="36596"/>
                      <a:pt x="63026" y="0"/>
                      <a:pt x="140792" y="0"/>
                    </a:cubicBezTo>
                    <a:cubicBezTo>
                      <a:pt x="218558" y="0"/>
                      <a:pt x="281585" y="36596"/>
                      <a:pt x="281585" y="81324"/>
                    </a:cubicBezTo>
                    <a:close/>
                    <a:moveTo>
                      <a:pt x="281585" y="246514"/>
                    </a:moveTo>
                    <a:lnTo>
                      <a:pt x="281585" y="175864"/>
                    </a:lnTo>
                    <a:moveTo>
                      <a:pt x="0" y="162140"/>
                    </a:moveTo>
                    <a:lnTo>
                      <a:pt x="0" y="256680"/>
                    </a:lnTo>
                    <a:cubicBezTo>
                      <a:pt x="0" y="301408"/>
                      <a:pt x="63026" y="337496"/>
                      <a:pt x="140792" y="337496"/>
                    </a:cubicBezTo>
                    <a:cubicBezTo>
                      <a:pt x="165190" y="337496"/>
                      <a:pt x="188062" y="333938"/>
                      <a:pt x="208393" y="327838"/>
                    </a:cubicBezTo>
                    <a:moveTo>
                      <a:pt x="0" y="248547"/>
                    </a:moveTo>
                    <a:lnTo>
                      <a:pt x="0" y="343087"/>
                    </a:lnTo>
                    <a:cubicBezTo>
                      <a:pt x="0" y="387815"/>
                      <a:pt x="63026" y="423903"/>
                      <a:pt x="140792" y="423903"/>
                    </a:cubicBezTo>
                    <a:cubicBezTo>
                      <a:pt x="168239" y="423903"/>
                      <a:pt x="194161" y="419328"/>
                      <a:pt x="215509" y="411704"/>
                    </a:cubicBezTo>
                  </a:path>
                </a:pathLst>
              </a:custGeom>
              <a:noFill/>
              <a:ln w="43948" cap="flat">
                <a:solidFill>
                  <a:schemeClr val="bg1"/>
                </a:solidFill>
                <a:prstDash val="solid"/>
                <a:miter/>
              </a:ln>
            </p:spPr>
            <p:txBody>
              <a:bodyPr rtlCol="0" anchor="ctr"/>
              <a:lstStyle/>
              <a:p>
                <a:endParaRPr lang="en-US"/>
              </a:p>
            </p:txBody>
          </p:sp>
          <p:sp>
            <p:nvSpPr>
              <p:cNvPr id="234" name="Freeform: Shape 92">
                <a:extLst>
                  <a:ext uri="{FF2B5EF4-FFF2-40B4-BE49-F238E27FC236}">
                    <a16:creationId xmlns:a16="http://schemas.microsoft.com/office/drawing/2014/main" id="{4DE1538C-36F9-E88A-1B7D-ECDEFC863816}"/>
                  </a:ext>
                </a:extLst>
              </p:cNvPr>
              <p:cNvSpPr/>
              <p:nvPr/>
            </p:nvSpPr>
            <p:spPr>
              <a:xfrm>
                <a:off x="11436105" y="330835"/>
                <a:ext cx="105721" cy="22364"/>
              </a:xfrm>
              <a:custGeom>
                <a:avLst/>
                <a:gdLst>
                  <a:gd name="connsiteX0" fmla="*/ 105721 w 105721"/>
                  <a:gd name="connsiteY0" fmla="*/ 11182 h 22364"/>
                  <a:gd name="connsiteX1" fmla="*/ 52861 w 105721"/>
                  <a:gd name="connsiteY1" fmla="*/ 22364 h 22364"/>
                  <a:gd name="connsiteX2" fmla="*/ 0 w 105721"/>
                  <a:gd name="connsiteY2" fmla="*/ 11182 h 22364"/>
                  <a:gd name="connsiteX3" fmla="*/ 52861 w 105721"/>
                  <a:gd name="connsiteY3" fmla="*/ 0 h 22364"/>
                  <a:gd name="connsiteX4" fmla="*/ 105721 w 105721"/>
                  <a:gd name="connsiteY4" fmla="*/ 11182 h 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21" h="22364">
                    <a:moveTo>
                      <a:pt x="105721" y="11182"/>
                    </a:moveTo>
                    <a:cubicBezTo>
                      <a:pt x="105721" y="17281"/>
                      <a:pt x="81832" y="22364"/>
                      <a:pt x="52861" y="22364"/>
                    </a:cubicBezTo>
                    <a:cubicBezTo>
                      <a:pt x="23889" y="22364"/>
                      <a:pt x="0" y="17281"/>
                      <a:pt x="0" y="11182"/>
                    </a:cubicBezTo>
                    <a:cubicBezTo>
                      <a:pt x="0" y="5083"/>
                      <a:pt x="23889" y="0"/>
                      <a:pt x="52861" y="0"/>
                    </a:cubicBezTo>
                    <a:cubicBezTo>
                      <a:pt x="81832" y="0"/>
                      <a:pt x="105721" y="5083"/>
                      <a:pt x="105721" y="11182"/>
                    </a:cubicBezTo>
                    <a:close/>
                  </a:path>
                </a:pathLst>
              </a:custGeom>
              <a:noFill/>
              <a:ln w="43948" cap="flat">
                <a:solidFill>
                  <a:schemeClr val="bg1"/>
                </a:solidFill>
                <a:prstDash val="solid"/>
                <a:miter/>
              </a:ln>
            </p:spPr>
            <p:txBody>
              <a:bodyPr rtlCol="0" anchor="ctr"/>
              <a:lstStyle/>
              <a:p>
                <a:endParaRPr lang="en-US"/>
              </a:p>
            </p:txBody>
          </p:sp>
          <p:sp>
            <p:nvSpPr>
              <p:cNvPr id="235" name="Freeform: Shape 93">
                <a:extLst>
                  <a:ext uri="{FF2B5EF4-FFF2-40B4-BE49-F238E27FC236}">
                    <a16:creationId xmlns:a16="http://schemas.microsoft.com/office/drawing/2014/main" id="{CECED641-0C96-0209-9F15-CC7C092FF618}"/>
                  </a:ext>
                </a:extLst>
              </p:cNvPr>
              <p:cNvSpPr/>
              <p:nvPr/>
            </p:nvSpPr>
            <p:spPr>
              <a:xfrm>
                <a:off x="11348173" y="333376"/>
                <a:ext cx="281584" cy="175355"/>
              </a:xfrm>
              <a:custGeom>
                <a:avLst/>
                <a:gdLst>
                  <a:gd name="connsiteX0" fmla="*/ 0 w 281584"/>
                  <a:gd name="connsiteY0" fmla="*/ 0 h 175355"/>
                  <a:gd name="connsiteX1" fmla="*/ 0 w 281584"/>
                  <a:gd name="connsiteY1" fmla="*/ 94539 h 175355"/>
                  <a:gd name="connsiteX2" fmla="*/ 140792 w 281584"/>
                  <a:gd name="connsiteY2" fmla="*/ 175355 h 175355"/>
                  <a:gd name="connsiteX3" fmla="*/ 281585 w 281584"/>
                  <a:gd name="connsiteY3" fmla="*/ 94539 h 175355"/>
                  <a:gd name="connsiteX4" fmla="*/ 281585 w 281584"/>
                  <a:gd name="connsiteY4" fmla="*/ 13723 h 175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584" h="175355">
                    <a:moveTo>
                      <a:pt x="0" y="0"/>
                    </a:moveTo>
                    <a:lnTo>
                      <a:pt x="0" y="94539"/>
                    </a:lnTo>
                    <a:cubicBezTo>
                      <a:pt x="0" y="139268"/>
                      <a:pt x="63026" y="175355"/>
                      <a:pt x="140792" y="175355"/>
                    </a:cubicBezTo>
                    <a:cubicBezTo>
                      <a:pt x="218558" y="175355"/>
                      <a:pt x="281585" y="139268"/>
                      <a:pt x="281585" y="94539"/>
                    </a:cubicBezTo>
                    <a:lnTo>
                      <a:pt x="281585" y="13723"/>
                    </a:lnTo>
                  </a:path>
                </a:pathLst>
              </a:custGeom>
              <a:noFill/>
              <a:ln w="43948" cap="flat">
                <a:solidFill>
                  <a:schemeClr val="bg1"/>
                </a:solidFill>
                <a:prstDash val="solid"/>
                <a:miter/>
              </a:ln>
            </p:spPr>
            <p:txBody>
              <a:bodyPr rtlCol="0" anchor="ctr"/>
              <a:lstStyle/>
              <a:p>
                <a:endParaRPr lang="en-US"/>
              </a:p>
            </p:txBody>
          </p:sp>
          <p:sp>
            <p:nvSpPr>
              <p:cNvPr id="236" name="Freeform: Shape 96">
                <a:extLst>
                  <a:ext uri="{FF2B5EF4-FFF2-40B4-BE49-F238E27FC236}">
                    <a16:creationId xmlns:a16="http://schemas.microsoft.com/office/drawing/2014/main" id="{AAFE3208-FBAB-D32B-C31E-D974A228D1DC}"/>
                  </a:ext>
                </a:extLst>
              </p:cNvPr>
              <p:cNvSpPr/>
              <p:nvPr/>
            </p:nvSpPr>
            <p:spPr>
              <a:xfrm>
                <a:off x="11841709" y="625635"/>
                <a:ext cx="54385" cy="5082"/>
              </a:xfrm>
              <a:custGeom>
                <a:avLst/>
                <a:gdLst>
                  <a:gd name="connsiteX0" fmla="*/ 54385 w 54385"/>
                  <a:gd name="connsiteY0" fmla="*/ 0 h 5082"/>
                  <a:gd name="connsiteX1" fmla="*/ 0 w 54385"/>
                  <a:gd name="connsiteY1" fmla="*/ 0 h 5082"/>
                </a:gdLst>
                <a:ahLst/>
                <a:cxnLst>
                  <a:cxn ang="0">
                    <a:pos x="connsiteX0" y="connsiteY0"/>
                  </a:cxn>
                  <a:cxn ang="0">
                    <a:pos x="connsiteX1" y="connsiteY1"/>
                  </a:cxn>
                </a:cxnLst>
                <a:rect l="l" t="t" r="r" b="b"/>
                <a:pathLst>
                  <a:path w="54385" h="5082">
                    <a:moveTo>
                      <a:pt x="54385" y="0"/>
                    </a:moveTo>
                    <a:lnTo>
                      <a:pt x="0" y="0"/>
                    </a:lnTo>
                  </a:path>
                </a:pathLst>
              </a:custGeom>
              <a:ln w="43948" cap="flat">
                <a:solidFill>
                  <a:schemeClr val="bg1"/>
                </a:solidFill>
                <a:prstDash val="solid"/>
                <a:miter/>
              </a:ln>
            </p:spPr>
            <p:txBody>
              <a:bodyPr rtlCol="0" anchor="ctr"/>
              <a:lstStyle/>
              <a:p>
                <a:endParaRPr lang="en-US"/>
              </a:p>
            </p:txBody>
          </p:sp>
          <p:sp>
            <p:nvSpPr>
              <p:cNvPr id="237" name="Freeform: Shape 97">
                <a:extLst>
                  <a:ext uri="{FF2B5EF4-FFF2-40B4-BE49-F238E27FC236}">
                    <a16:creationId xmlns:a16="http://schemas.microsoft.com/office/drawing/2014/main" id="{152E1633-89FB-FEAE-C2B4-C63951FA6546}"/>
                  </a:ext>
                </a:extLst>
              </p:cNvPr>
              <p:cNvSpPr/>
              <p:nvPr/>
            </p:nvSpPr>
            <p:spPr>
              <a:xfrm>
                <a:off x="11505230" y="625635"/>
                <a:ext cx="51844" cy="5082"/>
              </a:xfrm>
              <a:custGeom>
                <a:avLst/>
                <a:gdLst>
                  <a:gd name="connsiteX0" fmla="*/ 51844 w 51844"/>
                  <a:gd name="connsiteY0" fmla="*/ 0 h 5082"/>
                  <a:gd name="connsiteX1" fmla="*/ 0 w 51844"/>
                  <a:gd name="connsiteY1" fmla="*/ 0 h 5082"/>
                </a:gdLst>
                <a:ahLst/>
                <a:cxnLst>
                  <a:cxn ang="0">
                    <a:pos x="connsiteX0" y="connsiteY0"/>
                  </a:cxn>
                  <a:cxn ang="0">
                    <a:pos x="connsiteX1" y="connsiteY1"/>
                  </a:cxn>
                </a:cxnLst>
                <a:rect l="l" t="t" r="r" b="b"/>
                <a:pathLst>
                  <a:path w="51844" h="5082">
                    <a:moveTo>
                      <a:pt x="51844" y="0"/>
                    </a:moveTo>
                    <a:lnTo>
                      <a:pt x="0" y="0"/>
                    </a:lnTo>
                  </a:path>
                </a:pathLst>
              </a:custGeom>
              <a:ln w="43948" cap="flat">
                <a:solidFill>
                  <a:schemeClr val="bg1"/>
                </a:solidFill>
                <a:prstDash val="solid"/>
                <a:miter/>
              </a:ln>
            </p:spPr>
            <p:txBody>
              <a:bodyPr rtlCol="0" anchor="ctr"/>
              <a:lstStyle/>
              <a:p>
                <a:endParaRPr lang="en-US"/>
              </a:p>
            </p:txBody>
          </p:sp>
          <p:sp>
            <p:nvSpPr>
              <p:cNvPr id="238" name="Freeform: Shape 99">
                <a:extLst>
                  <a:ext uri="{FF2B5EF4-FFF2-40B4-BE49-F238E27FC236}">
                    <a16:creationId xmlns:a16="http://schemas.microsoft.com/office/drawing/2014/main" id="{9ED0DB8D-14BC-B30F-1475-31BFC33AE6B8}"/>
                  </a:ext>
                </a:extLst>
              </p:cNvPr>
              <p:cNvSpPr/>
              <p:nvPr/>
            </p:nvSpPr>
            <p:spPr>
              <a:xfrm>
                <a:off x="11700408" y="430457"/>
                <a:ext cx="5082" cy="50827"/>
              </a:xfrm>
              <a:custGeom>
                <a:avLst/>
                <a:gdLst>
                  <a:gd name="connsiteX0" fmla="*/ 0 w 5082"/>
                  <a:gd name="connsiteY0" fmla="*/ 0 h 50827"/>
                  <a:gd name="connsiteX1" fmla="*/ 0 w 5082"/>
                  <a:gd name="connsiteY1" fmla="*/ 50828 h 50827"/>
                </a:gdLst>
                <a:ahLst/>
                <a:cxnLst>
                  <a:cxn ang="0">
                    <a:pos x="connsiteX0" y="connsiteY0"/>
                  </a:cxn>
                  <a:cxn ang="0">
                    <a:pos x="connsiteX1" y="connsiteY1"/>
                  </a:cxn>
                </a:cxnLst>
                <a:rect l="l" t="t" r="r" b="b"/>
                <a:pathLst>
                  <a:path w="5082" h="50827">
                    <a:moveTo>
                      <a:pt x="0" y="0"/>
                    </a:moveTo>
                    <a:lnTo>
                      <a:pt x="0" y="50828"/>
                    </a:lnTo>
                  </a:path>
                </a:pathLst>
              </a:custGeom>
              <a:ln w="43948" cap="flat">
                <a:solidFill>
                  <a:schemeClr val="bg1"/>
                </a:solidFill>
                <a:prstDash val="solid"/>
                <a:miter/>
              </a:ln>
            </p:spPr>
            <p:txBody>
              <a:bodyPr rtlCol="0" anchor="ctr"/>
              <a:lstStyle/>
              <a:p>
                <a:endParaRPr lang="en-US"/>
              </a:p>
            </p:txBody>
          </p:sp>
          <p:sp>
            <p:nvSpPr>
              <p:cNvPr id="239" name="Freeform: Shape 100">
                <a:extLst>
                  <a:ext uri="{FF2B5EF4-FFF2-40B4-BE49-F238E27FC236}">
                    <a16:creationId xmlns:a16="http://schemas.microsoft.com/office/drawing/2014/main" id="{F29DC552-B9F7-CF91-92A9-FD25B203A9BE}"/>
                  </a:ext>
                </a:extLst>
              </p:cNvPr>
              <p:cNvSpPr/>
              <p:nvPr/>
            </p:nvSpPr>
            <p:spPr>
              <a:xfrm>
                <a:off x="11700408" y="773544"/>
                <a:ext cx="5082" cy="47269"/>
              </a:xfrm>
              <a:custGeom>
                <a:avLst/>
                <a:gdLst>
                  <a:gd name="connsiteX0" fmla="*/ 0 w 5082"/>
                  <a:gd name="connsiteY0" fmla="*/ 0 h 47269"/>
                  <a:gd name="connsiteX1" fmla="*/ 0 w 5082"/>
                  <a:gd name="connsiteY1" fmla="*/ 47270 h 47269"/>
                </a:gdLst>
                <a:ahLst/>
                <a:cxnLst>
                  <a:cxn ang="0">
                    <a:pos x="connsiteX0" y="connsiteY0"/>
                  </a:cxn>
                  <a:cxn ang="0">
                    <a:pos x="connsiteX1" y="connsiteY1"/>
                  </a:cxn>
                </a:cxnLst>
                <a:rect l="l" t="t" r="r" b="b"/>
                <a:pathLst>
                  <a:path w="5082" h="47269">
                    <a:moveTo>
                      <a:pt x="0" y="0"/>
                    </a:moveTo>
                    <a:lnTo>
                      <a:pt x="0" y="47270"/>
                    </a:lnTo>
                  </a:path>
                </a:pathLst>
              </a:custGeom>
              <a:ln w="43948" cap="flat">
                <a:solidFill>
                  <a:schemeClr val="bg1"/>
                </a:solidFill>
                <a:prstDash val="solid"/>
                <a:miter/>
              </a:ln>
            </p:spPr>
            <p:txBody>
              <a:bodyPr rtlCol="0" anchor="ctr"/>
              <a:lstStyle/>
              <a:p>
                <a:endParaRPr lang="en-US"/>
              </a:p>
            </p:txBody>
          </p:sp>
          <p:sp>
            <p:nvSpPr>
              <p:cNvPr id="240" name="Freeform: Shape 101">
                <a:extLst>
                  <a:ext uri="{FF2B5EF4-FFF2-40B4-BE49-F238E27FC236}">
                    <a16:creationId xmlns:a16="http://schemas.microsoft.com/office/drawing/2014/main" id="{D467697C-B71F-1466-3194-C7F3A13C810C}"/>
                  </a:ext>
                </a:extLst>
              </p:cNvPr>
              <p:cNvSpPr/>
              <p:nvPr/>
            </p:nvSpPr>
            <p:spPr>
              <a:xfrm>
                <a:off x="11700408" y="430457"/>
                <a:ext cx="5082" cy="7115"/>
              </a:xfrm>
              <a:custGeom>
                <a:avLst/>
                <a:gdLst>
                  <a:gd name="connsiteX0" fmla="*/ 0 w 5082"/>
                  <a:gd name="connsiteY0" fmla="*/ 0 h 7115"/>
                  <a:gd name="connsiteX1" fmla="*/ 0 w 5082"/>
                  <a:gd name="connsiteY1" fmla="*/ 7116 h 7115"/>
                </a:gdLst>
                <a:ahLst/>
                <a:cxnLst>
                  <a:cxn ang="0">
                    <a:pos x="connsiteX0" y="connsiteY0"/>
                  </a:cxn>
                  <a:cxn ang="0">
                    <a:pos x="connsiteX1" y="connsiteY1"/>
                  </a:cxn>
                </a:cxnLst>
                <a:rect l="l" t="t" r="r" b="b"/>
                <a:pathLst>
                  <a:path w="5082" h="7115">
                    <a:moveTo>
                      <a:pt x="0" y="0"/>
                    </a:moveTo>
                    <a:lnTo>
                      <a:pt x="0" y="7116"/>
                    </a:lnTo>
                  </a:path>
                </a:pathLst>
              </a:custGeom>
              <a:ln w="43948" cap="flat">
                <a:solidFill>
                  <a:schemeClr val="bg1"/>
                </a:solidFill>
                <a:prstDash val="solid"/>
                <a:miter/>
              </a:ln>
            </p:spPr>
            <p:txBody>
              <a:bodyPr rtlCol="0" anchor="ctr"/>
              <a:lstStyle/>
              <a:p>
                <a:endParaRPr lang="en-US"/>
              </a:p>
            </p:txBody>
          </p:sp>
          <p:sp>
            <p:nvSpPr>
              <p:cNvPr id="241" name="Freeform: Shape 103">
                <a:extLst>
                  <a:ext uri="{FF2B5EF4-FFF2-40B4-BE49-F238E27FC236}">
                    <a16:creationId xmlns:a16="http://schemas.microsoft.com/office/drawing/2014/main" id="{242FC60E-8AC5-1850-BBA9-0DD584798BB4}"/>
                  </a:ext>
                </a:extLst>
              </p:cNvPr>
              <p:cNvSpPr/>
              <p:nvPr/>
            </p:nvSpPr>
            <p:spPr>
              <a:xfrm>
                <a:off x="11803080" y="727799"/>
                <a:ext cx="35579" cy="36087"/>
              </a:xfrm>
              <a:custGeom>
                <a:avLst/>
                <a:gdLst>
                  <a:gd name="connsiteX0" fmla="*/ 0 w 35579"/>
                  <a:gd name="connsiteY0" fmla="*/ 0 h 36087"/>
                  <a:gd name="connsiteX1" fmla="*/ 35579 w 35579"/>
                  <a:gd name="connsiteY1" fmla="*/ 36088 h 36087"/>
                </a:gdLst>
                <a:ahLst/>
                <a:cxnLst>
                  <a:cxn ang="0">
                    <a:pos x="connsiteX0" y="connsiteY0"/>
                  </a:cxn>
                  <a:cxn ang="0">
                    <a:pos x="connsiteX1" y="connsiteY1"/>
                  </a:cxn>
                </a:cxnLst>
                <a:rect l="l" t="t" r="r" b="b"/>
                <a:pathLst>
                  <a:path w="35579" h="36087">
                    <a:moveTo>
                      <a:pt x="0" y="0"/>
                    </a:moveTo>
                    <a:lnTo>
                      <a:pt x="35579" y="36088"/>
                    </a:lnTo>
                  </a:path>
                </a:pathLst>
              </a:custGeom>
              <a:ln w="43948" cap="flat">
                <a:solidFill>
                  <a:schemeClr val="bg1"/>
                </a:solidFill>
                <a:prstDash val="solid"/>
                <a:miter/>
              </a:ln>
            </p:spPr>
            <p:txBody>
              <a:bodyPr rtlCol="0" anchor="ctr"/>
              <a:lstStyle/>
              <a:p>
                <a:endParaRPr lang="en-US"/>
              </a:p>
            </p:txBody>
          </p:sp>
          <p:sp>
            <p:nvSpPr>
              <p:cNvPr id="242" name="Freeform: Shape 104">
                <a:extLst>
                  <a:ext uri="{FF2B5EF4-FFF2-40B4-BE49-F238E27FC236}">
                    <a16:creationId xmlns:a16="http://schemas.microsoft.com/office/drawing/2014/main" id="{B9E2D2C7-B680-3CAF-D2F4-34EB43730D6D}"/>
                  </a:ext>
                </a:extLst>
              </p:cNvPr>
              <p:cNvSpPr/>
              <p:nvPr/>
            </p:nvSpPr>
            <p:spPr>
              <a:xfrm>
                <a:off x="11562665" y="487892"/>
                <a:ext cx="39645" cy="39137"/>
              </a:xfrm>
              <a:custGeom>
                <a:avLst/>
                <a:gdLst>
                  <a:gd name="connsiteX0" fmla="*/ 0 w 39645"/>
                  <a:gd name="connsiteY0" fmla="*/ 0 h 39137"/>
                  <a:gd name="connsiteX1" fmla="*/ 39645 w 39645"/>
                  <a:gd name="connsiteY1" fmla="*/ 39137 h 39137"/>
                </a:gdLst>
                <a:ahLst/>
                <a:cxnLst>
                  <a:cxn ang="0">
                    <a:pos x="connsiteX0" y="connsiteY0"/>
                  </a:cxn>
                  <a:cxn ang="0">
                    <a:pos x="connsiteX1" y="connsiteY1"/>
                  </a:cxn>
                </a:cxnLst>
                <a:rect l="l" t="t" r="r" b="b"/>
                <a:pathLst>
                  <a:path w="39645" h="39137">
                    <a:moveTo>
                      <a:pt x="0" y="0"/>
                    </a:moveTo>
                    <a:lnTo>
                      <a:pt x="39645" y="39137"/>
                    </a:lnTo>
                  </a:path>
                </a:pathLst>
              </a:custGeom>
              <a:ln w="43948" cap="flat">
                <a:solidFill>
                  <a:schemeClr val="bg1"/>
                </a:solidFill>
                <a:prstDash val="solid"/>
                <a:miter/>
              </a:ln>
            </p:spPr>
            <p:txBody>
              <a:bodyPr rtlCol="0" anchor="ctr"/>
              <a:lstStyle/>
              <a:p>
                <a:endParaRPr lang="en-US"/>
              </a:p>
            </p:txBody>
          </p:sp>
          <p:sp>
            <p:nvSpPr>
              <p:cNvPr id="243" name="Freeform: Shape 105">
                <a:extLst>
                  <a:ext uri="{FF2B5EF4-FFF2-40B4-BE49-F238E27FC236}">
                    <a16:creationId xmlns:a16="http://schemas.microsoft.com/office/drawing/2014/main" id="{679B193E-EAED-64B8-8428-1B088C805279}"/>
                  </a:ext>
                </a:extLst>
              </p:cNvPr>
              <p:cNvSpPr/>
              <p:nvPr/>
            </p:nvSpPr>
            <p:spPr>
              <a:xfrm>
                <a:off x="11803588" y="487892"/>
                <a:ext cx="35071" cy="34562"/>
              </a:xfrm>
              <a:custGeom>
                <a:avLst/>
                <a:gdLst>
                  <a:gd name="connsiteX0" fmla="*/ 35071 w 35071"/>
                  <a:gd name="connsiteY0" fmla="*/ 0 h 34562"/>
                  <a:gd name="connsiteX1" fmla="*/ 0 w 35071"/>
                  <a:gd name="connsiteY1" fmla="*/ 34563 h 34562"/>
                </a:gdLst>
                <a:ahLst/>
                <a:cxnLst>
                  <a:cxn ang="0">
                    <a:pos x="connsiteX0" y="connsiteY0"/>
                  </a:cxn>
                  <a:cxn ang="0">
                    <a:pos x="connsiteX1" y="connsiteY1"/>
                  </a:cxn>
                </a:cxnLst>
                <a:rect l="l" t="t" r="r" b="b"/>
                <a:pathLst>
                  <a:path w="35071" h="34562">
                    <a:moveTo>
                      <a:pt x="35071" y="0"/>
                    </a:moveTo>
                    <a:lnTo>
                      <a:pt x="0" y="34563"/>
                    </a:lnTo>
                  </a:path>
                </a:pathLst>
              </a:custGeom>
              <a:ln w="43948" cap="flat">
                <a:solidFill>
                  <a:schemeClr val="bg1"/>
                </a:solidFill>
                <a:prstDash val="solid"/>
                <a:miter/>
              </a:ln>
            </p:spPr>
            <p:txBody>
              <a:bodyPr rtlCol="0" anchor="ctr"/>
              <a:lstStyle/>
              <a:p>
                <a:endParaRPr lang="en-US"/>
              </a:p>
            </p:txBody>
          </p:sp>
          <p:sp>
            <p:nvSpPr>
              <p:cNvPr id="244" name="Freeform: Shape 107">
                <a:extLst>
                  <a:ext uri="{FF2B5EF4-FFF2-40B4-BE49-F238E27FC236}">
                    <a16:creationId xmlns:a16="http://schemas.microsoft.com/office/drawing/2014/main" id="{D5155863-55BC-DEF0-87BD-100763834EE1}"/>
                  </a:ext>
                </a:extLst>
              </p:cNvPr>
              <p:cNvSpPr/>
              <p:nvPr/>
            </p:nvSpPr>
            <p:spPr>
              <a:xfrm>
                <a:off x="11555549" y="480776"/>
                <a:ext cx="289716" cy="289717"/>
              </a:xfrm>
              <a:custGeom>
                <a:avLst/>
                <a:gdLst>
                  <a:gd name="connsiteX0" fmla="*/ 289717 w 289716"/>
                  <a:gd name="connsiteY0" fmla="*/ 144859 h 289717"/>
                  <a:gd name="connsiteX1" fmla="*/ 144858 w 289716"/>
                  <a:gd name="connsiteY1" fmla="*/ 289718 h 289717"/>
                  <a:gd name="connsiteX2" fmla="*/ 0 w 289716"/>
                  <a:gd name="connsiteY2" fmla="*/ 144859 h 289717"/>
                  <a:gd name="connsiteX3" fmla="*/ 144858 w 289716"/>
                  <a:gd name="connsiteY3" fmla="*/ 0 h 289717"/>
                  <a:gd name="connsiteX4" fmla="*/ 289717 w 289716"/>
                  <a:gd name="connsiteY4" fmla="*/ 144859 h 289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716" h="289717">
                    <a:moveTo>
                      <a:pt x="289717" y="144859"/>
                    </a:moveTo>
                    <a:cubicBezTo>
                      <a:pt x="289717" y="224862"/>
                      <a:pt x="224862" y="289718"/>
                      <a:pt x="144858" y="289718"/>
                    </a:cubicBezTo>
                    <a:cubicBezTo>
                      <a:pt x="64855" y="289718"/>
                      <a:pt x="0" y="224862"/>
                      <a:pt x="0" y="144859"/>
                    </a:cubicBezTo>
                    <a:cubicBezTo>
                      <a:pt x="0" y="64855"/>
                      <a:pt x="64855" y="0"/>
                      <a:pt x="144858" y="0"/>
                    </a:cubicBezTo>
                    <a:cubicBezTo>
                      <a:pt x="224862" y="0"/>
                      <a:pt x="289717" y="64855"/>
                      <a:pt x="289717" y="144859"/>
                    </a:cubicBezTo>
                    <a:close/>
                  </a:path>
                </a:pathLst>
              </a:custGeom>
              <a:noFill/>
              <a:ln w="43948" cap="flat">
                <a:solidFill>
                  <a:schemeClr val="bg1"/>
                </a:solidFill>
                <a:prstDash val="solid"/>
                <a:miter/>
              </a:ln>
            </p:spPr>
            <p:txBody>
              <a:bodyPr rtlCol="0" anchor="ctr"/>
              <a:lstStyle/>
              <a:p>
                <a:endParaRPr lang="en-US"/>
              </a:p>
            </p:txBody>
          </p:sp>
          <p:sp>
            <p:nvSpPr>
              <p:cNvPr id="245" name="Freeform: Shape 108">
                <a:extLst>
                  <a:ext uri="{FF2B5EF4-FFF2-40B4-BE49-F238E27FC236}">
                    <a16:creationId xmlns:a16="http://schemas.microsoft.com/office/drawing/2014/main" id="{33200030-847E-B318-BF5C-361F2D262480}"/>
                  </a:ext>
                </a:extLst>
              </p:cNvPr>
              <p:cNvSpPr/>
              <p:nvPr/>
            </p:nvSpPr>
            <p:spPr>
              <a:xfrm>
                <a:off x="11803588" y="487892"/>
                <a:ext cx="35071" cy="34562"/>
              </a:xfrm>
              <a:custGeom>
                <a:avLst/>
                <a:gdLst>
                  <a:gd name="connsiteX0" fmla="*/ 35071 w 35071"/>
                  <a:gd name="connsiteY0" fmla="*/ 0 h 34562"/>
                  <a:gd name="connsiteX1" fmla="*/ 0 w 35071"/>
                  <a:gd name="connsiteY1" fmla="*/ 34563 h 34562"/>
                </a:gdLst>
                <a:ahLst/>
                <a:cxnLst>
                  <a:cxn ang="0">
                    <a:pos x="connsiteX0" y="connsiteY0"/>
                  </a:cxn>
                  <a:cxn ang="0">
                    <a:pos x="connsiteX1" y="connsiteY1"/>
                  </a:cxn>
                </a:cxnLst>
                <a:rect l="l" t="t" r="r" b="b"/>
                <a:pathLst>
                  <a:path w="35071" h="34562">
                    <a:moveTo>
                      <a:pt x="35071" y="0"/>
                    </a:moveTo>
                    <a:lnTo>
                      <a:pt x="0" y="34563"/>
                    </a:lnTo>
                  </a:path>
                </a:pathLst>
              </a:custGeom>
              <a:ln w="43948" cap="flat">
                <a:solidFill>
                  <a:schemeClr val="bg1"/>
                </a:solidFill>
                <a:prstDash val="solid"/>
                <a:miter/>
              </a:ln>
            </p:spPr>
            <p:txBody>
              <a:bodyPr rtlCol="0" anchor="ctr"/>
              <a:lstStyle/>
              <a:p>
                <a:endParaRPr lang="en-US"/>
              </a:p>
            </p:txBody>
          </p:sp>
          <p:sp>
            <p:nvSpPr>
              <p:cNvPr id="246" name="Freeform: Shape 109">
                <a:extLst>
                  <a:ext uri="{FF2B5EF4-FFF2-40B4-BE49-F238E27FC236}">
                    <a16:creationId xmlns:a16="http://schemas.microsoft.com/office/drawing/2014/main" id="{F6119C99-8FA5-38DE-ACAD-58D684A72C0A}"/>
                  </a:ext>
                </a:extLst>
              </p:cNvPr>
              <p:cNvSpPr/>
              <p:nvPr/>
            </p:nvSpPr>
            <p:spPr>
              <a:xfrm>
                <a:off x="11562665" y="727290"/>
                <a:ext cx="36087" cy="36595"/>
              </a:xfrm>
              <a:custGeom>
                <a:avLst/>
                <a:gdLst>
                  <a:gd name="connsiteX0" fmla="*/ 36088 w 36087"/>
                  <a:gd name="connsiteY0" fmla="*/ 0 h 36595"/>
                  <a:gd name="connsiteX1" fmla="*/ 0 w 36087"/>
                  <a:gd name="connsiteY1" fmla="*/ 36596 h 36595"/>
                </a:gdLst>
                <a:ahLst/>
                <a:cxnLst>
                  <a:cxn ang="0">
                    <a:pos x="connsiteX0" y="connsiteY0"/>
                  </a:cxn>
                  <a:cxn ang="0">
                    <a:pos x="connsiteX1" y="connsiteY1"/>
                  </a:cxn>
                </a:cxnLst>
                <a:rect l="l" t="t" r="r" b="b"/>
                <a:pathLst>
                  <a:path w="36087" h="36595">
                    <a:moveTo>
                      <a:pt x="36088" y="0"/>
                    </a:moveTo>
                    <a:lnTo>
                      <a:pt x="0" y="36596"/>
                    </a:lnTo>
                  </a:path>
                </a:pathLst>
              </a:custGeom>
              <a:ln w="43948" cap="flat">
                <a:solidFill>
                  <a:schemeClr val="bg1"/>
                </a:solidFill>
                <a:prstDash val="solid"/>
                <a:miter/>
              </a:ln>
            </p:spPr>
            <p:txBody>
              <a:bodyPr rtlCol="0" anchor="ctr"/>
              <a:lstStyle/>
              <a:p>
                <a:endParaRPr lang="en-US"/>
              </a:p>
            </p:txBody>
          </p:sp>
          <p:sp>
            <p:nvSpPr>
              <p:cNvPr id="247" name="Freeform: Shape 111">
                <a:extLst>
                  <a:ext uri="{FF2B5EF4-FFF2-40B4-BE49-F238E27FC236}">
                    <a16:creationId xmlns:a16="http://schemas.microsoft.com/office/drawing/2014/main" id="{C3628CE0-05E4-46F1-953D-0BA997ACBCA3}"/>
                  </a:ext>
                </a:extLst>
              </p:cNvPr>
              <p:cNvSpPr/>
              <p:nvPr/>
            </p:nvSpPr>
            <p:spPr>
              <a:xfrm>
                <a:off x="11555549" y="480776"/>
                <a:ext cx="289716" cy="289717"/>
              </a:xfrm>
              <a:custGeom>
                <a:avLst/>
                <a:gdLst>
                  <a:gd name="connsiteX0" fmla="*/ 289717 w 289716"/>
                  <a:gd name="connsiteY0" fmla="*/ 144859 h 289717"/>
                  <a:gd name="connsiteX1" fmla="*/ 144858 w 289716"/>
                  <a:gd name="connsiteY1" fmla="*/ 289718 h 289717"/>
                  <a:gd name="connsiteX2" fmla="*/ 0 w 289716"/>
                  <a:gd name="connsiteY2" fmla="*/ 144859 h 289717"/>
                  <a:gd name="connsiteX3" fmla="*/ 144858 w 289716"/>
                  <a:gd name="connsiteY3" fmla="*/ 0 h 289717"/>
                  <a:gd name="connsiteX4" fmla="*/ 289717 w 289716"/>
                  <a:gd name="connsiteY4" fmla="*/ 144859 h 289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716" h="289717">
                    <a:moveTo>
                      <a:pt x="289717" y="144859"/>
                    </a:moveTo>
                    <a:cubicBezTo>
                      <a:pt x="289717" y="224862"/>
                      <a:pt x="224862" y="289718"/>
                      <a:pt x="144858" y="289718"/>
                    </a:cubicBezTo>
                    <a:cubicBezTo>
                      <a:pt x="64855" y="289718"/>
                      <a:pt x="0" y="224862"/>
                      <a:pt x="0" y="144859"/>
                    </a:cubicBezTo>
                    <a:cubicBezTo>
                      <a:pt x="0" y="64855"/>
                      <a:pt x="64855" y="0"/>
                      <a:pt x="144858" y="0"/>
                    </a:cubicBezTo>
                    <a:cubicBezTo>
                      <a:pt x="224862" y="0"/>
                      <a:pt x="289717" y="64855"/>
                      <a:pt x="289717" y="144859"/>
                    </a:cubicBezTo>
                    <a:close/>
                  </a:path>
                </a:pathLst>
              </a:custGeom>
              <a:noFill/>
              <a:ln w="43948" cap="flat">
                <a:solidFill>
                  <a:schemeClr val="bg1"/>
                </a:solidFill>
                <a:prstDash val="solid"/>
                <a:miter/>
              </a:ln>
            </p:spPr>
            <p:txBody>
              <a:bodyPr rtlCol="0" anchor="ctr"/>
              <a:lstStyle/>
              <a:p>
                <a:endParaRPr lang="en-US"/>
              </a:p>
            </p:txBody>
          </p:sp>
          <p:sp>
            <p:nvSpPr>
              <p:cNvPr id="248" name="Freeform: Shape 112">
                <a:extLst>
                  <a:ext uri="{FF2B5EF4-FFF2-40B4-BE49-F238E27FC236}">
                    <a16:creationId xmlns:a16="http://schemas.microsoft.com/office/drawing/2014/main" id="{F0E42059-3F8F-D553-D689-12ECF59171F9}"/>
                  </a:ext>
                </a:extLst>
              </p:cNvPr>
              <p:cNvSpPr/>
              <p:nvPr/>
            </p:nvSpPr>
            <p:spPr>
              <a:xfrm>
                <a:off x="11631791" y="557018"/>
                <a:ext cx="137234" cy="137234"/>
              </a:xfrm>
              <a:custGeom>
                <a:avLst/>
                <a:gdLst>
                  <a:gd name="connsiteX0" fmla="*/ 137234 w 137234"/>
                  <a:gd name="connsiteY0" fmla="*/ 68617 h 137234"/>
                  <a:gd name="connsiteX1" fmla="*/ 68617 w 137234"/>
                  <a:gd name="connsiteY1" fmla="*/ 137235 h 137234"/>
                  <a:gd name="connsiteX2" fmla="*/ 0 w 137234"/>
                  <a:gd name="connsiteY2" fmla="*/ 68617 h 137234"/>
                  <a:gd name="connsiteX3" fmla="*/ 68617 w 137234"/>
                  <a:gd name="connsiteY3" fmla="*/ 0 h 137234"/>
                  <a:gd name="connsiteX4" fmla="*/ 137234 w 137234"/>
                  <a:gd name="connsiteY4" fmla="*/ 68617 h 137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234" h="137234">
                    <a:moveTo>
                      <a:pt x="137234" y="68617"/>
                    </a:moveTo>
                    <a:cubicBezTo>
                      <a:pt x="137234" y="106514"/>
                      <a:pt x="106513" y="137235"/>
                      <a:pt x="68617" y="137235"/>
                    </a:cubicBezTo>
                    <a:cubicBezTo>
                      <a:pt x="30721" y="137235"/>
                      <a:pt x="0" y="106514"/>
                      <a:pt x="0" y="68617"/>
                    </a:cubicBezTo>
                    <a:cubicBezTo>
                      <a:pt x="0" y="30721"/>
                      <a:pt x="30721" y="0"/>
                      <a:pt x="68617" y="0"/>
                    </a:cubicBezTo>
                    <a:cubicBezTo>
                      <a:pt x="106513" y="0"/>
                      <a:pt x="137234" y="30721"/>
                      <a:pt x="137234" y="68617"/>
                    </a:cubicBezTo>
                    <a:close/>
                  </a:path>
                </a:pathLst>
              </a:custGeom>
              <a:noFill/>
              <a:ln w="43948" cap="flat">
                <a:solidFill>
                  <a:schemeClr val="bg1"/>
                </a:solidFill>
                <a:prstDash val="solid"/>
                <a:miter/>
              </a:ln>
            </p:spPr>
            <p:txBody>
              <a:bodyPr rtlCol="0" anchor="ctr"/>
              <a:lstStyle/>
              <a:p>
                <a:endParaRPr lang="en-US"/>
              </a:p>
            </p:txBody>
          </p:sp>
        </p:grpSp>
      </p:grpSp>
      <p:grpSp>
        <p:nvGrpSpPr>
          <p:cNvPr id="288" name="Groupe 287">
            <a:extLst>
              <a:ext uri="{FF2B5EF4-FFF2-40B4-BE49-F238E27FC236}">
                <a16:creationId xmlns:a16="http://schemas.microsoft.com/office/drawing/2014/main" id="{79F27AFE-CA44-07A2-8324-F33427B2FEDB}"/>
              </a:ext>
            </a:extLst>
          </p:cNvPr>
          <p:cNvGrpSpPr>
            <a:grpSpLocks noChangeAspect="1"/>
          </p:cNvGrpSpPr>
          <p:nvPr/>
        </p:nvGrpSpPr>
        <p:grpSpPr>
          <a:xfrm>
            <a:off x="2768172" y="1864274"/>
            <a:ext cx="800000" cy="720000"/>
            <a:chOff x="2768172" y="1815634"/>
            <a:chExt cx="760000" cy="684000"/>
          </a:xfrm>
        </p:grpSpPr>
        <p:sp>
          <p:nvSpPr>
            <p:cNvPr id="15" name="TextBox 8">
              <a:extLst>
                <a:ext uri="{FF2B5EF4-FFF2-40B4-BE49-F238E27FC236}">
                  <a16:creationId xmlns:a16="http://schemas.microsoft.com/office/drawing/2014/main" id="{8C9DAC84-1219-6E2F-C311-617F1085AAFA}"/>
                </a:ext>
                <a:ext uri="{C183D7F6-B498-43B3-948B-1728B52AA6E4}">
                  <adec:decorative xmlns:adec="http://schemas.microsoft.com/office/drawing/2017/decorative" val="1"/>
                </a:ext>
              </a:extLst>
            </p:cNvPr>
            <p:cNvSpPr txBox="1"/>
            <p:nvPr/>
          </p:nvSpPr>
          <p:spPr>
            <a:xfrm>
              <a:off x="2768172" y="1815634"/>
              <a:ext cx="760000" cy="684000"/>
            </a:xfrm>
            <a:prstGeom prst="rect">
              <a:avLst/>
            </a:prstGeom>
            <a:solidFill>
              <a:schemeClr val="accent4"/>
            </a:solidFill>
            <a:ln w="12700">
              <a:solidFill>
                <a:schemeClr val="accent4"/>
              </a:solidFill>
            </a:ln>
          </p:spPr>
          <p:txBody>
            <a:bodyPr wrap="square" lIns="91440" tIns="45720" rIns="91440" bIns="45720" rtlCol="0">
              <a:noAutofit/>
            </a:bodyPr>
            <a:lstStyle/>
            <a:p>
              <a:pPr algn="l"/>
              <a:endParaRPr lang="en-IN" dirty="0">
                <a:solidFill>
                  <a:schemeClr val="accent3"/>
                </a:solidFill>
              </a:endParaRPr>
            </a:p>
          </p:txBody>
        </p:sp>
        <p:grpSp>
          <p:nvGrpSpPr>
            <p:cNvPr id="249" name="Group 177">
              <a:extLst>
                <a:ext uri="{FF2B5EF4-FFF2-40B4-BE49-F238E27FC236}">
                  <a16:creationId xmlns:a16="http://schemas.microsoft.com/office/drawing/2014/main" id="{556A0F48-800F-8870-FC77-07F612F4B42C}"/>
                </a:ext>
              </a:extLst>
            </p:cNvPr>
            <p:cNvGrpSpPr>
              <a:grpSpLocks noChangeAspect="1"/>
            </p:cNvGrpSpPr>
            <p:nvPr/>
          </p:nvGrpSpPr>
          <p:grpSpPr>
            <a:xfrm>
              <a:off x="2888328" y="1892498"/>
              <a:ext cx="526805" cy="540000"/>
              <a:chOff x="11348173" y="259168"/>
              <a:chExt cx="547921" cy="561645"/>
            </a:xfrm>
          </p:grpSpPr>
          <p:sp>
            <p:nvSpPr>
              <p:cNvPr id="250" name="Freeform: Shape 91">
                <a:extLst>
                  <a:ext uri="{FF2B5EF4-FFF2-40B4-BE49-F238E27FC236}">
                    <a16:creationId xmlns:a16="http://schemas.microsoft.com/office/drawing/2014/main" id="{77D17C80-CB78-8798-D3F7-3CD52C0B030D}"/>
                  </a:ext>
                </a:extLst>
              </p:cNvPr>
              <p:cNvSpPr/>
              <p:nvPr/>
            </p:nvSpPr>
            <p:spPr>
              <a:xfrm>
                <a:off x="11348173" y="259168"/>
                <a:ext cx="281584" cy="423902"/>
              </a:xfrm>
              <a:custGeom>
                <a:avLst/>
                <a:gdLst>
                  <a:gd name="connsiteX0" fmla="*/ 281585 w 281584"/>
                  <a:gd name="connsiteY0" fmla="*/ 81324 h 423902"/>
                  <a:gd name="connsiteX1" fmla="*/ 140792 w 281584"/>
                  <a:gd name="connsiteY1" fmla="*/ 162140 h 423902"/>
                  <a:gd name="connsiteX2" fmla="*/ 0 w 281584"/>
                  <a:gd name="connsiteY2" fmla="*/ 81324 h 423902"/>
                  <a:gd name="connsiteX3" fmla="*/ 140792 w 281584"/>
                  <a:gd name="connsiteY3" fmla="*/ 0 h 423902"/>
                  <a:gd name="connsiteX4" fmla="*/ 281585 w 281584"/>
                  <a:gd name="connsiteY4" fmla="*/ 81324 h 423902"/>
                  <a:gd name="connsiteX5" fmla="*/ 281585 w 281584"/>
                  <a:gd name="connsiteY5" fmla="*/ 246514 h 423902"/>
                  <a:gd name="connsiteX6" fmla="*/ 281585 w 281584"/>
                  <a:gd name="connsiteY6" fmla="*/ 175864 h 423902"/>
                  <a:gd name="connsiteX7" fmla="*/ 0 w 281584"/>
                  <a:gd name="connsiteY7" fmla="*/ 162140 h 423902"/>
                  <a:gd name="connsiteX8" fmla="*/ 0 w 281584"/>
                  <a:gd name="connsiteY8" fmla="*/ 256680 h 423902"/>
                  <a:gd name="connsiteX9" fmla="*/ 140792 w 281584"/>
                  <a:gd name="connsiteY9" fmla="*/ 337496 h 423902"/>
                  <a:gd name="connsiteX10" fmla="*/ 208393 w 281584"/>
                  <a:gd name="connsiteY10" fmla="*/ 327838 h 423902"/>
                  <a:gd name="connsiteX11" fmla="*/ 0 w 281584"/>
                  <a:gd name="connsiteY11" fmla="*/ 248547 h 423902"/>
                  <a:gd name="connsiteX12" fmla="*/ 0 w 281584"/>
                  <a:gd name="connsiteY12" fmla="*/ 343087 h 423902"/>
                  <a:gd name="connsiteX13" fmla="*/ 140792 w 281584"/>
                  <a:gd name="connsiteY13" fmla="*/ 423903 h 423902"/>
                  <a:gd name="connsiteX14" fmla="*/ 215509 w 281584"/>
                  <a:gd name="connsiteY14" fmla="*/ 411704 h 423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1584" h="423902">
                    <a:moveTo>
                      <a:pt x="281585" y="81324"/>
                    </a:moveTo>
                    <a:cubicBezTo>
                      <a:pt x="281585" y="126053"/>
                      <a:pt x="218558" y="162140"/>
                      <a:pt x="140792" y="162140"/>
                    </a:cubicBezTo>
                    <a:cubicBezTo>
                      <a:pt x="63026" y="162140"/>
                      <a:pt x="0" y="126053"/>
                      <a:pt x="0" y="81324"/>
                    </a:cubicBezTo>
                    <a:cubicBezTo>
                      <a:pt x="0" y="36596"/>
                      <a:pt x="63026" y="0"/>
                      <a:pt x="140792" y="0"/>
                    </a:cubicBezTo>
                    <a:cubicBezTo>
                      <a:pt x="218558" y="0"/>
                      <a:pt x="281585" y="36596"/>
                      <a:pt x="281585" y="81324"/>
                    </a:cubicBezTo>
                    <a:close/>
                    <a:moveTo>
                      <a:pt x="281585" y="246514"/>
                    </a:moveTo>
                    <a:lnTo>
                      <a:pt x="281585" y="175864"/>
                    </a:lnTo>
                    <a:moveTo>
                      <a:pt x="0" y="162140"/>
                    </a:moveTo>
                    <a:lnTo>
                      <a:pt x="0" y="256680"/>
                    </a:lnTo>
                    <a:cubicBezTo>
                      <a:pt x="0" y="301408"/>
                      <a:pt x="63026" y="337496"/>
                      <a:pt x="140792" y="337496"/>
                    </a:cubicBezTo>
                    <a:cubicBezTo>
                      <a:pt x="165190" y="337496"/>
                      <a:pt x="188062" y="333938"/>
                      <a:pt x="208393" y="327838"/>
                    </a:cubicBezTo>
                    <a:moveTo>
                      <a:pt x="0" y="248547"/>
                    </a:moveTo>
                    <a:lnTo>
                      <a:pt x="0" y="343087"/>
                    </a:lnTo>
                    <a:cubicBezTo>
                      <a:pt x="0" y="387815"/>
                      <a:pt x="63026" y="423903"/>
                      <a:pt x="140792" y="423903"/>
                    </a:cubicBezTo>
                    <a:cubicBezTo>
                      <a:pt x="168239" y="423903"/>
                      <a:pt x="194161" y="419328"/>
                      <a:pt x="215509" y="411704"/>
                    </a:cubicBezTo>
                  </a:path>
                </a:pathLst>
              </a:custGeom>
              <a:noFill/>
              <a:ln w="43948" cap="flat">
                <a:solidFill>
                  <a:schemeClr val="bg1"/>
                </a:solidFill>
                <a:prstDash val="solid"/>
                <a:miter/>
              </a:ln>
            </p:spPr>
            <p:txBody>
              <a:bodyPr rtlCol="0" anchor="ctr"/>
              <a:lstStyle/>
              <a:p>
                <a:endParaRPr lang="en-US"/>
              </a:p>
            </p:txBody>
          </p:sp>
          <p:sp>
            <p:nvSpPr>
              <p:cNvPr id="251" name="Freeform: Shape 92">
                <a:extLst>
                  <a:ext uri="{FF2B5EF4-FFF2-40B4-BE49-F238E27FC236}">
                    <a16:creationId xmlns:a16="http://schemas.microsoft.com/office/drawing/2014/main" id="{52A14879-3FAE-042B-1F3C-B5FBE92C9351}"/>
                  </a:ext>
                </a:extLst>
              </p:cNvPr>
              <p:cNvSpPr/>
              <p:nvPr/>
            </p:nvSpPr>
            <p:spPr>
              <a:xfrm>
                <a:off x="11436105" y="330835"/>
                <a:ext cx="105721" cy="22364"/>
              </a:xfrm>
              <a:custGeom>
                <a:avLst/>
                <a:gdLst>
                  <a:gd name="connsiteX0" fmla="*/ 105721 w 105721"/>
                  <a:gd name="connsiteY0" fmla="*/ 11182 h 22364"/>
                  <a:gd name="connsiteX1" fmla="*/ 52861 w 105721"/>
                  <a:gd name="connsiteY1" fmla="*/ 22364 h 22364"/>
                  <a:gd name="connsiteX2" fmla="*/ 0 w 105721"/>
                  <a:gd name="connsiteY2" fmla="*/ 11182 h 22364"/>
                  <a:gd name="connsiteX3" fmla="*/ 52861 w 105721"/>
                  <a:gd name="connsiteY3" fmla="*/ 0 h 22364"/>
                  <a:gd name="connsiteX4" fmla="*/ 105721 w 105721"/>
                  <a:gd name="connsiteY4" fmla="*/ 11182 h 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21" h="22364">
                    <a:moveTo>
                      <a:pt x="105721" y="11182"/>
                    </a:moveTo>
                    <a:cubicBezTo>
                      <a:pt x="105721" y="17281"/>
                      <a:pt x="81832" y="22364"/>
                      <a:pt x="52861" y="22364"/>
                    </a:cubicBezTo>
                    <a:cubicBezTo>
                      <a:pt x="23889" y="22364"/>
                      <a:pt x="0" y="17281"/>
                      <a:pt x="0" y="11182"/>
                    </a:cubicBezTo>
                    <a:cubicBezTo>
                      <a:pt x="0" y="5083"/>
                      <a:pt x="23889" y="0"/>
                      <a:pt x="52861" y="0"/>
                    </a:cubicBezTo>
                    <a:cubicBezTo>
                      <a:pt x="81832" y="0"/>
                      <a:pt x="105721" y="5083"/>
                      <a:pt x="105721" y="11182"/>
                    </a:cubicBezTo>
                    <a:close/>
                  </a:path>
                </a:pathLst>
              </a:custGeom>
              <a:noFill/>
              <a:ln w="43948" cap="flat">
                <a:solidFill>
                  <a:schemeClr val="bg1"/>
                </a:solidFill>
                <a:prstDash val="solid"/>
                <a:miter/>
              </a:ln>
            </p:spPr>
            <p:txBody>
              <a:bodyPr rtlCol="0" anchor="ctr"/>
              <a:lstStyle/>
              <a:p>
                <a:endParaRPr lang="en-US"/>
              </a:p>
            </p:txBody>
          </p:sp>
          <p:sp>
            <p:nvSpPr>
              <p:cNvPr id="252" name="Freeform: Shape 93">
                <a:extLst>
                  <a:ext uri="{FF2B5EF4-FFF2-40B4-BE49-F238E27FC236}">
                    <a16:creationId xmlns:a16="http://schemas.microsoft.com/office/drawing/2014/main" id="{660E3A97-4EB1-BF24-A505-26CA0436D0C7}"/>
                  </a:ext>
                </a:extLst>
              </p:cNvPr>
              <p:cNvSpPr/>
              <p:nvPr/>
            </p:nvSpPr>
            <p:spPr>
              <a:xfrm>
                <a:off x="11348173" y="333376"/>
                <a:ext cx="281584" cy="175355"/>
              </a:xfrm>
              <a:custGeom>
                <a:avLst/>
                <a:gdLst>
                  <a:gd name="connsiteX0" fmla="*/ 0 w 281584"/>
                  <a:gd name="connsiteY0" fmla="*/ 0 h 175355"/>
                  <a:gd name="connsiteX1" fmla="*/ 0 w 281584"/>
                  <a:gd name="connsiteY1" fmla="*/ 94539 h 175355"/>
                  <a:gd name="connsiteX2" fmla="*/ 140792 w 281584"/>
                  <a:gd name="connsiteY2" fmla="*/ 175355 h 175355"/>
                  <a:gd name="connsiteX3" fmla="*/ 281585 w 281584"/>
                  <a:gd name="connsiteY3" fmla="*/ 94539 h 175355"/>
                  <a:gd name="connsiteX4" fmla="*/ 281585 w 281584"/>
                  <a:gd name="connsiteY4" fmla="*/ 13723 h 175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584" h="175355">
                    <a:moveTo>
                      <a:pt x="0" y="0"/>
                    </a:moveTo>
                    <a:lnTo>
                      <a:pt x="0" y="94539"/>
                    </a:lnTo>
                    <a:cubicBezTo>
                      <a:pt x="0" y="139268"/>
                      <a:pt x="63026" y="175355"/>
                      <a:pt x="140792" y="175355"/>
                    </a:cubicBezTo>
                    <a:cubicBezTo>
                      <a:pt x="218558" y="175355"/>
                      <a:pt x="281585" y="139268"/>
                      <a:pt x="281585" y="94539"/>
                    </a:cubicBezTo>
                    <a:lnTo>
                      <a:pt x="281585" y="13723"/>
                    </a:lnTo>
                  </a:path>
                </a:pathLst>
              </a:custGeom>
              <a:noFill/>
              <a:ln w="43948" cap="flat">
                <a:solidFill>
                  <a:schemeClr val="bg1"/>
                </a:solidFill>
                <a:prstDash val="solid"/>
                <a:miter/>
              </a:ln>
            </p:spPr>
            <p:txBody>
              <a:bodyPr rtlCol="0" anchor="ctr"/>
              <a:lstStyle/>
              <a:p>
                <a:endParaRPr lang="en-US"/>
              </a:p>
            </p:txBody>
          </p:sp>
          <p:sp>
            <p:nvSpPr>
              <p:cNvPr id="253" name="Freeform: Shape 96">
                <a:extLst>
                  <a:ext uri="{FF2B5EF4-FFF2-40B4-BE49-F238E27FC236}">
                    <a16:creationId xmlns:a16="http://schemas.microsoft.com/office/drawing/2014/main" id="{1B7CDD00-1376-B722-8A17-99DE22CD7224}"/>
                  </a:ext>
                </a:extLst>
              </p:cNvPr>
              <p:cNvSpPr/>
              <p:nvPr/>
            </p:nvSpPr>
            <p:spPr>
              <a:xfrm>
                <a:off x="11841709" y="625635"/>
                <a:ext cx="54385" cy="5082"/>
              </a:xfrm>
              <a:custGeom>
                <a:avLst/>
                <a:gdLst>
                  <a:gd name="connsiteX0" fmla="*/ 54385 w 54385"/>
                  <a:gd name="connsiteY0" fmla="*/ 0 h 5082"/>
                  <a:gd name="connsiteX1" fmla="*/ 0 w 54385"/>
                  <a:gd name="connsiteY1" fmla="*/ 0 h 5082"/>
                </a:gdLst>
                <a:ahLst/>
                <a:cxnLst>
                  <a:cxn ang="0">
                    <a:pos x="connsiteX0" y="connsiteY0"/>
                  </a:cxn>
                  <a:cxn ang="0">
                    <a:pos x="connsiteX1" y="connsiteY1"/>
                  </a:cxn>
                </a:cxnLst>
                <a:rect l="l" t="t" r="r" b="b"/>
                <a:pathLst>
                  <a:path w="54385" h="5082">
                    <a:moveTo>
                      <a:pt x="54385" y="0"/>
                    </a:moveTo>
                    <a:lnTo>
                      <a:pt x="0" y="0"/>
                    </a:lnTo>
                  </a:path>
                </a:pathLst>
              </a:custGeom>
              <a:ln w="43948" cap="flat">
                <a:solidFill>
                  <a:schemeClr val="bg1"/>
                </a:solidFill>
                <a:prstDash val="solid"/>
                <a:miter/>
              </a:ln>
            </p:spPr>
            <p:txBody>
              <a:bodyPr rtlCol="0" anchor="ctr"/>
              <a:lstStyle/>
              <a:p>
                <a:endParaRPr lang="en-US"/>
              </a:p>
            </p:txBody>
          </p:sp>
          <p:sp>
            <p:nvSpPr>
              <p:cNvPr id="254" name="Freeform: Shape 97">
                <a:extLst>
                  <a:ext uri="{FF2B5EF4-FFF2-40B4-BE49-F238E27FC236}">
                    <a16:creationId xmlns:a16="http://schemas.microsoft.com/office/drawing/2014/main" id="{74A23CCE-7F91-5572-5F00-073A03A08997}"/>
                  </a:ext>
                </a:extLst>
              </p:cNvPr>
              <p:cNvSpPr/>
              <p:nvPr/>
            </p:nvSpPr>
            <p:spPr>
              <a:xfrm>
                <a:off x="11505230" y="625635"/>
                <a:ext cx="51844" cy="5082"/>
              </a:xfrm>
              <a:custGeom>
                <a:avLst/>
                <a:gdLst>
                  <a:gd name="connsiteX0" fmla="*/ 51844 w 51844"/>
                  <a:gd name="connsiteY0" fmla="*/ 0 h 5082"/>
                  <a:gd name="connsiteX1" fmla="*/ 0 w 51844"/>
                  <a:gd name="connsiteY1" fmla="*/ 0 h 5082"/>
                </a:gdLst>
                <a:ahLst/>
                <a:cxnLst>
                  <a:cxn ang="0">
                    <a:pos x="connsiteX0" y="connsiteY0"/>
                  </a:cxn>
                  <a:cxn ang="0">
                    <a:pos x="connsiteX1" y="connsiteY1"/>
                  </a:cxn>
                </a:cxnLst>
                <a:rect l="l" t="t" r="r" b="b"/>
                <a:pathLst>
                  <a:path w="51844" h="5082">
                    <a:moveTo>
                      <a:pt x="51844" y="0"/>
                    </a:moveTo>
                    <a:lnTo>
                      <a:pt x="0" y="0"/>
                    </a:lnTo>
                  </a:path>
                </a:pathLst>
              </a:custGeom>
              <a:ln w="43948" cap="flat">
                <a:solidFill>
                  <a:schemeClr val="bg1"/>
                </a:solidFill>
                <a:prstDash val="solid"/>
                <a:miter/>
              </a:ln>
            </p:spPr>
            <p:txBody>
              <a:bodyPr rtlCol="0" anchor="ctr"/>
              <a:lstStyle/>
              <a:p>
                <a:endParaRPr lang="en-US"/>
              </a:p>
            </p:txBody>
          </p:sp>
          <p:sp>
            <p:nvSpPr>
              <p:cNvPr id="255" name="Freeform: Shape 99">
                <a:extLst>
                  <a:ext uri="{FF2B5EF4-FFF2-40B4-BE49-F238E27FC236}">
                    <a16:creationId xmlns:a16="http://schemas.microsoft.com/office/drawing/2014/main" id="{87709ABF-9E93-C445-3E5C-87A72CB05365}"/>
                  </a:ext>
                </a:extLst>
              </p:cNvPr>
              <p:cNvSpPr/>
              <p:nvPr/>
            </p:nvSpPr>
            <p:spPr>
              <a:xfrm>
                <a:off x="11700408" y="430457"/>
                <a:ext cx="5082" cy="50827"/>
              </a:xfrm>
              <a:custGeom>
                <a:avLst/>
                <a:gdLst>
                  <a:gd name="connsiteX0" fmla="*/ 0 w 5082"/>
                  <a:gd name="connsiteY0" fmla="*/ 0 h 50827"/>
                  <a:gd name="connsiteX1" fmla="*/ 0 w 5082"/>
                  <a:gd name="connsiteY1" fmla="*/ 50828 h 50827"/>
                </a:gdLst>
                <a:ahLst/>
                <a:cxnLst>
                  <a:cxn ang="0">
                    <a:pos x="connsiteX0" y="connsiteY0"/>
                  </a:cxn>
                  <a:cxn ang="0">
                    <a:pos x="connsiteX1" y="connsiteY1"/>
                  </a:cxn>
                </a:cxnLst>
                <a:rect l="l" t="t" r="r" b="b"/>
                <a:pathLst>
                  <a:path w="5082" h="50827">
                    <a:moveTo>
                      <a:pt x="0" y="0"/>
                    </a:moveTo>
                    <a:lnTo>
                      <a:pt x="0" y="50828"/>
                    </a:lnTo>
                  </a:path>
                </a:pathLst>
              </a:custGeom>
              <a:ln w="43948" cap="flat">
                <a:solidFill>
                  <a:schemeClr val="bg1"/>
                </a:solidFill>
                <a:prstDash val="solid"/>
                <a:miter/>
              </a:ln>
            </p:spPr>
            <p:txBody>
              <a:bodyPr rtlCol="0" anchor="ctr"/>
              <a:lstStyle/>
              <a:p>
                <a:endParaRPr lang="en-US"/>
              </a:p>
            </p:txBody>
          </p:sp>
          <p:sp>
            <p:nvSpPr>
              <p:cNvPr id="256" name="Freeform: Shape 100">
                <a:extLst>
                  <a:ext uri="{FF2B5EF4-FFF2-40B4-BE49-F238E27FC236}">
                    <a16:creationId xmlns:a16="http://schemas.microsoft.com/office/drawing/2014/main" id="{0EDFFE1A-E264-E0CA-430B-964D048ADD76}"/>
                  </a:ext>
                </a:extLst>
              </p:cNvPr>
              <p:cNvSpPr/>
              <p:nvPr/>
            </p:nvSpPr>
            <p:spPr>
              <a:xfrm>
                <a:off x="11700408" y="773544"/>
                <a:ext cx="5082" cy="47269"/>
              </a:xfrm>
              <a:custGeom>
                <a:avLst/>
                <a:gdLst>
                  <a:gd name="connsiteX0" fmla="*/ 0 w 5082"/>
                  <a:gd name="connsiteY0" fmla="*/ 0 h 47269"/>
                  <a:gd name="connsiteX1" fmla="*/ 0 w 5082"/>
                  <a:gd name="connsiteY1" fmla="*/ 47270 h 47269"/>
                </a:gdLst>
                <a:ahLst/>
                <a:cxnLst>
                  <a:cxn ang="0">
                    <a:pos x="connsiteX0" y="connsiteY0"/>
                  </a:cxn>
                  <a:cxn ang="0">
                    <a:pos x="connsiteX1" y="connsiteY1"/>
                  </a:cxn>
                </a:cxnLst>
                <a:rect l="l" t="t" r="r" b="b"/>
                <a:pathLst>
                  <a:path w="5082" h="47269">
                    <a:moveTo>
                      <a:pt x="0" y="0"/>
                    </a:moveTo>
                    <a:lnTo>
                      <a:pt x="0" y="47270"/>
                    </a:lnTo>
                  </a:path>
                </a:pathLst>
              </a:custGeom>
              <a:ln w="43948" cap="flat">
                <a:solidFill>
                  <a:schemeClr val="bg1"/>
                </a:solidFill>
                <a:prstDash val="solid"/>
                <a:miter/>
              </a:ln>
            </p:spPr>
            <p:txBody>
              <a:bodyPr rtlCol="0" anchor="ctr"/>
              <a:lstStyle/>
              <a:p>
                <a:endParaRPr lang="en-US"/>
              </a:p>
            </p:txBody>
          </p:sp>
          <p:sp>
            <p:nvSpPr>
              <p:cNvPr id="257" name="Freeform: Shape 101">
                <a:extLst>
                  <a:ext uri="{FF2B5EF4-FFF2-40B4-BE49-F238E27FC236}">
                    <a16:creationId xmlns:a16="http://schemas.microsoft.com/office/drawing/2014/main" id="{1C66C2CD-74FC-7614-C378-B931C1524653}"/>
                  </a:ext>
                </a:extLst>
              </p:cNvPr>
              <p:cNvSpPr/>
              <p:nvPr/>
            </p:nvSpPr>
            <p:spPr>
              <a:xfrm>
                <a:off x="11700408" y="430457"/>
                <a:ext cx="5082" cy="7115"/>
              </a:xfrm>
              <a:custGeom>
                <a:avLst/>
                <a:gdLst>
                  <a:gd name="connsiteX0" fmla="*/ 0 w 5082"/>
                  <a:gd name="connsiteY0" fmla="*/ 0 h 7115"/>
                  <a:gd name="connsiteX1" fmla="*/ 0 w 5082"/>
                  <a:gd name="connsiteY1" fmla="*/ 7116 h 7115"/>
                </a:gdLst>
                <a:ahLst/>
                <a:cxnLst>
                  <a:cxn ang="0">
                    <a:pos x="connsiteX0" y="connsiteY0"/>
                  </a:cxn>
                  <a:cxn ang="0">
                    <a:pos x="connsiteX1" y="connsiteY1"/>
                  </a:cxn>
                </a:cxnLst>
                <a:rect l="l" t="t" r="r" b="b"/>
                <a:pathLst>
                  <a:path w="5082" h="7115">
                    <a:moveTo>
                      <a:pt x="0" y="0"/>
                    </a:moveTo>
                    <a:lnTo>
                      <a:pt x="0" y="7116"/>
                    </a:lnTo>
                  </a:path>
                </a:pathLst>
              </a:custGeom>
              <a:ln w="43948" cap="flat">
                <a:solidFill>
                  <a:schemeClr val="bg1"/>
                </a:solidFill>
                <a:prstDash val="solid"/>
                <a:miter/>
              </a:ln>
            </p:spPr>
            <p:txBody>
              <a:bodyPr rtlCol="0" anchor="ctr"/>
              <a:lstStyle/>
              <a:p>
                <a:endParaRPr lang="en-US"/>
              </a:p>
            </p:txBody>
          </p:sp>
          <p:sp>
            <p:nvSpPr>
              <p:cNvPr id="258" name="Freeform: Shape 103">
                <a:extLst>
                  <a:ext uri="{FF2B5EF4-FFF2-40B4-BE49-F238E27FC236}">
                    <a16:creationId xmlns:a16="http://schemas.microsoft.com/office/drawing/2014/main" id="{308D1150-3C96-668C-A7FA-B9E7D367082A}"/>
                  </a:ext>
                </a:extLst>
              </p:cNvPr>
              <p:cNvSpPr/>
              <p:nvPr/>
            </p:nvSpPr>
            <p:spPr>
              <a:xfrm>
                <a:off x="11803080" y="727799"/>
                <a:ext cx="35579" cy="36087"/>
              </a:xfrm>
              <a:custGeom>
                <a:avLst/>
                <a:gdLst>
                  <a:gd name="connsiteX0" fmla="*/ 0 w 35579"/>
                  <a:gd name="connsiteY0" fmla="*/ 0 h 36087"/>
                  <a:gd name="connsiteX1" fmla="*/ 35579 w 35579"/>
                  <a:gd name="connsiteY1" fmla="*/ 36088 h 36087"/>
                </a:gdLst>
                <a:ahLst/>
                <a:cxnLst>
                  <a:cxn ang="0">
                    <a:pos x="connsiteX0" y="connsiteY0"/>
                  </a:cxn>
                  <a:cxn ang="0">
                    <a:pos x="connsiteX1" y="connsiteY1"/>
                  </a:cxn>
                </a:cxnLst>
                <a:rect l="l" t="t" r="r" b="b"/>
                <a:pathLst>
                  <a:path w="35579" h="36087">
                    <a:moveTo>
                      <a:pt x="0" y="0"/>
                    </a:moveTo>
                    <a:lnTo>
                      <a:pt x="35579" y="36088"/>
                    </a:lnTo>
                  </a:path>
                </a:pathLst>
              </a:custGeom>
              <a:ln w="43948" cap="flat">
                <a:solidFill>
                  <a:schemeClr val="bg1"/>
                </a:solidFill>
                <a:prstDash val="solid"/>
                <a:miter/>
              </a:ln>
            </p:spPr>
            <p:txBody>
              <a:bodyPr rtlCol="0" anchor="ctr"/>
              <a:lstStyle/>
              <a:p>
                <a:endParaRPr lang="en-US"/>
              </a:p>
            </p:txBody>
          </p:sp>
          <p:sp>
            <p:nvSpPr>
              <p:cNvPr id="259" name="Freeform: Shape 104">
                <a:extLst>
                  <a:ext uri="{FF2B5EF4-FFF2-40B4-BE49-F238E27FC236}">
                    <a16:creationId xmlns:a16="http://schemas.microsoft.com/office/drawing/2014/main" id="{6295EB80-FB46-47D3-2322-0517A48F656D}"/>
                  </a:ext>
                </a:extLst>
              </p:cNvPr>
              <p:cNvSpPr/>
              <p:nvPr/>
            </p:nvSpPr>
            <p:spPr>
              <a:xfrm>
                <a:off x="11562665" y="487892"/>
                <a:ext cx="39645" cy="39137"/>
              </a:xfrm>
              <a:custGeom>
                <a:avLst/>
                <a:gdLst>
                  <a:gd name="connsiteX0" fmla="*/ 0 w 39645"/>
                  <a:gd name="connsiteY0" fmla="*/ 0 h 39137"/>
                  <a:gd name="connsiteX1" fmla="*/ 39645 w 39645"/>
                  <a:gd name="connsiteY1" fmla="*/ 39137 h 39137"/>
                </a:gdLst>
                <a:ahLst/>
                <a:cxnLst>
                  <a:cxn ang="0">
                    <a:pos x="connsiteX0" y="connsiteY0"/>
                  </a:cxn>
                  <a:cxn ang="0">
                    <a:pos x="connsiteX1" y="connsiteY1"/>
                  </a:cxn>
                </a:cxnLst>
                <a:rect l="l" t="t" r="r" b="b"/>
                <a:pathLst>
                  <a:path w="39645" h="39137">
                    <a:moveTo>
                      <a:pt x="0" y="0"/>
                    </a:moveTo>
                    <a:lnTo>
                      <a:pt x="39645" y="39137"/>
                    </a:lnTo>
                  </a:path>
                </a:pathLst>
              </a:custGeom>
              <a:ln w="43948" cap="flat">
                <a:solidFill>
                  <a:schemeClr val="bg1"/>
                </a:solidFill>
                <a:prstDash val="solid"/>
                <a:miter/>
              </a:ln>
            </p:spPr>
            <p:txBody>
              <a:bodyPr rtlCol="0" anchor="ctr"/>
              <a:lstStyle/>
              <a:p>
                <a:endParaRPr lang="en-US"/>
              </a:p>
            </p:txBody>
          </p:sp>
          <p:sp>
            <p:nvSpPr>
              <p:cNvPr id="260" name="Freeform: Shape 105">
                <a:extLst>
                  <a:ext uri="{FF2B5EF4-FFF2-40B4-BE49-F238E27FC236}">
                    <a16:creationId xmlns:a16="http://schemas.microsoft.com/office/drawing/2014/main" id="{00FD2D85-951B-7FAD-B246-A308C2978B00}"/>
                  </a:ext>
                </a:extLst>
              </p:cNvPr>
              <p:cNvSpPr/>
              <p:nvPr/>
            </p:nvSpPr>
            <p:spPr>
              <a:xfrm>
                <a:off x="11803588" y="487892"/>
                <a:ext cx="35071" cy="34562"/>
              </a:xfrm>
              <a:custGeom>
                <a:avLst/>
                <a:gdLst>
                  <a:gd name="connsiteX0" fmla="*/ 35071 w 35071"/>
                  <a:gd name="connsiteY0" fmla="*/ 0 h 34562"/>
                  <a:gd name="connsiteX1" fmla="*/ 0 w 35071"/>
                  <a:gd name="connsiteY1" fmla="*/ 34563 h 34562"/>
                </a:gdLst>
                <a:ahLst/>
                <a:cxnLst>
                  <a:cxn ang="0">
                    <a:pos x="connsiteX0" y="connsiteY0"/>
                  </a:cxn>
                  <a:cxn ang="0">
                    <a:pos x="connsiteX1" y="connsiteY1"/>
                  </a:cxn>
                </a:cxnLst>
                <a:rect l="l" t="t" r="r" b="b"/>
                <a:pathLst>
                  <a:path w="35071" h="34562">
                    <a:moveTo>
                      <a:pt x="35071" y="0"/>
                    </a:moveTo>
                    <a:lnTo>
                      <a:pt x="0" y="34563"/>
                    </a:lnTo>
                  </a:path>
                </a:pathLst>
              </a:custGeom>
              <a:ln w="43948" cap="flat">
                <a:solidFill>
                  <a:schemeClr val="bg1"/>
                </a:solidFill>
                <a:prstDash val="solid"/>
                <a:miter/>
              </a:ln>
            </p:spPr>
            <p:txBody>
              <a:bodyPr rtlCol="0" anchor="ctr"/>
              <a:lstStyle/>
              <a:p>
                <a:endParaRPr lang="en-US"/>
              </a:p>
            </p:txBody>
          </p:sp>
          <p:sp>
            <p:nvSpPr>
              <p:cNvPr id="261" name="Freeform: Shape 107">
                <a:extLst>
                  <a:ext uri="{FF2B5EF4-FFF2-40B4-BE49-F238E27FC236}">
                    <a16:creationId xmlns:a16="http://schemas.microsoft.com/office/drawing/2014/main" id="{1302AF06-4E48-01CD-EB29-3F5E2AE6947D}"/>
                  </a:ext>
                </a:extLst>
              </p:cNvPr>
              <p:cNvSpPr/>
              <p:nvPr/>
            </p:nvSpPr>
            <p:spPr>
              <a:xfrm>
                <a:off x="11555549" y="480776"/>
                <a:ext cx="289716" cy="289717"/>
              </a:xfrm>
              <a:custGeom>
                <a:avLst/>
                <a:gdLst>
                  <a:gd name="connsiteX0" fmla="*/ 289717 w 289716"/>
                  <a:gd name="connsiteY0" fmla="*/ 144859 h 289717"/>
                  <a:gd name="connsiteX1" fmla="*/ 144858 w 289716"/>
                  <a:gd name="connsiteY1" fmla="*/ 289718 h 289717"/>
                  <a:gd name="connsiteX2" fmla="*/ 0 w 289716"/>
                  <a:gd name="connsiteY2" fmla="*/ 144859 h 289717"/>
                  <a:gd name="connsiteX3" fmla="*/ 144858 w 289716"/>
                  <a:gd name="connsiteY3" fmla="*/ 0 h 289717"/>
                  <a:gd name="connsiteX4" fmla="*/ 289717 w 289716"/>
                  <a:gd name="connsiteY4" fmla="*/ 144859 h 289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716" h="289717">
                    <a:moveTo>
                      <a:pt x="289717" y="144859"/>
                    </a:moveTo>
                    <a:cubicBezTo>
                      <a:pt x="289717" y="224862"/>
                      <a:pt x="224862" y="289718"/>
                      <a:pt x="144858" y="289718"/>
                    </a:cubicBezTo>
                    <a:cubicBezTo>
                      <a:pt x="64855" y="289718"/>
                      <a:pt x="0" y="224862"/>
                      <a:pt x="0" y="144859"/>
                    </a:cubicBezTo>
                    <a:cubicBezTo>
                      <a:pt x="0" y="64855"/>
                      <a:pt x="64855" y="0"/>
                      <a:pt x="144858" y="0"/>
                    </a:cubicBezTo>
                    <a:cubicBezTo>
                      <a:pt x="224862" y="0"/>
                      <a:pt x="289717" y="64855"/>
                      <a:pt x="289717" y="144859"/>
                    </a:cubicBezTo>
                    <a:close/>
                  </a:path>
                </a:pathLst>
              </a:custGeom>
              <a:noFill/>
              <a:ln w="43948" cap="flat">
                <a:solidFill>
                  <a:schemeClr val="bg1"/>
                </a:solidFill>
                <a:prstDash val="solid"/>
                <a:miter/>
              </a:ln>
            </p:spPr>
            <p:txBody>
              <a:bodyPr rtlCol="0" anchor="ctr"/>
              <a:lstStyle/>
              <a:p>
                <a:endParaRPr lang="en-US"/>
              </a:p>
            </p:txBody>
          </p:sp>
          <p:sp>
            <p:nvSpPr>
              <p:cNvPr id="262" name="Freeform: Shape 108">
                <a:extLst>
                  <a:ext uri="{FF2B5EF4-FFF2-40B4-BE49-F238E27FC236}">
                    <a16:creationId xmlns:a16="http://schemas.microsoft.com/office/drawing/2014/main" id="{D4B89E3B-5845-553D-C502-A4B8E5EA37D9}"/>
                  </a:ext>
                </a:extLst>
              </p:cNvPr>
              <p:cNvSpPr/>
              <p:nvPr/>
            </p:nvSpPr>
            <p:spPr>
              <a:xfrm>
                <a:off x="11803588" y="487892"/>
                <a:ext cx="35071" cy="34562"/>
              </a:xfrm>
              <a:custGeom>
                <a:avLst/>
                <a:gdLst>
                  <a:gd name="connsiteX0" fmla="*/ 35071 w 35071"/>
                  <a:gd name="connsiteY0" fmla="*/ 0 h 34562"/>
                  <a:gd name="connsiteX1" fmla="*/ 0 w 35071"/>
                  <a:gd name="connsiteY1" fmla="*/ 34563 h 34562"/>
                </a:gdLst>
                <a:ahLst/>
                <a:cxnLst>
                  <a:cxn ang="0">
                    <a:pos x="connsiteX0" y="connsiteY0"/>
                  </a:cxn>
                  <a:cxn ang="0">
                    <a:pos x="connsiteX1" y="connsiteY1"/>
                  </a:cxn>
                </a:cxnLst>
                <a:rect l="l" t="t" r="r" b="b"/>
                <a:pathLst>
                  <a:path w="35071" h="34562">
                    <a:moveTo>
                      <a:pt x="35071" y="0"/>
                    </a:moveTo>
                    <a:lnTo>
                      <a:pt x="0" y="34563"/>
                    </a:lnTo>
                  </a:path>
                </a:pathLst>
              </a:custGeom>
              <a:ln w="43948" cap="flat">
                <a:solidFill>
                  <a:schemeClr val="bg1"/>
                </a:solidFill>
                <a:prstDash val="solid"/>
                <a:miter/>
              </a:ln>
            </p:spPr>
            <p:txBody>
              <a:bodyPr rtlCol="0" anchor="ctr"/>
              <a:lstStyle/>
              <a:p>
                <a:endParaRPr lang="en-US"/>
              </a:p>
            </p:txBody>
          </p:sp>
          <p:sp>
            <p:nvSpPr>
              <p:cNvPr id="263" name="Freeform: Shape 109">
                <a:extLst>
                  <a:ext uri="{FF2B5EF4-FFF2-40B4-BE49-F238E27FC236}">
                    <a16:creationId xmlns:a16="http://schemas.microsoft.com/office/drawing/2014/main" id="{4818D30B-5DE8-A882-2B0B-A2993C5C8351}"/>
                  </a:ext>
                </a:extLst>
              </p:cNvPr>
              <p:cNvSpPr/>
              <p:nvPr/>
            </p:nvSpPr>
            <p:spPr>
              <a:xfrm>
                <a:off x="11562665" y="727290"/>
                <a:ext cx="36087" cy="36595"/>
              </a:xfrm>
              <a:custGeom>
                <a:avLst/>
                <a:gdLst>
                  <a:gd name="connsiteX0" fmla="*/ 36088 w 36087"/>
                  <a:gd name="connsiteY0" fmla="*/ 0 h 36595"/>
                  <a:gd name="connsiteX1" fmla="*/ 0 w 36087"/>
                  <a:gd name="connsiteY1" fmla="*/ 36596 h 36595"/>
                </a:gdLst>
                <a:ahLst/>
                <a:cxnLst>
                  <a:cxn ang="0">
                    <a:pos x="connsiteX0" y="connsiteY0"/>
                  </a:cxn>
                  <a:cxn ang="0">
                    <a:pos x="connsiteX1" y="connsiteY1"/>
                  </a:cxn>
                </a:cxnLst>
                <a:rect l="l" t="t" r="r" b="b"/>
                <a:pathLst>
                  <a:path w="36087" h="36595">
                    <a:moveTo>
                      <a:pt x="36088" y="0"/>
                    </a:moveTo>
                    <a:lnTo>
                      <a:pt x="0" y="36596"/>
                    </a:lnTo>
                  </a:path>
                </a:pathLst>
              </a:custGeom>
              <a:ln w="43948" cap="flat">
                <a:solidFill>
                  <a:schemeClr val="bg1"/>
                </a:solidFill>
                <a:prstDash val="solid"/>
                <a:miter/>
              </a:ln>
            </p:spPr>
            <p:txBody>
              <a:bodyPr rtlCol="0" anchor="ctr"/>
              <a:lstStyle/>
              <a:p>
                <a:endParaRPr lang="en-US"/>
              </a:p>
            </p:txBody>
          </p:sp>
          <p:sp>
            <p:nvSpPr>
              <p:cNvPr id="264" name="Freeform: Shape 111">
                <a:extLst>
                  <a:ext uri="{FF2B5EF4-FFF2-40B4-BE49-F238E27FC236}">
                    <a16:creationId xmlns:a16="http://schemas.microsoft.com/office/drawing/2014/main" id="{5903C203-5DED-F2DA-6EB1-0B0A25C737AB}"/>
                  </a:ext>
                </a:extLst>
              </p:cNvPr>
              <p:cNvSpPr/>
              <p:nvPr/>
            </p:nvSpPr>
            <p:spPr>
              <a:xfrm>
                <a:off x="11555549" y="480776"/>
                <a:ext cx="289716" cy="289717"/>
              </a:xfrm>
              <a:custGeom>
                <a:avLst/>
                <a:gdLst>
                  <a:gd name="connsiteX0" fmla="*/ 289717 w 289716"/>
                  <a:gd name="connsiteY0" fmla="*/ 144859 h 289717"/>
                  <a:gd name="connsiteX1" fmla="*/ 144858 w 289716"/>
                  <a:gd name="connsiteY1" fmla="*/ 289718 h 289717"/>
                  <a:gd name="connsiteX2" fmla="*/ 0 w 289716"/>
                  <a:gd name="connsiteY2" fmla="*/ 144859 h 289717"/>
                  <a:gd name="connsiteX3" fmla="*/ 144858 w 289716"/>
                  <a:gd name="connsiteY3" fmla="*/ 0 h 289717"/>
                  <a:gd name="connsiteX4" fmla="*/ 289717 w 289716"/>
                  <a:gd name="connsiteY4" fmla="*/ 144859 h 289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716" h="289717">
                    <a:moveTo>
                      <a:pt x="289717" y="144859"/>
                    </a:moveTo>
                    <a:cubicBezTo>
                      <a:pt x="289717" y="224862"/>
                      <a:pt x="224862" y="289718"/>
                      <a:pt x="144858" y="289718"/>
                    </a:cubicBezTo>
                    <a:cubicBezTo>
                      <a:pt x="64855" y="289718"/>
                      <a:pt x="0" y="224862"/>
                      <a:pt x="0" y="144859"/>
                    </a:cubicBezTo>
                    <a:cubicBezTo>
                      <a:pt x="0" y="64855"/>
                      <a:pt x="64855" y="0"/>
                      <a:pt x="144858" y="0"/>
                    </a:cubicBezTo>
                    <a:cubicBezTo>
                      <a:pt x="224862" y="0"/>
                      <a:pt x="289717" y="64855"/>
                      <a:pt x="289717" y="144859"/>
                    </a:cubicBezTo>
                    <a:close/>
                  </a:path>
                </a:pathLst>
              </a:custGeom>
              <a:noFill/>
              <a:ln w="43948" cap="flat">
                <a:solidFill>
                  <a:schemeClr val="bg1"/>
                </a:solidFill>
                <a:prstDash val="solid"/>
                <a:miter/>
              </a:ln>
            </p:spPr>
            <p:txBody>
              <a:bodyPr rtlCol="0" anchor="ctr"/>
              <a:lstStyle/>
              <a:p>
                <a:endParaRPr lang="en-US"/>
              </a:p>
            </p:txBody>
          </p:sp>
          <p:sp>
            <p:nvSpPr>
              <p:cNvPr id="265" name="Freeform: Shape 112">
                <a:extLst>
                  <a:ext uri="{FF2B5EF4-FFF2-40B4-BE49-F238E27FC236}">
                    <a16:creationId xmlns:a16="http://schemas.microsoft.com/office/drawing/2014/main" id="{A0EA5A7A-3631-F294-87A5-B428799DD22C}"/>
                  </a:ext>
                </a:extLst>
              </p:cNvPr>
              <p:cNvSpPr/>
              <p:nvPr/>
            </p:nvSpPr>
            <p:spPr>
              <a:xfrm>
                <a:off x="11631791" y="557018"/>
                <a:ext cx="137234" cy="137234"/>
              </a:xfrm>
              <a:custGeom>
                <a:avLst/>
                <a:gdLst>
                  <a:gd name="connsiteX0" fmla="*/ 137234 w 137234"/>
                  <a:gd name="connsiteY0" fmla="*/ 68617 h 137234"/>
                  <a:gd name="connsiteX1" fmla="*/ 68617 w 137234"/>
                  <a:gd name="connsiteY1" fmla="*/ 137235 h 137234"/>
                  <a:gd name="connsiteX2" fmla="*/ 0 w 137234"/>
                  <a:gd name="connsiteY2" fmla="*/ 68617 h 137234"/>
                  <a:gd name="connsiteX3" fmla="*/ 68617 w 137234"/>
                  <a:gd name="connsiteY3" fmla="*/ 0 h 137234"/>
                  <a:gd name="connsiteX4" fmla="*/ 137234 w 137234"/>
                  <a:gd name="connsiteY4" fmla="*/ 68617 h 137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234" h="137234">
                    <a:moveTo>
                      <a:pt x="137234" y="68617"/>
                    </a:moveTo>
                    <a:cubicBezTo>
                      <a:pt x="137234" y="106514"/>
                      <a:pt x="106513" y="137235"/>
                      <a:pt x="68617" y="137235"/>
                    </a:cubicBezTo>
                    <a:cubicBezTo>
                      <a:pt x="30721" y="137235"/>
                      <a:pt x="0" y="106514"/>
                      <a:pt x="0" y="68617"/>
                    </a:cubicBezTo>
                    <a:cubicBezTo>
                      <a:pt x="0" y="30721"/>
                      <a:pt x="30721" y="0"/>
                      <a:pt x="68617" y="0"/>
                    </a:cubicBezTo>
                    <a:cubicBezTo>
                      <a:pt x="106513" y="0"/>
                      <a:pt x="137234" y="30721"/>
                      <a:pt x="137234" y="68617"/>
                    </a:cubicBezTo>
                    <a:close/>
                  </a:path>
                </a:pathLst>
              </a:custGeom>
              <a:noFill/>
              <a:ln w="43948" cap="flat">
                <a:solidFill>
                  <a:schemeClr val="bg1"/>
                </a:solidFill>
                <a:prstDash val="solid"/>
                <a:miter/>
              </a:ln>
            </p:spPr>
            <p:txBody>
              <a:bodyPr rtlCol="0" anchor="ctr"/>
              <a:lstStyle/>
              <a:p>
                <a:endParaRPr lang="en-US"/>
              </a:p>
            </p:txBody>
          </p:sp>
        </p:grpSp>
      </p:grpSp>
      <p:grpSp>
        <p:nvGrpSpPr>
          <p:cNvPr id="287" name="Groupe 286">
            <a:extLst>
              <a:ext uri="{FF2B5EF4-FFF2-40B4-BE49-F238E27FC236}">
                <a16:creationId xmlns:a16="http://schemas.microsoft.com/office/drawing/2014/main" id="{EB0004A7-37EB-B2DA-E72E-CC6BEA2F4172}"/>
              </a:ext>
            </a:extLst>
          </p:cNvPr>
          <p:cNvGrpSpPr>
            <a:grpSpLocks noChangeAspect="1"/>
          </p:cNvGrpSpPr>
          <p:nvPr/>
        </p:nvGrpSpPr>
        <p:grpSpPr>
          <a:xfrm>
            <a:off x="2768172" y="1050044"/>
            <a:ext cx="800000" cy="720000"/>
            <a:chOff x="2768172" y="1050044"/>
            <a:chExt cx="760000" cy="684000"/>
          </a:xfrm>
        </p:grpSpPr>
        <p:sp>
          <p:nvSpPr>
            <p:cNvPr id="13" name="TextBox 7">
              <a:extLst>
                <a:ext uri="{FF2B5EF4-FFF2-40B4-BE49-F238E27FC236}">
                  <a16:creationId xmlns:a16="http://schemas.microsoft.com/office/drawing/2014/main" id="{17197D74-3276-FFF6-349A-345ABFB24125}"/>
                </a:ext>
                <a:ext uri="{C183D7F6-B498-43B3-948B-1728B52AA6E4}">
                  <adec:decorative xmlns:adec="http://schemas.microsoft.com/office/drawing/2017/decorative" val="1"/>
                </a:ext>
              </a:extLst>
            </p:cNvPr>
            <p:cNvSpPr txBox="1"/>
            <p:nvPr/>
          </p:nvSpPr>
          <p:spPr>
            <a:xfrm>
              <a:off x="2768172" y="1050044"/>
              <a:ext cx="760000" cy="684000"/>
            </a:xfrm>
            <a:prstGeom prst="rect">
              <a:avLst/>
            </a:prstGeom>
            <a:solidFill>
              <a:schemeClr val="accent6"/>
            </a:solidFill>
            <a:ln w="12700">
              <a:solidFill>
                <a:schemeClr val="accent6"/>
              </a:solidFill>
            </a:ln>
          </p:spPr>
          <p:txBody>
            <a:bodyPr wrap="square" lIns="91440" tIns="45720" rIns="91440" bIns="45720" rtlCol="0">
              <a:noAutofit/>
            </a:bodyPr>
            <a:lstStyle/>
            <a:p>
              <a:pPr algn="l"/>
              <a:endParaRPr lang="en-IN" dirty="0">
                <a:solidFill>
                  <a:schemeClr val="accent3"/>
                </a:solidFill>
              </a:endParaRPr>
            </a:p>
          </p:txBody>
        </p:sp>
        <p:grpSp>
          <p:nvGrpSpPr>
            <p:cNvPr id="266" name="Group 177">
              <a:extLst>
                <a:ext uri="{FF2B5EF4-FFF2-40B4-BE49-F238E27FC236}">
                  <a16:creationId xmlns:a16="http://schemas.microsoft.com/office/drawing/2014/main" id="{BCF74EB0-E1B2-6167-6745-76DB747E2321}"/>
                </a:ext>
              </a:extLst>
            </p:cNvPr>
            <p:cNvGrpSpPr>
              <a:grpSpLocks noChangeAspect="1"/>
            </p:cNvGrpSpPr>
            <p:nvPr/>
          </p:nvGrpSpPr>
          <p:grpSpPr>
            <a:xfrm>
              <a:off x="2888328" y="1125504"/>
              <a:ext cx="526805" cy="540000"/>
              <a:chOff x="11348173" y="259168"/>
              <a:chExt cx="547921" cy="561645"/>
            </a:xfrm>
          </p:grpSpPr>
          <p:sp>
            <p:nvSpPr>
              <p:cNvPr id="267" name="Freeform: Shape 91">
                <a:extLst>
                  <a:ext uri="{FF2B5EF4-FFF2-40B4-BE49-F238E27FC236}">
                    <a16:creationId xmlns:a16="http://schemas.microsoft.com/office/drawing/2014/main" id="{1D06B7AE-B725-DF9B-44C7-99BF59E2C61B}"/>
                  </a:ext>
                </a:extLst>
              </p:cNvPr>
              <p:cNvSpPr/>
              <p:nvPr/>
            </p:nvSpPr>
            <p:spPr>
              <a:xfrm>
                <a:off x="11348173" y="259168"/>
                <a:ext cx="281584" cy="423902"/>
              </a:xfrm>
              <a:custGeom>
                <a:avLst/>
                <a:gdLst>
                  <a:gd name="connsiteX0" fmla="*/ 281585 w 281584"/>
                  <a:gd name="connsiteY0" fmla="*/ 81324 h 423902"/>
                  <a:gd name="connsiteX1" fmla="*/ 140792 w 281584"/>
                  <a:gd name="connsiteY1" fmla="*/ 162140 h 423902"/>
                  <a:gd name="connsiteX2" fmla="*/ 0 w 281584"/>
                  <a:gd name="connsiteY2" fmla="*/ 81324 h 423902"/>
                  <a:gd name="connsiteX3" fmla="*/ 140792 w 281584"/>
                  <a:gd name="connsiteY3" fmla="*/ 0 h 423902"/>
                  <a:gd name="connsiteX4" fmla="*/ 281585 w 281584"/>
                  <a:gd name="connsiteY4" fmla="*/ 81324 h 423902"/>
                  <a:gd name="connsiteX5" fmla="*/ 281585 w 281584"/>
                  <a:gd name="connsiteY5" fmla="*/ 246514 h 423902"/>
                  <a:gd name="connsiteX6" fmla="*/ 281585 w 281584"/>
                  <a:gd name="connsiteY6" fmla="*/ 175864 h 423902"/>
                  <a:gd name="connsiteX7" fmla="*/ 0 w 281584"/>
                  <a:gd name="connsiteY7" fmla="*/ 162140 h 423902"/>
                  <a:gd name="connsiteX8" fmla="*/ 0 w 281584"/>
                  <a:gd name="connsiteY8" fmla="*/ 256680 h 423902"/>
                  <a:gd name="connsiteX9" fmla="*/ 140792 w 281584"/>
                  <a:gd name="connsiteY9" fmla="*/ 337496 h 423902"/>
                  <a:gd name="connsiteX10" fmla="*/ 208393 w 281584"/>
                  <a:gd name="connsiteY10" fmla="*/ 327838 h 423902"/>
                  <a:gd name="connsiteX11" fmla="*/ 0 w 281584"/>
                  <a:gd name="connsiteY11" fmla="*/ 248547 h 423902"/>
                  <a:gd name="connsiteX12" fmla="*/ 0 w 281584"/>
                  <a:gd name="connsiteY12" fmla="*/ 343087 h 423902"/>
                  <a:gd name="connsiteX13" fmla="*/ 140792 w 281584"/>
                  <a:gd name="connsiteY13" fmla="*/ 423903 h 423902"/>
                  <a:gd name="connsiteX14" fmla="*/ 215509 w 281584"/>
                  <a:gd name="connsiteY14" fmla="*/ 411704 h 423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1584" h="423902">
                    <a:moveTo>
                      <a:pt x="281585" y="81324"/>
                    </a:moveTo>
                    <a:cubicBezTo>
                      <a:pt x="281585" y="126053"/>
                      <a:pt x="218558" y="162140"/>
                      <a:pt x="140792" y="162140"/>
                    </a:cubicBezTo>
                    <a:cubicBezTo>
                      <a:pt x="63026" y="162140"/>
                      <a:pt x="0" y="126053"/>
                      <a:pt x="0" y="81324"/>
                    </a:cubicBezTo>
                    <a:cubicBezTo>
                      <a:pt x="0" y="36596"/>
                      <a:pt x="63026" y="0"/>
                      <a:pt x="140792" y="0"/>
                    </a:cubicBezTo>
                    <a:cubicBezTo>
                      <a:pt x="218558" y="0"/>
                      <a:pt x="281585" y="36596"/>
                      <a:pt x="281585" y="81324"/>
                    </a:cubicBezTo>
                    <a:close/>
                    <a:moveTo>
                      <a:pt x="281585" y="246514"/>
                    </a:moveTo>
                    <a:lnTo>
                      <a:pt x="281585" y="175864"/>
                    </a:lnTo>
                    <a:moveTo>
                      <a:pt x="0" y="162140"/>
                    </a:moveTo>
                    <a:lnTo>
                      <a:pt x="0" y="256680"/>
                    </a:lnTo>
                    <a:cubicBezTo>
                      <a:pt x="0" y="301408"/>
                      <a:pt x="63026" y="337496"/>
                      <a:pt x="140792" y="337496"/>
                    </a:cubicBezTo>
                    <a:cubicBezTo>
                      <a:pt x="165190" y="337496"/>
                      <a:pt x="188062" y="333938"/>
                      <a:pt x="208393" y="327838"/>
                    </a:cubicBezTo>
                    <a:moveTo>
                      <a:pt x="0" y="248547"/>
                    </a:moveTo>
                    <a:lnTo>
                      <a:pt x="0" y="343087"/>
                    </a:lnTo>
                    <a:cubicBezTo>
                      <a:pt x="0" y="387815"/>
                      <a:pt x="63026" y="423903"/>
                      <a:pt x="140792" y="423903"/>
                    </a:cubicBezTo>
                    <a:cubicBezTo>
                      <a:pt x="168239" y="423903"/>
                      <a:pt x="194161" y="419328"/>
                      <a:pt x="215509" y="411704"/>
                    </a:cubicBezTo>
                  </a:path>
                </a:pathLst>
              </a:custGeom>
              <a:noFill/>
              <a:ln w="43948" cap="flat">
                <a:solidFill>
                  <a:schemeClr val="bg1"/>
                </a:solidFill>
                <a:prstDash val="solid"/>
                <a:miter/>
              </a:ln>
            </p:spPr>
            <p:txBody>
              <a:bodyPr rtlCol="0" anchor="ctr"/>
              <a:lstStyle/>
              <a:p>
                <a:endParaRPr lang="en-US"/>
              </a:p>
            </p:txBody>
          </p:sp>
          <p:sp>
            <p:nvSpPr>
              <p:cNvPr id="268" name="Freeform: Shape 92">
                <a:extLst>
                  <a:ext uri="{FF2B5EF4-FFF2-40B4-BE49-F238E27FC236}">
                    <a16:creationId xmlns:a16="http://schemas.microsoft.com/office/drawing/2014/main" id="{C85BC109-1EFC-3693-BF37-A0E8E4FD14BD}"/>
                  </a:ext>
                </a:extLst>
              </p:cNvPr>
              <p:cNvSpPr/>
              <p:nvPr/>
            </p:nvSpPr>
            <p:spPr>
              <a:xfrm>
                <a:off x="11436105" y="330835"/>
                <a:ext cx="105721" cy="22364"/>
              </a:xfrm>
              <a:custGeom>
                <a:avLst/>
                <a:gdLst>
                  <a:gd name="connsiteX0" fmla="*/ 105721 w 105721"/>
                  <a:gd name="connsiteY0" fmla="*/ 11182 h 22364"/>
                  <a:gd name="connsiteX1" fmla="*/ 52861 w 105721"/>
                  <a:gd name="connsiteY1" fmla="*/ 22364 h 22364"/>
                  <a:gd name="connsiteX2" fmla="*/ 0 w 105721"/>
                  <a:gd name="connsiteY2" fmla="*/ 11182 h 22364"/>
                  <a:gd name="connsiteX3" fmla="*/ 52861 w 105721"/>
                  <a:gd name="connsiteY3" fmla="*/ 0 h 22364"/>
                  <a:gd name="connsiteX4" fmla="*/ 105721 w 105721"/>
                  <a:gd name="connsiteY4" fmla="*/ 11182 h 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21" h="22364">
                    <a:moveTo>
                      <a:pt x="105721" y="11182"/>
                    </a:moveTo>
                    <a:cubicBezTo>
                      <a:pt x="105721" y="17281"/>
                      <a:pt x="81832" y="22364"/>
                      <a:pt x="52861" y="22364"/>
                    </a:cubicBezTo>
                    <a:cubicBezTo>
                      <a:pt x="23889" y="22364"/>
                      <a:pt x="0" y="17281"/>
                      <a:pt x="0" y="11182"/>
                    </a:cubicBezTo>
                    <a:cubicBezTo>
                      <a:pt x="0" y="5083"/>
                      <a:pt x="23889" y="0"/>
                      <a:pt x="52861" y="0"/>
                    </a:cubicBezTo>
                    <a:cubicBezTo>
                      <a:pt x="81832" y="0"/>
                      <a:pt x="105721" y="5083"/>
                      <a:pt x="105721" y="11182"/>
                    </a:cubicBezTo>
                    <a:close/>
                  </a:path>
                </a:pathLst>
              </a:custGeom>
              <a:noFill/>
              <a:ln w="43948" cap="flat">
                <a:solidFill>
                  <a:schemeClr val="bg1"/>
                </a:solidFill>
                <a:prstDash val="solid"/>
                <a:miter/>
              </a:ln>
            </p:spPr>
            <p:txBody>
              <a:bodyPr rtlCol="0" anchor="ctr"/>
              <a:lstStyle/>
              <a:p>
                <a:endParaRPr lang="en-US"/>
              </a:p>
            </p:txBody>
          </p:sp>
          <p:sp>
            <p:nvSpPr>
              <p:cNvPr id="269" name="Freeform: Shape 93">
                <a:extLst>
                  <a:ext uri="{FF2B5EF4-FFF2-40B4-BE49-F238E27FC236}">
                    <a16:creationId xmlns:a16="http://schemas.microsoft.com/office/drawing/2014/main" id="{94AB35B2-4C85-7B6D-2A1B-1A563C421879}"/>
                  </a:ext>
                </a:extLst>
              </p:cNvPr>
              <p:cNvSpPr/>
              <p:nvPr/>
            </p:nvSpPr>
            <p:spPr>
              <a:xfrm>
                <a:off x="11348173" y="333376"/>
                <a:ext cx="281584" cy="175355"/>
              </a:xfrm>
              <a:custGeom>
                <a:avLst/>
                <a:gdLst>
                  <a:gd name="connsiteX0" fmla="*/ 0 w 281584"/>
                  <a:gd name="connsiteY0" fmla="*/ 0 h 175355"/>
                  <a:gd name="connsiteX1" fmla="*/ 0 w 281584"/>
                  <a:gd name="connsiteY1" fmla="*/ 94539 h 175355"/>
                  <a:gd name="connsiteX2" fmla="*/ 140792 w 281584"/>
                  <a:gd name="connsiteY2" fmla="*/ 175355 h 175355"/>
                  <a:gd name="connsiteX3" fmla="*/ 281585 w 281584"/>
                  <a:gd name="connsiteY3" fmla="*/ 94539 h 175355"/>
                  <a:gd name="connsiteX4" fmla="*/ 281585 w 281584"/>
                  <a:gd name="connsiteY4" fmla="*/ 13723 h 175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584" h="175355">
                    <a:moveTo>
                      <a:pt x="0" y="0"/>
                    </a:moveTo>
                    <a:lnTo>
                      <a:pt x="0" y="94539"/>
                    </a:lnTo>
                    <a:cubicBezTo>
                      <a:pt x="0" y="139268"/>
                      <a:pt x="63026" y="175355"/>
                      <a:pt x="140792" y="175355"/>
                    </a:cubicBezTo>
                    <a:cubicBezTo>
                      <a:pt x="218558" y="175355"/>
                      <a:pt x="281585" y="139268"/>
                      <a:pt x="281585" y="94539"/>
                    </a:cubicBezTo>
                    <a:lnTo>
                      <a:pt x="281585" y="13723"/>
                    </a:lnTo>
                  </a:path>
                </a:pathLst>
              </a:custGeom>
              <a:noFill/>
              <a:ln w="43948" cap="flat">
                <a:solidFill>
                  <a:schemeClr val="bg1"/>
                </a:solidFill>
                <a:prstDash val="solid"/>
                <a:miter/>
              </a:ln>
            </p:spPr>
            <p:txBody>
              <a:bodyPr rtlCol="0" anchor="ctr"/>
              <a:lstStyle/>
              <a:p>
                <a:endParaRPr lang="en-US"/>
              </a:p>
            </p:txBody>
          </p:sp>
          <p:sp>
            <p:nvSpPr>
              <p:cNvPr id="270" name="Freeform: Shape 96">
                <a:extLst>
                  <a:ext uri="{FF2B5EF4-FFF2-40B4-BE49-F238E27FC236}">
                    <a16:creationId xmlns:a16="http://schemas.microsoft.com/office/drawing/2014/main" id="{70C61AA2-488D-FDE4-CD97-659A1302A718}"/>
                  </a:ext>
                </a:extLst>
              </p:cNvPr>
              <p:cNvSpPr/>
              <p:nvPr/>
            </p:nvSpPr>
            <p:spPr>
              <a:xfrm>
                <a:off x="11841709" y="625635"/>
                <a:ext cx="54385" cy="5082"/>
              </a:xfrm>
              <a:custGeom>
                <a:avLst/>
                <a:gdLst>
                  <a:gd name="connsiteX0" fmla="*/ 54385 w 54385"/>
                  <a:gd name="connsiteY0" fmla="*/ 0 h 5082"/>
                  <a:gd name="connsiteX1" fmla="*/ 0 w 54385"/>
                  <a:gd name="connsiteY1" fmla="*/ 0 h 5082"/>
                </a:gdLst>
                <a:ahLst/>
                <a:cxnLst>
                  <a:cxn ang="0">
                    <a:pos x="connsiteX0" y="connsiteY0"/>
                  </a:cxn>
                  <a:cxn ang="0">
                    <a:pos x="connsiteX1" y="connsiteY1"/>
                  </a:cxn>
                </a:cxnLst>
                <a:rect l="l" t="t" r="r" b="b"/>
                <a:pathLst>
                  <a:path w="54385" h="5082">
                    <a:moveTo>
                      <a:pt x="54385" y="0"/>
                    </a:moveTo>
                    <a:lnTo>
                      <a:pt x="0" y="0"/>
                    </a:lnTo>
                  </a:path>
                </a:pathLst>
              </a:custGeom>
              <a:ln w="43948" cap="flat">
                <a:solidFill>
                  <a:schemeClr val="bg1"/>
                </a:solidFill>
                <a:prstDash val="solid"/>
                <a:miter/>
              </a:ln>
            </p:spPr>
            <p:txBody>
              <a:bodyPr rtlCol="0" anchor="ctr"/>
              <a:lstStyle/>
              <a:p>
                <a:endParaRPr lang="en-US"/>
              </a:p>
            </p:txBody>
          </p:sp>
          <p:sp>
            <p:nvSpPr>
              <p:cNvPr id="271" name="Freeform: Shape 97">
                <a:extLst>
                  <a:ext uri="{FF2B5EF4-FFF2-40B4-BE49-F238E27FC236}">
                    <a16:creationId xmlns:a16="http://schemas.microsoft.com/office/drawing/2014/main" id="{8FF309CE-47F1-EFCA-8490-22B9B67342A3}"/>
                  </a:ext>
                </a:extLst>
              </p:cNvPr>
              <p:cNvSpPr/>
              <p:nvPr/>
            </p:nvSpPr>
            <p:spPr>
              <a:xfrm>
                <a:off x="11505230" y="625635"/>
                <a:ext cx="51844" cy="5082"/>
              </a:xfrm>
              <a:custGeom>
                <a:avLst/>
                <a:gdLst>
                  <a:gd name="connsiteX0" fmla="*/ 51844 w 51844"/>
                  <a:gd name="connsiteY0" fmla="*/ 0 h 5082"/>
                  <a:gd name="connsiteX1" fmla="*/ 0 w 51844"/>
                  <a:gd name="connsiteY1" fmla="*/ 0 h 5082"/>
                </a:gdLst>
                <a:ahLst/>
                <a:cxnLst>
                  <a:cxn ang="0">
                    <a:pos x="connsiteX0" y="connsiteY0"/>
                  </a:cxn>
                  <a:cxn ang="0">
                    <a:pos x="connsiteX1" y="connsiteY1"/>
                  </a:cxn>
                </a:cxnLst>
                <a:rect l="l" t="t" r="r" b="b"/>
                <a:pathLst>
                  <a:path w="51844" h="5082">
                    <a:moveTo>
                      <a:pt x="51844" y="0"/>
                    </a:moveTo>
                    <a:lnTo>
                      <a:pt x="0" y="0"/>
                    </a:lnTo>
                  </a:path>
                </a:pathLst>
              </a:custGeom>
              <a:ln w="43948" cap="flat">
                <a:solidFill>
                  <a:schemeClr val="bg1"/>
                </a:solidFill>
                <a:prstDash val="solid"/>
                <a:miter/>
              </a:ln>
            </p:spPr>
            <p:txBody>
              <a:bodyPr rtlCol="0" anchor="ctr"/>
              <a:lstStyle/>
              <a:p>
                <a:endParaRPr lang="en-US"/>
              </a:p>
            </p:txBody>
          </p:sp>
          <p:sp>
            <p:nvSpPr>
              <p:cNvPr id="272" name="Freeform: Shape 99">
                <a:extLst>
                  <a:ext uri="{FF2B5EF4-FFF2-40B4-BE49-F238E27FC236}">
                    <a16:creationId xmlns:a16="http://schemas.microsoft.com/office/drawing/2014/main" id="{2145A342-8763-CE09-F17E-08A71F9B8424}"/>
                  </a:ext>
                </a:extLst>
              </p:cNvPr>
              <p:cNvSpPr/>
              <p:nvPr/>
            </p:nvSpPr>
            <p:spPr>
              <a:xfrm>
                <a:off x="11700408" y="430457"/>
                <a:ext cx="5082" cy="50827"/>
              </a:xfrm>
              <a:custGeom>
                <a:avLst/>
                <a:gdLst>
                  <a:gd name="connsiteX0" fmla="*/ 0 w 5082"/>
                  <a:gd name="connsiteY0" fmla="*/ 0 h 50827"/>
                  <a:gd name="connsiteX1" fmla="*/ 0 w 5082"/>
                  <a:gd name="connsiteY1" fmla="*/ 50828 h 50827"/>
                </a:gdLst>
                <a:ahLst/>
                <a:cxnLst>
                  <a:cxn ang="0">
                    <a:pos x="connsiteX0" y="connsiteY0"/>
                  </a:cxn>
                  <a:cxn ang="0">
                    <a:pos x="connsiteX1" y="connsiteY1"/>
                  </a:cxn>
                </a:cxnLst>
                <a:rect l="l" t="t" r="r" b="b"/>
                <a:pathLst>
                  <a:path w="5082" h="50827">
                    <a:moveTo>
                      <a:pt x="0" y="0"/>
                    </a:moveTo>
                    <a:lnTo>
                      <a:pt x="0" y="50828"/>
                    </a:lnTo>
                  </a:path>
                </a:pathLst>
              </a:custGeom>
              <a:ln w="43948" cap="flat">
                <a:solidFill>
                  <a:schemeClr val="bg1"/>
                </a:solidFill>
                <a:prstDash val="solid"/>
                <a:miter/>
              </a:ln>
            </p:spPr>
            <p:txBody>
              <a:bodyPr rtlCol="0" anchor="ctr"/>
              <a:lstStyle/>
              <a:p>
                <a:endParaRPr lang="en-US"/>
              </a:p>
            </p:txBody>
          </p:sp>
          <p:sp>
            <p:nvSpPr>
              <p:cNvPr id="273" name="Freeform: Shape 100">
                <a:extLst>
                  <a:ext uri="{FF2B5EF4-FFF2-40B4-BE49-F238E27FC236}">
                    <a16:creationId xmlns:a16="http://schemas.microsoft.com/office/drawing/2014/main" id="{A0684A7B-CDF4-53C3-CB50-3192396F7F19}"/>
                  </a:ext>
                </a:extLst>
              </p:cNvPr>
              <p:cNvSpPr/>
              <p:nvPr/>
            </p:nvSpPr>
            <p:spPr>
              <a:xfrm>
                <a:off x="11700408" y="773544"/>
                <a:ext cx="5082" cy="47269"/>
              </a:xfrm>
              <a:custGeom>
                <a:avLst/>
                <a:gdLst>
                  <a:gd name="connsiteX0" fmla="*/ 0 w 5082"/>
                  <a:gd name="connsiteY0" fmla="*/ 0 h 47269"/>
                  <a:gd name="connsiteX1" fmla="*/ 0 w 5082"/>
                  <a:gd name="connsiteY1" fmla="*/ 47270 h 47269"/>
                </a:gdLst>
                <a:ahLst/>
                <a:cxnLst>
                  <a:cxn ang="0">
                    <a:pos x="connsiteX0" y="connsiteY0"/>
                  </a:cxn>
                  <a:cxn ang="0">
                    <a:pos x="connsiteX1" y="connsiteY1"/>
                  </a:cxn>
                </a:cxnLst>
                <a:rect l="l" t="t" r="r" b="b"/>
                <a:pathLst>
                  <a:path w="5082" h="47269">
                    <a:moveTo>
                      <a:pt x="0" y="0"/>
                    </a:moveTo>
                    <a:lnTo>
                      <a:pt x="0" y="47270"/>
                    </a:lnTo>
                  </a:path>
                </a:pathLst>
              </a:custGeom>
              <a:ln w="43948" cap="flat">
                <a:solidFill>
                  <a:schemeClr val="bg1"/>
                </a:solidFill>
                <a:prstDash val="solid"/>
                <a:miter/>
              </a:ln>
            </p:spPr>
            <p:txBody>
              <a:bodyPr rtlCol="0" anchor="ctr"/>
              <a:lstStyle/>
              <a:p>
                <a:endParaRPr lang="en-US"/>
              </a:p>
            </p:txBody>
          </p:sp>
          <p:sp>
            <p:nvSpPr>
              <p:cNvPr id="274" name="Freeform: Shape 101">
                <a:extLst>
                  <a:ext uri="{FF2B5EF4-FFF2-40B4-BE49-F238E27FC236}">
                    <a16:creationId xmlns:a16="http://schemas.microsoft.com/office/drawing/2014/main" id="{843FA661-BA9F-A98C-F979-B9C47A9EAFFE}"/>
                  </a:ext>
                </a:extLst>
              </p:cNvPr>
              <p:cNvSpPr/>
              <p:nvPr/>
            </p:nvSpPr>
            <p:spPr>
              <a:xfrm>
                <a:off x="11700408" y="430457"/>
                <a:ext cx="5082" cy="7115"/>
              </a:xfrm>
              <a:custGeom>
                <a:avLst/>
                <a:gdLst>
                  <a:gd name="connsiteX0" fmla="*/ 0 w 5082"/>
                  <a:gd name="connsiteY0" fmla="*/ 0 h 7115"/>
                  <a:gd name="connsiteX1" fmla="*/ 0 w 5082"/>
                  <a:gd name="connsiteY1" fmla="*/ 7116 h 7115"/>
                </a:gdLst>
                <a:ahLst/>
                <a:cxnLst>
                  <a:cxn ang="0">
                    <a:pos x="connsiteX0" y="connsiteY0"/>
                  </a:cxn>
                  <a:cxn ang="0">
                    <a:pos x="connsiteX1" y="connsiteY1"/>
                  </a:cxn>
                </a:cxnLst>
                <a:rect l="l" t="t" r="r" b="b"/>
                <a:pathLst>
                  <a:path w="5082" h="7115">
                    <a:moveTo>
                      <a:pt x="0" y="0"/>
                    </a:moveTo>
                    <a:lnTo>
                      <a:pt x="0" y="7116"/>
                    </a:lnTo>
                  </a:path>
                </a:pathLst>
              </a:custGeom>
              <a:ln w="43948" cap="flat">
                <a:solidFill>
                  <a:schemeClr val="bg1"/>
                </a:solidFill>
                <a:prstDash val="solid"/>
                <a:miter/>
              </a:ln>
            </p:spPr>
            <p:txBody>
              <a:bodyPr rtlCol="0" anchor="ctr"/>
              <a:lstStyle/>
              <a:p>
                <a:endParaRPr lang="en-US"/>
              </a:p>
            </p:txBody>
          </p:sp>
          <p:sp>
            <p:nvSpPr>
              <p:cNvPr id="275" name="Freeform: Shape 103">
                <a:extLst>
                  <a:ext uri="{FF2B5EF4-FFF2-40B4-BE49-F238E27FC236}">
                    <a16:creationId xmlns:a16="http://schemas.microsoft.com/office/drawing/2014/main" id="{67F9D10B-1725-B71C-DC82-7D96C7B17FDE}"/>
                  </a:ext>
                </a:extLst>
              </p:cNvPr>
              <p:cNvSpPr/>
              <p:nvPr/>
            </p:nvSpPr>
            <p:spPr>
              <a:xfrm>
                <a:off x="11803080" y="727799"/>
                <a:ext cx="35579" cy="36087"/>
              </a:xfrm>
              <a:custGeom>
                <a:avLst/>
                <a:gdLst>
                  <a:gd name="connsiteX0" fmla="*/ 0 w 35579"/>
                  <a:gd name="connsiteY0" fmla="*/ 0 h 36087"/>
                  <a:gd name="connsiteX1" fmla="*/ 35579 w 35579"/>
                  <a:gd name="connsiteY1" fmla="*/ 36088 h 36087"/>
                </a:gdLst>
                <a:ahLst/>
                <a:cxnLst>
                  <a:cxn ang="0">
                    <a:pos x="connsiteX0" y="connsiteY0"/>
                  </a:cxn>
                  <a:cxn ang="0">
                    <a:pos x="connsiteX1" y="connsiteY1"/>
                  </a:cxn>
                </a:cxnLst>
                <a:rect l="l" t="t" r="r" b="b"/>
                <a:pathLst>
                  <a:path w="35579" h="36087">
                    <a:moveTo>
                      <a:pt x="0" y="0"/>
                    </a:moveTo>
                    <a:lnTo>
                      <a:pt x="35579" y="36088"/>
                    </a:lnTo>
                  </a:path>
                </a:pathLst>
              </a:custGeom>
              <a:ln w="43948" cap="flat">
                <a:solidFill>
                  <a:schemeClr val="bg1"/>
                </a:solidFill>
                <a:prstDash val="solid"/>
                <a:miter/>
              </a:ln>
            </p:spPr>
            <p:txBody>
              <a:bodyPr rtlCol="0" anchor="ctr"/>
              <a:lstStyle/>
              <a:p>
                <a:endParaRPr lang="en-US"/>
              </a:p>
            </p:txBody>
          </p:sp>
          <p:sp>
            <p:nvSpPr>
              <p:cNvPr id="276" name="Freeform: Shape 104">
                <a:extLst>
                  <a:ext uri="{FF2B5EF4-FFF2-40B4-BE49-F238E27FC236}">
                    <a16:creationId xmlns:a16="http://schemas.microsoft.com/office/drawing/2014/main" id="{43CC6D0C-4D95-28B9-C4A5-1A9C4E84AE40}"/>
                  </a:ext>
                </a:extLst>
              </p:cNvPr>
              <p:cNvSpPr/>
              <p:nvPr/>
            </p:nvSpPr>
            <p:spPr>
              <a:xfrm>
                <a:off x="11562665" y="487892"/>
                <a:ext cx="39645" cy="39137"/>
              </a:xfrm>
              <a:custGeom>
                <a:avLst/>
                <a:gdLst>
                  <a:gd name="connsiteX0" fmla="*/ 0 w 39645"/>
                  <a:gd name="connsiteY0" fmla="*/ 0 h 39137"/>
                  <a:gd name="connsiteX1" fmla="*/ 39645 w 39645"/>
                  <a:gd name="connsiteY1" fmla="*/ 39137 h 39137"/>
                </a:gdLst>
                <a:ahLst/>
                <a:cxnLst>
                  <a:cxn ang="0">
                    <a:pos x="connsiteX0" y="connsiteY0"/>
                  </a:cxn>
                  <a:cxn ang="0">
                    <a:pos x="connsiteX1" y="connsiteY1"/>
                  </a:cxn>
                </a:cxnLst>
                <a:rect l="l" t="t" r="r" b="b"/>
                <a:pathLst>
                  <a:path w="39645" h="39137">
                    <a:moveTo>
                      <a:pt x="0" y="0"/>
                    </a:moveTo>
                    <a:lnTo>
                      <a:pt x="39645" y="39137"/>
                    </a:lnTo>
                  </a:path>
                </a:pathLst>
              </a:custGeom>
              <a:ln w="43948" cap="flat">
                <a:solidFill>
                  <a:schemeClr val="bg1"/>
                </a:solidFill>
                <a:prstDash val="solid"/>
                <a:miter/>
              </a:ln>
            </p:spPr>
            <p:txBody>
              <a:bodyPr rtlCol="0" anchor="ctr"/>
              <a:lstStyle/>
              <a:p>
                <a:endParaRPr lang="en-US"/>
              </a:p>
            </p:txBody>
          </p:sp>
          <p:sp>
            <p:nvSpPr>
              <p:cNvPr id="277" name="Freeform: Shape 105">
                <a:extLst>
                  <a:ext uri="{FF2B5EF4-FFF2-40B4-BE49-F238E27FC236}">
                    <a16:creationId xmlns:a16="http://schemas.microsoft.com/office/drawing/2014/main" id="{D23AAD4C-25E5-DDFC-3D3D-1563285D41E9}"/>
                  </a:ext>
                </a:extLst>
              </p:cNvPr>
              <p:cNvSpPr/>
              <p:nvPr/>
            </p:nvSpPr>
            <p:spPr>
              <a:xfrm>
                <a:off x="11803588" y="487892"/>
                <a:ext cx="35071" cy="34562"/>
              </a:xfrm>
              <a:custGeom>
                <a:avLst/>
                <a:gdLst>
                  <a:gd name="connsiteX0" fmla="*/ 35071 w 35071"/>
                  <a:gd name="connsiteY0" fmla="*/ 0 h 34562"/>
                  <a:gd name="connsiteX1" fmla="*/ 0 w 35071"/>
                  <a:gd name="connsiteY1" fmla="*/ 34563 h 34562"/>
                </a:gdLst>
                <a:ahLst/>
                <a:cxnLst>
                  <a:cxn ang="0">
                    <a:pos x="connsiteX0" y="connsiteY0"/>
                  </a:cxn>
                  <a:cxn ang="0">
                    <a:pos x="connsiteX1" y="connsiteY1"/>
                  </a:cxn>
                </a:cxnLst>
                <a:rect l="l" t="t" r="r" b="b"/>
                <a:pathLst>
                  <a:path w="35071" h="34562">
                    <a:moveTo>
                      <a:pt x="35071" y="0"/>
                    </a:moveTo>
                    <a:lnTo>
                      <a:pt x="0" y="34563"/>
                    </a:lnTo>
                  </a:path>
                </a:pathLst>
              </a:custGeom>
              <a:ln w="43948" cap="flat">
                <a:solidFill>
                  <a:schemeClr val="bg1"/>
                </a:solidFill>
                <a:prstDash val="solid"/>
                <a:miter/>
              </a:ln>
            </p:spPr>
            <p:txBody>
              <a:bodyPr rtlCol="0" anchor="ctr"/>
              <a:lstStyle/>
              <a:p>
                <a:endParaRPr lang="en-US"/>
              </a:p>
            </p:txBody>
          </p:sp>
          <p:sp>
            <p:nvSpPr>
              <p:cNvPr id="278" name="Freeform: Shape 107">
                <a:extLst>
                  <a:ext uri="{FF2B5EF4-FFF2-40B4-BE49-F238E27FC236}">
                    <a16:creationId xmlns:a16="http://schemas.microsoft.com/office/drawing/2014/main" id="{91794268-F002-B697-1A04-3F082B21DFE9}"/>
                  </a:ext>
                </a:extLst>
              </p:cNvPr>
              <p:cNvSpPr/>
              <p:nvPr/>
            </p:nvSpPr>
            <p:spPr>
              <a:xfrm>
                <a:off x="11555549" y="480776"/>
                <a:ext cx="289716" cy="289717"/>
              </a:xfrm>
              <a:custGeom>
                <a:avLst/>
                <a:gdLst>
                  <a:gd name="connsiteX0" fmla="*/ 289717 w 289716"/>
                  <a:gd name="connsiteY0" fmla="*/ 144859 h 289717"/>
                  <a:gd name="connsiteX1" fmla="*/ 144858 w 289716"/>
                  <a:gd name="connsiteY1" fmla="*/ 289718 h 289717"/>
                  <a:gd name="connsiteX2" fmla="*/ 0 w 289716"/>
                  <a:gd name="connsiteY2" fmla="*/ 144859 h 289717"/>
                  <a:gd name="connsiteX3" fmla="*/ 144858 w 289716"/>
                  <a:gd name="connsiteY3" fmla="*/ 0 h 289717"/>
                  <a:gd name="connsiteX4" fmla="*/ 289717 w 289716"/>
                  <a:gd name="connsiteY4" fmla="*/ 144859 h 289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716" h="289717">
                    <a:moveTo>
                      <a:pt x="289717" y="144859"/>
                    </a:moveTo>
                    <a:cubicBezTo>
                      <a:pt x="289717" y="224862"/>
                      <a:pt x="224862" y="289718"/>
                      <a:pt x="144858" y="289718"/>
                    </a:cubicBezTo>
                    <a:cubicBezTo>
                      <a:pt x="64855" y="289718"/>
                      <a:pt x="0" y="224862"/>
                      <a:pt x="0" y="144859"/>
                    </a:cubicBezTo>
                    <a:cubicBezTo>
                      <a:pt x="0" y="64855"/>
                      <a:pt x="64855" y="0"/>
                      <a:pt x="144858" y="0"/>
                    </a:cubicBezTo>
                    <a:cubicBezTo>
                      <a:pt x="224862" y="0"/>
                      <a:pt x="289717" y="64855"/>
                      <a:pt x="289717" y="144859"/>
                    </a:cubicBezTo>
                    <a:close/>
                  </a:path>
                </a:pathLst>
              </a:custGeom>
              <a:noFill/>
              <a:ln w="43948" cap="flat">
                <a:solidFill>
                  <a:schemeClr val="bg1"/>
                </a:solidFill>
                <a:prstDash val="solid"/>
                <a:miter/>
              </a:ln>
            </p:spPr>
            <p:txBody>
              <a:bodyPr rtlCol="0" anchor="ctr"/>
              <a:lstStyle/>
              <a:p>
                <a:endParaRPr lang="en-US"/>
              </a:p>
            </p:txBody>
          </p:sp>
          <p:sp>
            <p:nvSpPr>
              <p:cNvPr id="279" name="Freeform: Shape 108">
                <a:extLst>
                  <a:ext uri="{FF2B5EF4-FFF2-40B4-BE49-F238E27FC236}">
                    <a16:creationId xmlns:a16="http://schemas.microsoft.com/office/drawing/2014/main" id="{DFF980B0-2E08-B522-F699-177833343683}"/>
                  </a:ext>
                </a:extLst>
              </p:cNvPr>
              <p:cNvSpPr/>
              <p:nvPr/>
            </p:nvSpPr>
            <p:spPr>
              <a:xfrm>
                <a:off x="11803588" y="487892"/>
                <a:ext cx="35071" cy="34562"/>
              </a:xfrm>
              <a:custGeom>
                <a:avLst/>
                <a:gdLst>
                  <a:gd name="connsiteX0" fmla="*/ 35071 w 35071"/>
                  <a:gd name="connsiteY0" fmla="*/ 0 h 34562"/>
                  <a:gd name="connsiteX1" fmla="*/ 0 w 35071"/>
                  <a:gd name="connsiteY1" fmla="*/ 34563 h 34562"/>
                </a:gdLst>
                <a:ahLst/>
                <a:cxnLst>
                  <a:cxn ang="0">
                    <a:pos x="connsiteX0" y="connsiteY0"/>
                  </a:cxn>
                  <a:cxn ang="0">
                    <a:pos x="connsiteX1" y="connsiteY1"/>
                  </a:cxn>
                </a:cxnLst>
                <a:rect l="l" t="t" r="r" b="b"/>
                <a:pathLst>
                  <a:path w="35071" h="34562">
                    <a:moveTo>
                      <a:pt x="35071" y="0"/>
                    </a:moveTo>
                    <a:lnTo>
                      <a:pt x="0" y="34563"/>
                    </a:lnTo>
                  </a:path>
                </a:pathLst>
              </a:custGeom>
              <a:ln w="43948" cap="flat">
                <a:solidFill>
                  <a:schemeClr val="bg1"/>
                </a:solidFill>
                <a:prstDash val="solid"/>
                <a:miter/>
              </a:ln>
            </p:spPr>
            <p:txBody>
              <a:bodyPr rtlCol="0" anchor="ctr"/>
              <a:lstStyle/>
              <a:p>
                <a:endParaRPr lang="en-US"/>
              </a:p>
            </p:txBody>
          </p:sp>
          <p:sp>
            <p:nvSpPr>
              <p:cNvPr id="280" name="Freeform: Shape 109">
                <a:extLst>
                  <a:ext uri="{FF2B5EF4-FFF2-40B4-BE49-F238E27FC236}">
                    <a16:creationId xmlns:a16="http://schemas.microsoft.com/office/drawing/2014/main" id="{B81BB39A-A3D6-7B16-8FFB-4D1D74491E2A}"/>
                  </a:ext>
                </a:extLst>
              </p:cNvPr>
              <p:cNvSpPr/>
              <p:nvPr/>
            </p:nvSpPr>
            <p:spPr>
              <a:xfrm>
                <a:off x="11562665" y="727290"/>
                <a:ext cx="36087" cy="36595"/>
              </a:xfrm>
              <a:custGeom>
                <a:avLst/>
                <a:gdLst>
                  <a:gd name="connsiteX0" fmla="*/ 36088 w 36087"/>
                  <a:gd name="connsiteY0" fmla="*/ 0 h 36595"/>
                  <a:gd name="connsiteX1" fmla="*/ 0 w 36087"/>
                  <a:gd name="connsiteY1" fmla="*/ 36596 h 36595"/>
                </a:gdLst>
                <a:ahLst/>
                <a:cxnLst>
                  <a:cxn ang="0">
                    <a:pos x="connsiteX0" y="connsiteY0"/>
                  </a:cxn>
                  <a:cxn ang="0">
                    <a:pos x="connsiteX1" y="connsiteY1"/>
                  </a:cxn>
                </a:cxnLst>
                <a:rect l="l" t="t" r="r" b="b"/>
                <a:pathLst>
                  <a:path w="36087" h="36595">
                    <a:moveTo>
                      <a:pt x="36088" y="0"/>
                    </a:moveTo>
                    <a:lnTo>
                      <a:pt x="0" y="36596"/>
                    </a:lnTo>
                  </a:path>
                </a:pathLst>
              </a:custGeom>
              <a:ln w="43948" cap="flat">
                <a:solidFill>
                  <a:schemeClr val="bg1"/>
                </a:solidFill>
                <a:prstDash val="solid"/>
                <a:miter/>
              </a:ln>
            </p:spPr>
            <p:txBody>
              <a:bodyPr rtlCol="0" anchor="ctr"/>
              <a:lstStyle/>
              <a:p>
                <a:endParaRPr lang="en-US"/>
              </a:p>
            </p:txBody>
          </p:sp>
          <p:sp>
            <p:nvSpPr>
              <p:cNvPr id="281" name="Freeform: Shape 111">
                <a:extLst>
                  <a:ext uri="{FF2B5EF4-FFF2-40B4-BE49-F238E27FC236}">
                    <a16:creationId xmlns:a16="http://schemas.microsoft.com/office/drawing/2014/main" id="{A2738062-62D8-19F1-9344-527C0A26D98D}"/>
                  </a:ext>
                </a:extLst>
              </p:cNvPr>
              <p:cNvSpPr/>
              <p:nvPr/>
            </p:nvSpPr>
            <p:spPr>
              <a:xfrm>
                <a:off x="11555549" y="480776"/>
                <a:ext cx="289716" cy="289717"/>
              </a:xfrm>
              <a:custGeom>
                <a:avLst/>
                <a:gdLst>
                  <a:gd name="connsiteX0" fmla="*/ 289717 w 289716"/>
                  <a:gd name="connsiteY0" fmla="*/ 144859 h 289717"/>
                  <a:gd name="connsiteX1" fmla="*/ 144858 w 289716"/>
                  <a:gd name="connsiteY1" fmla="*/ 289718 h 289717"/>
                  <a:gd name="connsiteX2" fmla="*/ 0 w 289716"/>
                  <a:gd name="connsiteY2" fmla="*/ 144859 h 289717"/>
                  <a:gd name="connsiteX3" fmla="*/ 144858 w 289716"/>
                  <a:gd name="connsiteY3" fmla="*/ 0 h 289717"/>
                  <a:gd name="connsiteX4" fmla="*/ 289717 w 289716"/>
                  <a:gd name="connsiteY4" fmla="*/ 144859 h 289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716" h="289717">
                    <a:moveTo>
                      <a:pt x="289717" y="144859"/>
                    </a:moveTo>
                    <a:cubicBezTo>
                      <a:pt x="289717" y="224862"/>
                      <a:pt x="224862" y="289718"/>
                      <a:pt x="144858" y="289718"/>
                    </a:cubicBezTo>
                    <a:cubicBezTo>
                      <a:pt x="64855" y="289718"/>
                      <a:pt x="0" y="224862"/>
                      <a:pt x="0" y="144859"/>
                    </a:cubicBezTo>
                    <a:cubicBezTo>
                      <a:pt x="0" y="64855"/>
                      <a:pt x="64855" y="0"/>
                      <a:pt x="144858" y="0"/>
                    </a:cubicBezTo>
                    <a:cubicBezTo>
                      <a:pt x="224862" y="0"/>
                      <a:pt x="289717" y="64855"/>
                      <a:pt x="289717" y="144859"/>
                    </a:cubicBezTo>
                    <a:close/>
                  </a:path>
                </a:pathLst>
              </a:custGeom>
              <a:noFill/>
              <a:ln w="43948" cap="flat">
                <a:solidFill>
                  <a:schemeClr val="bg1"/>
                </a:solidFill>
                <a:prstDash val="solid"/>
                <a:miter/>
              </a:ln>
            </p:spPr>
            <p:txBody>
              <a:bodyPr rtlCol="0" anchor="ctr"/>
              <a:lstStyle/>
              <a:p>
                <a:endParaRPr lang="en-US"/>
              </a:p>
            </p:txBody>
          </p:sp>
          <p:sp>
            <p:nvSpPr>
              <p:cNvPr id="282" name="Freeform: Shape 112">
                <a:extLst>
                  <a:ext uri="{FF2B5EF4-FFF2-40B4-BE49-F238E27FC236}">
                    <a16:creationId xmlns:a16="http://schemas.microsoft.com/office/drawing/2014/main" id="{659781E9-9BEC-3917-2E24-10911F2A3BE9}"/>
                  </a:ext>
                </a:extLst>
              </p:cNvPr>
              <p:cNvSpPr/>
              <p:nvPr/>
            </p:nvSpPr>
            <p:spPr>
              <a:xfrm>
                <a:off x="11631791" y="557018"/>
                <a:ext cx="137234" cy="137234"/>
              </a:xfrm>
              <a:custGeom>
                <a:avLst/>
                <a:gdLst>
                  <a:gd name="connsiteX0" fmla="*/ 137234 w 137234"/>
                  <a:gd name="connsiteY0" fmla="*/ 68617 h 137234"/>
                  <a:gd name="connsiteX1" fmla="*/ 68617 w 137234"/>
                  <a:gd name="connsiteY1" fmla="*/ 137235 h 137234"/>
                  <a:gd name="connsiteX2" fmla="*/ 0 w 137234"/>
                  <a:gd name="connsiteY2" fmla="*/ 68617 h 137234"/>
                  <a:gd name="connsiteX3" fmla="*/ 68617 w 137234"/>
                  <a:gd name="connsiteY3" fmla="*/ 0 h 137234"/>
                  <a:gd name="connsiteX4" fmla="*/ 137234 w 137234"/>
                  <a:gd name="connsiteY4" fmla="*/ 68617 h 137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234" h="137234">
                    <a:moveTo>
                      <a:pt x="137234" y="68617"/>
                    </a:moveTo>
                    <a:cubicBezTo>
                      <a:pt x="137234" y="106514"/>
                      <a:pt x="106513" y="137235"/>
                      <a:pt x="68617" y="137235"/>
                    </a:cubicBezTo>
                    <a:cubicBezTo>
                      <a:pt x="30721" y="137235"/>
                      <a:pt x="0" y="106514"/>
                      <a:pt x="0" y="68617"/>
                    </a:cubicBezTo>
                    <a:cubicBezTo>
                      <a:pt x="0" y="30721"/>
                      <a:pt x="30721" y="0"/>
                      <a:pt x="68617" y="0"/>
                    </a:cubicBezTo>
                    <a:cubicBezTo>
                      <a:pt x="106513" y="0"/>
                      <a:pt x="137234" y="30721"/>
                      <a:pt x="137234" y="68617"/>
                    </a:cubicBezTo>
                    <a:close/>
                  </a:path>
                </a:pathLst>
              </a:custGeom>
              <a:noFill/>
              <a:ln w="43948" cap="flat">
                <a:solidFill>
                  <a:schemeClr val="bg1"/>
                </a:solidFill>
                <a:prstDash val="solid"/>
                <a:miter/>
              </a:ln>
            </p:spPr>
            <p:txBody>
              <a:bodyPr rtlCol="0" anchor="ctr"/>
              <a:lstStyle/>
              <a:p>
                <a:endParaRPr lang="en-US"/>
              </a:p>
            </p:txBody>
          </p:sp>
        </p:grpSp>
      </p:grpSp>
    </p:spTree>
    <p:extLst>
      <p:ext uri="{BB962C8B-B14F-4D97-AF65-F5344CB8AC3E}">
        <p14:creationId xmlns:p14="http://schemas.microsoft.com/office/powerpoint/2010/main" val="3705973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4A21F-76C4-D8A7-1818-9FE0E557B18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EA697D7-A28D-23F6-9985-0FE9B1F6B513}"/>
              </a:ext>
              <a:ext uri="{C183D7F6-B498-43B3-948B-1728B52AA6E4}">
                <adec:decorative xmlns:adec="http://schemas.microsoft.com/office/drawing/2017/decorative" val="1"/>
              </a:ext>
            </a:extLst>
          </p:cNvPr>
          <p:cNvSpPr txBox="1"/>
          <p:nvPr/>
        </p:nvSpPr>
        <p:spPr>
          <a:xfrm>
            <a:off x="475092" y="967177"/>
            <a:ext cx="1323227" cy="1261668"/>
          </a:xfrm>
          <a:prstGeom prst="rect">
            <a:avLst/>
          </a:prstGeom>
          <a:solidFill>
            <a:schemeClr val="accent1"/>
          </a:solidFill>
          <a:ln w="12700">
            <a:solidFill>
              <a:schemeClr val="accent1"/>
            </a:solidFill>
          </a:ln>
        </p:spPr>
        <p:txBody>
          <a:bodyPr wrap="square" lIns="91440" tIns="45720" rIns="91440" bIns="45720" rtlCol="0">
            <a:noAutofit/>
          </a:bodyPr>
          <a:lstStyle/>
          <a:p>
            <a:pPr algn="l"/>
            <a:endParaRPr lang="en-IN" dirty="0">
              <a:solidFill>
                <a:schemeClr val="accent3"/>
              </a:solidFill>
            </a:endParaRPr>
          </a:p>
        </p:txBody>
      </p:sp>
      <p:sp>
        <p:nvSpPr>
          <p:cNvPr id="4" name="TextBox 3">
            <a:extLst>
              <a:ext uri="{FF2B5EF4-FFF2-40B4-BE49-F238E27FC236}">
                <a16:creationId xmlns:a16="http://schemas.microsoft.com/office/drawing/2014/main" id="{151B6FE7-0DD9-B1F8-478A-3CB3478F3DD8}"/>
              </a:ext>
              <a:ext uri="{C183D7F6-B498-43B3-948B-1728B52AA6E4}">
                <adec:decorative xmlns:adec="http://schemas.microsoft.com/office/drawing/2017/decorative" val="1"/>
              </a:ext>
            </a:extLst>
          </p:cNvPr>
          <p:cNvSpPr txBox="1"/>
          <p:nvPr/>
        </p:nvSpPr>
        <p:spPr>
          <a:xfrm>
            <a:off x="426719" y="4381714"/>
            <a:ext cx="1371600" cy="1371600"/>
          </a:xfrm>
          <a:prstGeom prst="rect">
            <a:avLst/>
          </a:prstGeom>
          <a:solidFill>
            <a:schemeClr val="accent3"/>
          </a:solidFill>
          <a:ln w="12700">
            <a:solidFill>
              <a:schemeClr val="accent3"/>
            </a:solidFill>
          </a:ln>
        </p:spPr>
        <p:txBody>
          <a:bodyPr wrap="square" lIns="91440" tIns="45720" rIns="91440" bIns="45720" rtlCol="0">
            <a:noAutofit/>
          </a:bodyPr>
          <a:lstStyle/>
          <a:p>
            <a:pPr algn="l"/>
            <a:endParaRPr lang="en-IN" dirty="0">
              <a:solidFill>
                <a:schemeClr val="accent3"/>
              </a:solidFill>
            </a:endParaRPr>
          </a:p>
        </p:txBody>
      </p:sp>
      <p:sp>
        <p:nvSpPr>
          <p:cNvPr id="7" name="Title 6">
            <a:extLst>
              <a:ext uri="{FF2B5EF4-FFF2-40B4-BE49-F238E27FC236}">
                <a16:creationId xmlns:a16="http://schemas.microsoft.com/office/drawing/2014/main" id="{D0A61FF4-6530-1B1B-05B5-FE019B88559B}"/>
              </a:ext>
            </a:extLst>
          </p:cNvPr>
          <p:cNvSpPr>
            <a:spLocks noGrp="1"/>
          </p:cNvSpPr>
          <p:nvPr>
            <p:ph type="title"/>
          </p:nvPr>
        </p:nvSpPr>
        <p:spPr>
          <a:xfrm>
            <a:off x="428624" y="291451"/>
            <a:ext cx="11337925" cy="499991"/>
          </a:xfrm>
        </p:spPr>
        <p:txBody>
          <a:bodyPr/>
          <a:lstStyle/>
          <a:p>
            <a:r>
              <a:rPr lang="fr-FR" dirty="0"/>
              <a:t>Synthèse des résultats</a:t>
            </a:r>
            <a:endParaRPr lang="en-IN" dirty="0"/>
          </a:p>
        </p:txBody>
      </p:sp>
      <p:sp>
        <p:nvSpPr>
          <p:cNvPr id="6" name="Slide Number Placeholder 5">
            <a:extLst>
              <a:ext uri="{FF2B5EF4-FFF2-40B4-BE49-F238E27FC236}">
                <a16:creationId xmlns:a16="http://schemas.microsoft.com/office/drawing/2014/main" id="{09D5E71C-A5A6-7A66-D999-AD76ABE9553E}"/>
              </a:ext>
            </a:extLst>
          </p:cNvPr>
          <p:cNvSpPr>
            <a:spLocks noGrp="1"/>
          </p:cNvSpPr>
          <p:nvPr>
            <p:ph type="sldNum" sz="quarter" idx="4"/>
          </p:nvPr>
        </p:nvSpPr>
        <p:spPr/>
        <p:txBody>
          <a:bodyPr/>
          <a:lstStyle/>
          <a:p>
            <a:fld id="{DAF489CC-3B7A-4DA5-A8C0-4984788D0EC5}" type="slidenum">
              <a:rPr lang="nl-NL" smtClean="0"/>
              <a:pPr/>
              <a:t>10</a:t>
            </a:fld>
            <a:endParaRPr lang="nl-NL" dirty="0"/>
          </a:p>
        </p:txBody>
      </p:sp>
      <p:sp>
        <p:nvSpPr>
          <p:cNvPr id="13" name="Rectangle 12">
            <a:extLst>
              <a:ext uri="{FF2B5EF4-FFF2-40B4-BE49-F238E27FC236}">
                <a16:creationId xmlns:a16="http://schemas.microsoft.com/office/drawing/2014/main" id="{60301B4E-BEC6-1A35-3002-390992E72EC3}"/>
              </a:ext>
            </a:extLst>
          </p:cNvPr>
          <p:cNvSpPr/>
          <p:nvPr/>
        </p:nvSpPr>
        <p:spPr>
          <a:xfrm>
            <a:off x="1895066" y="920419"/>
            <a:ext cx="9868309" cy="1415772"/>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r>
              <a:rPr lang="fr-FR" b="1" noProof="0" dirty="0">
                <a:solidFill>
                  <a:schemeClr val="accent1"/>
                </a:solidFill>
                <a:latin typeface="Aptos" panose="020B0004020202020204" pitchFamily="34" charset="0"/>
              </a:rPr>
              <a:t>Format de la variable synthèse TI-IDF vs catégoriel (S1 vs S5)</a:t>
            </a:r>
          </a:p>
          <a:p>
            <a:pPr marL="285750" indent="-285750">
              <a:buFont typeface="Arial" panose="020B0604020202020204" pitchFamily="34" charset="0"/>
              <a:buChar char="•"/>
            </a:pPr>
            <a:r>
              <a:rPr lang="fr-FR" sz="1600" noProof="0" dirty="0">
                <a:solidFill>
                  <a:schemeClr val="accent3"/>
                </a:solidFill>
                <a:latin typeface="Aptos" panose="020B0004020202020204" pitchFamily="34" charset="0"/>
              </a:rPr>
              <a:t>Pb TF-IDF analyse la fréquence statistique de mots : un même mot peut être utilisé pour exprimer  deux informations différentes (ex : compétences obsolètes ou compétences à jour)</a:t>
            </a:r>
          </a:p>
          <a:p>
            <a:pPr marL="285750" indent="-285750">
              <a:buFont typeface="Arial" panose="020B0604020202020204" pitchFamily="34" charset="0"/>
              <a:buChar char="•"/>
            </a:pPr>
            <a:r>
              <a:rPr lang="fr-FR" sz="1600" noProof="0" dirty="0">
                <a:solidFill>
                  <a:schemeClr val="accent3"/>
                </a:solidFill>
                <a:latin typeface="Aptos" panose="020B0004020202020204" pitchFamily="34" charset="0"/>
              </a:rPr>
              <a:t>Scénario S5  variables catégorielles : </a:t>
            </a:r>
          </a:p>
          <a:p>
            <a:pPr marL="742950" lvl="1" indent="-285750">
              <a:buFont typeface="Arial" panose="020B0604020202020204" pitchFamily="34" charset="0"/>
              <a:buChar char="•"/>
            </a:pPr>
            <a:r>
              <a:rPr lang="fr-FR" sz="1600" noProof="0" dirty="0">
                <a:solidFill>
                  <a:schemeClr val="accent3"/>
                </a:solidFill>
                <a:latin typeface="Aptos" panose="020B0004020202020204" pitchFamily="34" charset="0"/>
              </a:rPr>
              <a:t>F1 macro</a:t>
            </a:r>
            <a:r>
              <a:rPr lang="fr-FR" noProof="0" dirty="0">
                <a:solidFill>
                  <a:schemeClr val="accent3"/>
                </a:solidFill>
                <a:latin typeface="Aptos" panose="020B0004020202020204" pitchFamily="34" charset="0"/>
              </a:rPr>
              <a:t> </a:t>
            </a:r>
            <a:r>
              <a:rPr lang="fr-FR" sz="2000" b="1" noProof="0" dirty="0">
                <a:solidFill>
                  <a:schemeClr val="accent3"/>
                </a:solidFill>
                <a:latin typeface="Aptos" panose="020B0004020202020204" pitchFamily="34" charset="0"/>
              </a:rPr>
              <a:t>↗</a:t>
            </a:r>
            <a:r>
              <a:rPr lang="fr-FR" sz="1600" b="1" noProof="0" dirty="0">
                <a:solidFill>
                  <a:schemeClr val="accent3"/>
                </a:solidFill>
                <a:latin typeface="Aptos" panose="020B0004020202020204" pitchFamily="34" charset="0"/>
              </a:rPr>
              <a:t> </a:t>
            </a:r>
            <a:r>
              <a:rPr lang="fr-FR" b="1" noProof="0" dirty="0">
                <a:solidFill>
                  <a:schemeClr val="accent3"/>
                </a:solidFill>
                <a:latin typeface="Aptos" panose="020B0004020202020204" pitchFamily="34" charset="0"/>
              </a:rPr>
              <a:t> </a:t>
            </a:r>
            <a:r>
              <a:rPr lang="fr-FR" sz="1600" b="1" noProof="0" dirty="0">
                <a:solidFill>
                  <a:schemeClr val="accent3"/>
                </a:solidFill>
                <a:latin typeface="Aptos" panose="020B0004020202020204" pitchFamily="34" charset="0"/>
              </a:rPr>
              <a:t>(</a:t>
            </a:r>
            <a:r>
              <a:rPr lang="fr-FR" sz="1600" noProof="0" dirty="0">
                <a:solidFill>
                  <a:schemeClr val="accent3"/>
                </a:solidFill>
                <a:latin typeface="Aptos" panose="020B0004020202020204" pitchFamily="34" charset="0"/>
              </a:rPr>
              <a:t>0,699 → 0,704) / le </a:t>
            </a:r>
            <a:r>
              <a:rPr lang="fr-FR" sz="1600" noProof="0" dirty="0" err="1">
                <a:solidFill>
                  <a:schemeClr val="accent3"/>
                </a:solidFill>
                <a:latin typeface="Aptos" panose="020B0004020202020204" pitchFamily="34" charset="0"/>
              </a:rPr>
              <a:t>recall</a:t>
            </a:r>
            <a:r>
              <a:rPr lang="fr-FR" sz="1600" noProof="0" dirty="0">
                <a:solidFill>
                  <a:schemeClr val="accent3"/>
                </a:solidFill>
                <a:latin typeface="Aptos" panose="020B0004020202020204" pitchFamily="34" charset="0"/>
              </a:rPr>
              <a:t> classe 2 </a:t>
            </a:r>
            <a:r>
              <a:rPr lang="fr-FR" sz="2000" b="1" noProof="0" dirty="0">
                <a:solidFill>
                  <a:schemeClr val="accent3"/>
                </a:solidFill>
                <a:latin typeface="Aptos" panose="020B0004020202020204" pitchFamily="34" charset="0"/>
              </a:rPr>
              <a:t>↗</a:t>
            </a:r>
            <a:r>
              <a:rPr lang="fr-FR" sz="1600" noProof="0" dirty="0">
                <a:solidFill>
                  <a:schemeClr val="accent3"/>
                </a:solidFill>
                <a:latin typeface="Aptos" panose="020B0004020202020204" pitchFamily="34" charset="0"/>
              </a:rPr>
              <a:t> (0,597 → 0,602) / l'erreur critique </a:t>
            </a:r>
            <a:r>
              <a:rPr lang="fr-FR" sz="2000" b="1" noProof="0" dirty="0">
                <a:solidFill>
                  <a:schemeClr val="accent3"/>
                </a:solidFill>
                <a:latin typeface="Aptos" panose="020B0004020202020204" pitchFamily="34" charset="0"/>
              </a:rPr>
              <a:t>↘</a:t>
            </a:r>
            <a:r>
              <a:rPr lang="fr-FR" sz="1600" noProof="0" dirty="0">
                <a:solidFill>
                  <a:schemeClr val="accent3"/>
                </a:solidFill>
                <a:latin typeface="Aptos" panose="020B0004020202020204" pitchFamily="34" charset="0"/>
              </a:rPr>
              <a:t> (11,3 % → 10,8 %)</a:t>
            </a:r>
            <a:endParaRPr lang="fr-FR" sz="1600" dirty="0">
              <a:solidFill>
                <a:schemeClr val="accent3"/>
              </a:solidFill>
              <a:latin typeface="Aptos" panose="020B0004020202020204" pitchFamily="34" charset="0"/>
            </a:endParaRPr>
          </a:p>
        </p:txBody>
      </p:sp>
      <p:sp>
        <p:nvSpPr>
          <p:cNvPr id="15" name="Rectangle 14">
            <a:extLst>
              <a:ext uri="{FF2B5EF4-FFF2-40B4-BE49-F238E27FC236}">
                <a16:creationId xmlns:a16="http://schemas.microsoft.com/office/drawing/2014/main" id="{FDB0DA45-F9EA-AD16-B87F-613D2DC12B8B}"/>
              </a:ext>
            </a:extLst>
          </p:cNvPr>
          <p:cNvSpPr/>
          <p:nvPr/>
        </p:nvSpPr>
        <p:spPr>
          <a:xfrm>
            <a:off x="1895066" y="2594335"/>
            <a:ext cx="9918585" cy="1323439"/>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r>
              <a:rPr lang="en-IN" sz="1600" b="1" dirty="0">
                <a:solidFill>
                  <a:schemeClr val="accent2"/>
                </a:solidFill>
                <a:latin typeface="Aptos" panose="020B0004020202020204" pitchFamily="34" charset="0"/>
              </a:rPr>
              <a:t>Scenario Texte seul </a:t>
            </a:r>
            <a:r>
              <a:rPr lang="fr-FR" sz="1600" b="1" dirty="0">
                <a:solidFill>
                  <a:schemeClr val="accent2"/>
                </a:solidFill>
                <a:latin typeface="Aptos" panose="020B0004020202020204" pitchFamily="34" charset="0"/>
              </a:rPr>
              <a:t>“</a:t>
            </a:r>
            <a:r>
              <a:rPr lang="fr-FR" sz="1600" b="1" dirty="0" err="1">
                <a:solidFill>
                  <a:schemeClr val="accent2"/>
                </a:solidFill>
                <a:latin typeface="Aptos" panose="020B0004020202020204" pitchFamily="34" charset="0"/>
              </a:rPr>
              <a:t>synthese_entretien</a:t>
            </a:r>
            <a:r>
              <a:rPr lang="fr-FR" sz="1600" b="1" dirty="0">
                <a:solidFill>
                  <a:schemeClr val="accent2"/>
                </a:solidFill>
                <a:latin typeface="Aptos" panose="020B0004020202020204" pitchFamily="34" charset="0"/>
              </a:rPr>
              <a:t>” </a:t>
            </a:r>
            <a:r>
              <a:rPr lang="en-IN" sz="1600" b="1" dirty="0">
                <a:solidFill>
                  <a:schemeClr val="accent2"/>
                </a:solidFill>
                <a:latin typeface="Aptos" panose="020B0004020202020204" pitchFamily="34" charset="0"/>
              </a:rPr>
              <a:t>(S3) </a:t>
            </a:r>
          </a:p>
          <a:p>
            <a:pPr marL="285750" indent="-285750">
              <a:buFont typeface="Arial" panose="020B0604020202020204" pitchFamily="34" charset="0"/>
              <a:buChar char="•"/>
            </a:pPr>
            <a:r>
              <a:rPr lang="fr-FR" sz="1600" noProof="0" dirty="0">
                <a:solidFill>
                  <a:schemeClr val="accent3"/>
                </a:solidFill>
                <a:latin typeface="Aptos" panose="020B0004020202020204" pitchFamily="34" charset="0"/>
              </a:rPr>
              <a:t>La variable texte ne suffit pas à modéliser la complexité de la trajectoire de retour à l’emploi</a:t>
            </a:r>
          </a:p>
          <a:p>
            <a:pPr marL="285750" indent="-285750">
              <a:buFont typeface="Arial" panose="020B0604020202020204" pitchFamily="34" charset="0"/>
              <a:buChar char="•"/>
            </a:pPr>
            <a:r>
              <a:rPr lang="fr-FR" sz="1600" noProof="0" dirty="0">
                <a:solidFill>
                  <a:schemeClr val="accent3"/>
                </a:solidFill>
                <a:latin typeface="Aptos" panose="020B0004020202020204" pitchFamily="34" charset="0"/>
              </a:rPr>
              <a:t>Le taux d'erreur critique 2→0 explose à 19,0 % en moyenne avec une instabilité entre les </a:t>
            </a:r>
            <a:r>
              <a:rPr lang="fr-FR" sz="1600" noProof="0" dirty="0" err="1">
                <a:solidFill>
                  <a:schemeClr val="accent3"/>
                </a:solidFill>
                <a:latin typeface="Aptos" panose="020B0004020202020204" pitchFamily="34" charset="0"/>
              </a:rPr>
              <a:t>folds</a:t>
            </a:r>
            <a:r>
              <a:rPr lang="fr-FR" sz="1600" noProof="0" dirty="0">
                <a:solidFill>
                  <a:schemeClr val="accent3"/>
                </a:solidFill>
                <a:latin typeface="Aptos" panose="020B0004020202020204" pitchFamily="34" charset="0"/>
              </a:rPr>
              <a:t> (28,8 % au maximum). </a:t>
            </a:r>
          </a:p>
          <a:p>
            <a:pPr marL="285750" indent="-285750">
              <a:buFont typeface="Arial" panose="020B0604020202020204" pitchFamily="34" charset="0"/>
              <a:buChar char="•"/>
            </a:pPr>
            <a:r>
              <a:rPr lang="fr-FR" sz="1600" noProof="0" dirty="0">
                <a:solidFill>
                  <a:schemeClr val="accent3"/>
                </a:solidFill>
                <a:latin typeface="Aptos" panose="020B0004020202020204" pitchFamily="34" charset="0"/>
              </a:rPr>
              <a:t>Les données tabulaires (parcours, métier, diplôme) restent le socle prédictif indispensable.</a:t>
            </a:r>
            <a:endParaRPr lang="en-IN" sz="1600" dirty="0">
              <a:solidFill>
                <a:schemeClr val="accent3"/>
              </a:solidFill>
              <a:latin typeface="Aptos" panose="020B0004020202020204" pitchFamily="34" charset="0"/>
            </a:endParaRPr>
          </a:p>
        </p:txBody>
      </p:sp>
      <p:sp>
        <p:nvSpPr>
          <p:cNvPr id="17" name="Rectangle 16">
            <a:extLst>
              <a:ext uri="{FF2B5EF4-FFF2-40B4-BE49-F238E27FC236}">
                <a16:creationId xmlns:a16="http://schemas.microsoft.com/office/drawing/2014/main" id="{1F64CB5F-D47B-56CD-3F07-76BA4096E838}"/>
              </a:ext>
            </a:extLst>
          </p:cNvPr>
          <p:cNvSpPr/>
          <p:nvPr/>
        </p:nvSpPr>
        <p:spPr>
          <a:xfrm>
            <a:off x="1895067" y="4159862"/>
            <a:ext cx="9868308" cy="1846659"/>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r>
              <a:rPr lang="en-IN" b="1" dirty="0">
                <a:solidFill>
                  <a:schemeClr val="accent3"/>
                </a:solidFill>
                <a:latin typeface="Aptos" panose="020B0004020202020204" pitchFamily="34" charset="0"/>
              </a:rPr>
              <a:t>Les scenarios </a:t>
            </a:r>
            <a:r>
              <a:rPr lang="fr-FR" b="1" noProof="0" dirty="0">
                <a:solidFill>
                  <a:schemeClr val="accent3"/>
                </a:solidFill>
                <a:latin typeface="Aptos" panose="020B0004020202020204" pitchFamily="34" charset="0"/>
              </a:rPr>
              <a:t>éthiques</a:t>
            </a:r>
            <a:r>
              <a:rPr lang="en-IN" b="1" dirty="0">
                <a:solidFill>
                  <a:schemeClr val="accent3"/>
                </a:solidFill>
                <a:latin typeface="Aptos" panose="020B0004020202020204" pitchFamily="34" charset="0"/>
              </a:rPr>
              <a:t> (S2, S8, S9)</a:t>
            </a:r>
          </a:p>
          <a:p>
            <a:pPr marL="285750" indent="-285750">
              <a:buFont typeface="Arial" panose="020B0604020202020204" pitchFamily="34" charset="0"/>
              <a:buChar char="•"/>
            </a:pPr>
            <a:r>
              <a:rPr lang="en-IN" sz="1600" b="1" dirty="0">
                <a:solidFill>
                  <a:schemeClr val="accent3"/>
                </a:solidFill>
                <a:latin typeface="Aptos" panose="020B0004020202020204" pitchFamily="34" charset="0"/>
              </a:rPr>
              <a:t>Sans variable sensible</a:t>
            </a:r>
            <a:r>
              <a:rPr lang="en-IN" sz="1600" dirty="0">
                <a:solidFill>
                  <a:schemeClr val="accent3"/>
                </a:solidFill>
                <a:latin typeface="Aptos" panose="020B0004020202020204" pitchFamily="34" charset="0"/>
              </a:rPr>
              <a:t> (S2) : </a:t>
            </a:r>
            <a:r>
              <a:rPr lang="fr-FR" sz="1600" dirty="0">
                <a:solidFill>
                  <a:schemeClr val="accent3"/>
                </a:solidFill>
                <a:latin typeface="Aptos" panose="020B0004020202020204" pitchFamily="34" charset="0"/>
              </a:rPr>
              <a:t>Effondrement prédictif (Tous les modèles chutent sous 0,645 de F1 macro), explosion du risque humain (taux d'erreur critique 2→0 &gt; 20%</a:t>
            </a:r>
          </a:p>
          <a:p>
            <a:pPr marL="285750" indent="-285750">
              <a:buFont typeface="Arial" panose="020B0604020202020204" pitchFamily="34" charset="0"/>
              <a:buChar char="•"/>
            </a:pPr>
            <a:r>
              <a:rPr lang="fr-FR" sz="1600" b="1" dirty="0">
                <a:solidFill>
                  <a:schemeClr val="accent3"/>
                </a:solidFill>
                <a:latin typeface="Aptos" panose="020B0004020202020204" pitchFamily="34" charset="0"/>
              </a:rPr>
              <a:t>Ablation de l’âge </a:t>
            </a:r>
            <a:r>
              <a:rPr lang="fr-FR" sz="1600" dirty="0">
                <a:solidFill>
                  <a:schemeClr val="accent3"/>
                </a:solidFill>
                <a:latin typeface="Aptos" panose="020B0004020202020204" pitchFamily="34" charset="0"/>
              </a:rPr>
              <a:t>(S7) : supprimer l'âge effondre le F1 macro de 0,704 à 0,625 (−0,079) et fait bondir l'erreur critique de 10,8 % à 16,6 % (+5,8 pts). Dégradation brutale &gt; 53 ans</a:t>
            </a:r>
          </a:p>
          <a:p>
            <a:pPr marL="285750" indent="-285750">
              <a:buFont typeface="Arial" panose="020B0604020202020204" pitchFamily="34" charset="0"/>
              <a:buChar char="•"/>
            </a:pPr>
            <a:r>
              <a:rPr lang="fr-FR" sz="1600" b="1" dirty="0">
                <a:solidFill>
                  <a:schemeClr val="accent3"/>
                </a:solidFill>
                <a:latin typeface="Aptos" panose="020B0004020202020204" pitchFamily="34" charset="0"/>
              </a:rPr>
              <a:t>Ablation de la nationalité </a:t>
            </a:r>
            <a:r>
              <a:rPr lang="fr-FR" sz="1600" dirty="0">
                <a:solidFill>
                  <a:schemeClr val="accent3"/>
                </a:solidFill>
                <a:latin typeface="Aptos" panose="020B0004020202020204" pitchFamily="34" charset="0"/>
              </a:rPr>
              <a:t>(S8)  : supprimer la nationalité entraîne une baisse plus modérée du F1 (0,704 → 0,673) et une hausse d'erreur critique de 10,8% à 13,2%. Option d'atténuation éthique à étudier</a:t>
            </a:r>
          </a:p>
        </p:txBody>
      </p:sp>
      <p:cxnSp>
        <p:nvCxnSpPr>
          <p:cNvPr id="24" name="Straight Connector 23">
            <a:extLst>
              <a:ext uri="{FF2B5EF4-FFF2-40B4-BE49-F238E27FC236}">
                <a16:creationId xmlns:a16="http://schemas.microsoft.com/office/drawing/2014/main" id="{FA176CD1-2042-2CB1-857E-81E7A77BCCA1}"/>
              </a:ext>
              <a:ext uri="{C183D7F6-B498-43B3-948B-1728B52AA6E4}">
                <adec:decorative xmlns:adec="http://schemas.microsoft.com/office/drawing/2017/decorative" val="1"/>
              </a:ext>
            </a:extLst>
          </p:cNvPr>
          <p:cNvCxnSpPr>
            <a:cxnSpLocks/>
          </p:cNvCxnSpPr>
          <p:nvPr/>
        </p:nvCxnSpPr>
        <p:spPr>
          <a:xfrm>
            <a:off x="475092" y="2429849"/>
            <a:ext cx="1133856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C1EDAAF-6214-D67C-B988-E4292EABAC72}"/>
              </a:ext>
              <a:ext uri="{C183D7F6-B498-43B3-948B-1728B52AA6E4}">
                <adec:decorative xmlns:adec="http://schemas.microsoft.com/office/drawing/2017/decorative" val="1"/>
              </a:ext>
            </a:extLst>
          </p:cNvPr>
          <p:cNvCxnSpPr>
            <a:cxnSpLocks/>
          </p:cNvCxnSpPr>
          <p:nvPr/>
        </p:nvCxnSpPr>
        <p:spPr>
          <a:xfrm>
            <a:off x="475092" y="4063746"/>
            <a:ext cx="1133856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9" name="Groupe 28">
            <a:extLst>
              <a:ext uri="{FF2B5EF4-FFF2-40B4-BE49-F238E27FC236}">
                <a16:creationId xmlns:a16="http://schemas.microsoft.com/office/drawing/2014/main" id="{E9060F24-6829-ED33-474B-660A38BDF380}"/>
              </a:ext>
            </a:extLst>
          </p:cNvPr>
          <p:cNvGrpSpPr/>
          <p:nvPr/>
        </p:nvGrpSpPr>
        <p:grpSpPr>
          <a:xfrm>
            <a:off x="475092" y="2650452"/>
            <a:ext cx="1323227" cy="1160814"/>
            <a:chOff x="475093" y="3052153"/>
            <a:chExt cx="1323227" cy="1160814"/>
          </a:xfrm>
        </p:grpSpPr>
        <p:sp>
          <p:nvSpPr>
            <p:cNvPr id="3" name="TextBox 2">
              <a:extLst>
                <a:ext uri="{FF2B5EF4-FFF2-40B4-BE49-F238E27FC236}">
                  <a16:creationId xmlns:a16="http://schemas.microsoft.com/office/drawing/2014/main" id="{E1D2B6A7-D8FE-59F6-07AC-0D13152D1289}"/>
                </a:ext>
                <a:ext uri="{C183D7F6-B498-43B3-948B-1728B52AA6E4}">
                  <adec:decorative xmlns:adec="http://schemas.microsoft.com/office/drawing/2017/decorative" val="1"/>
                </a:ext>
              </a:extLst>
            </p:cNvPr>
            <p:cNvSpPr txBox="1"/>
            <p:nvPr/>
          </p:nvSpPr>
          <p:spPr>
            <a:xfrm>
              <a:off x="475093" y="3052153"/>
              <a:ext cx="1323227" cy="1160814"/>
            </a:xfrm>
            <a:prstGeom prst="rect">
              <a:avLst/>
            </a:prstGeom>
            <a:solidFill>
              <a:schemeClr val="accent2"/>
            </a:solidFill>
            <a:ln w="12700">
              <a:solidFill>
                <a:schemeClr val="accent2"/>
              </a:solidFill>
            </a:ln>
          </p:spPr>
          <p:txBody>
            <a:bodyPr wrap="square" lIns="91440" tIns="45720" rIns="91440" bIns="45720" rtlCol="0">
              <a:noAutofit/>
            </a:bodyPr>
            <a:lstStyle/>
            <a:p>
              <a:pPr algn="l"/>
              <a:endParaRPr lang="en-IN" dirty="0">
                <a:solidFill>
                  <a:schemeClr val="accent3"/>
                </a:solidFill>
              </a:endParaRPr>
            </a:p>
          </p:txBody>
        </p:sp>
        <p:grpSp>
          <p:nvGrpSpPr>
            <p:cNvPr id="19" name="Group 1132">
              <a:extLst>
                <a:ext uri="{FF2B5EF4-FFF2-40B4-BE49-F238E27FC236}">
                  <a16:creationId xmlns:a16="http://schemas.microsoft.com/office/drawing/2014/main" id="{6B3EDECF-4239-6EC1-9840-D36A3BF421A6}"/>
                </a:ext>
              </a:extLst>
            </p:cNvPr>
            <p:cNvGrpSpPr/>
            <p:nvPr/>
          </p:nvGrpSpPr>
          <p:grpSpPr>
            <a:xfrm>
              <a:off x="749404" y="3322813"/>
              <a:ext cx="774607" cy="619492"/>
              <a:chOff x="358254" y="4491332"/>
              <a:chExt cx="449600" cy="311917"/>
            </a:xfrm>
          </p:grpSpPr>
          <p:sp>
            <p:nvSpPr>
              <p:cNvPr id="20" name="Freeform: Shape 1277">
                <a:extLst>
                  <a:ext uri="{FF2B5EF4-FFF2-40B4-BE49-F238E27FC236}">
                    <a16:creationId xmlns:a16="http://schemas.microsoft.com/office/drawing/2014/main" id="{F0F8F2F0-79B1-AA62-EB9A-7E4FC3589781}"/>
                  </a:ext>
                </a:extLst>
              </p:cNvPr>
              <p:cNvSpPr/>
              <p:nvPr/>
            </p:nvSpPr>
            <p:spPr>
              <a:xfrm>
                <a:off x="358254" y="4491332"/>
                <a:ext cx="449600" cy="311917"/>
              </a:xfrm>
              <a:custGeom>
                <a:avLst/>
                <a:gdLst>
                  <a:gd name="connsiteX0" fmla="*/ 145481 w 449600"/>
                  <a:gd name="connsiteY0" fmla="*/ 0 h 311917"/>
                  <a:gd name="connsiteX1" fmla="*/ 89613 w 449600"/>
                  <a:gd name="connsiteY1" fmla="*/ 13117 h 311917"/>
                  <a:gd name="connsiteX2" fmla="*/ 21599 w 449600"/>
                  <a:gd name="connsiteY2" fmla="*/ 27691 h 311917"/>
                  <a:gd name="connsiteX3" fmla="*/ 1194 w 449600"/>
                  <a:gd name="connsiteY3" fmla="*/ 47610 h 311917"/>
                  <a:gd name="connsiteX4" fmla="*/ 223 w 449600"/>
                  <a:gd name="connsiteY4" fmla="*/ 286631 h 311917"/>
                  <a:gd name="connsiteX5" fmla="*/ 27914 w 449600"/>
                  <a:gd name="connsiteY5" fmla="*/ 310921 h 311917"/>
                  <a:gd name="connsiteX6" fmla="*/ 99815 w 449600"/>
                  <a:gd name="connsiteY6" fmla="*/ 293432 h 311917"/>
                  <a:gd name="connsiteX7" fmla="*/ 197949 w 449600"/>
                  <a:gd name="connsiteY7" fmla="*/ 297804 h 311917"/>
                  <a:gd name="connsiteX8" fmla="*/ 259162 w 449600"/>
                  <a:gd name="connsiteY8" fmla="*/ 295861 h 311917"/>
                  <a:gd name="connsiteX9" fmla="*/ 354381 w 449600"/>
                  <a:gd name="connsiteY9" fmla="*/ 297319 h 311917"/>
                  <a:gd name="connsiteX10" fmla="*/ 424338 w 449600"/>
                  <a:gd name="connsiteY10" fmla="*/ 311893 h 311917"/>
                  <a:gd name="connsiteX11" fmla="*/ 449601 w 449600"/>
                  <a:gd name="connsiteY11" fmla="*/ 291003 h 311917"/>
                  <a:gd name="connsiteX12" fmla="*/ 448629 w 449600"/>
                  <a:gd name="connsiteY12" fmla="*/ 48096 h 311917"/>
                  <a:gd name="connsiteX13" fmla="*/ 424824 w 449600"/>
                  <a:gd name="connsiteY13" fmla="*/ 29149 h 311917"/>
                  <a:gd name="connsiteX14" fmla="*/ 358754 w 449600"/>
                  <a:gd name="connsiteY14" fmla="*/ 12631 h 311917"/>
                  <a:gd name="connsiteX15" fmla="*/ 225155 w 449600"/>
                  <a:gd name="connsiteY15" fmla="*/ 26720 h 311917"/>
                  <a:gd name="connsiteX16" fmla="*/ 178031 w 449600"/>
                  <a:gd name="connsiteY16" fmla="*/ 4858 h 311917"/>
                  <a:gd name="connsiteX17" fmla="*/ 145481 w 449600"/>
                  <a:gd name="connsiteY17" fmla="*/ 0 h 311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49600" h="311917">
                    <a:moveTo>
                      <a:pt x="145481" y="0"/>
                    </a:moveTo>
                    <a:cubicBezTo>
                      <a:pt x="129935" y="0"/>
                      <a:pt x="111960" y="2915"/>
                      <a:pt x="89613" y="13117"/>
                    </a:cubicBezTo>
                    <a:cubicBezTo>
                      <a:pt x="66293" y="26234"/>
                      <a:pt x="43460" y="30121"/>
                      <a:pt x="21599" y="27691"/>
                    </a:cubicBezTo>
                    <a:cubicBezTo>
                      <a:pt x="6053" y="26720"/>
                      <a:pt x="709" y="34493"/>
                      <a:pt x="1194" y="47610"/>
                    </a:cubicBezTo>
                    <a:lnTo>
                      <a:pt x="223" y="286631"/>
                    </a:lnTo>
                    <a:cubicBezTo>
                      <a:pt x="-2206" y="317723"/>
                      <a:pt x="15769" y="308492"/>
                      <a:pt x="27914" y="310921"/>
                    </a:cubicBezTo>
                    <a:cubicBezTo>
                      <a:pt x="54148" y="310921"/>
                      <a:pt x="78439" y="305577"/>
                      <a:pt x="99815" y="293432"/>
                    </a:cubicBezTo>
                    <a:cubicBezTo>
                      <a:pt x="126049" y="281287"/>
                      <a:pt x="162970" y="278858"/>
                      <a:pt x="197949" y="297804"/>
                    </a:cubicBezTo>
                    <a:cubicBezTo>
                      <a:pt x="218839" y="310436"/>
                      <a:pt x="221268" y="321123"/>
                      <a:pt x="259162" y="295861"/>
                    </a:cubicBezTo>
                    <a:cubicBezTo>
                      <a:pt x="282967" y="280315"/>
                      <a:pt x="325232" y="278858"/>
                      <a:pt x="354381" y="297319"/>
                    </a:cubicBezTo>
                    <a:cubicBezTo>
                      <a:pt x="377700" y="305577"/>
                      <a:pt x="401019" y="312379"/>
                      <a:pt x="424338" y="311893"/>
                    </a:cubicBezTo>
                    <a:cubicBezTo>
                      <a:pt x="450572" y="311893"/>
                      <a:pt x="447172" y="300233"/>
                      <a:pt x="449601" y="291003"/>
                    </a:cubicBezTo>
                    <a:lnTo>
                      <a:pt x="448629" y="48096"/>
                    </a:lnTo>
                    <a:cubicBezTo>
                      <a:pt x="448629" y="37894"/>
                      <a:pt x="446686" y="28663"/>
                      <a:pt x="424824" y="29149"/>
                    </a:cubicBezTo>
                    <a:cubicBezTo>
                      <a:pt x="394704" y="32064"/>
                      <a:pt x="380129" y="20404"/>
                      <a:pt x="358754" y="12631"/>
                    </a:cubicBezTo>
                    <a:cubicBezTo>
                      <a:pt x="323775" y="-486"/>
                      <a:pt x="287339" y="-10688"/>
                      <a:pt x="225155" y="26720"/>
                    </a:cubicBezTo>
                    <a:cubicBezTo>
                      <a:pt x="211066" y="17489"/>
                      <a:pt x="195520" y="10688"/>
                      <a:pt x="178031" y="4858"/>
                    </a:cubicBezTo>
                    <a:cubicBezTo>
                      <a:pt x="168314" y="1943"/>
                      <a:pt x="157627" y="0"/>
                      <a:pt x="145481" y="0"/>
                    </a:cubicBezTo>
                    <a:close/>
                  </a:path>
                </a:pathLst>
              </a:custGeom>
              <a:noFill/>
              <a:ln w="41967" cap="flat">
                <a:solidFill>
                  <a:schemeClr val="bg1"/>
                </a:solidFill>
                <a:prstDash val="solid"/>
                <a:miter/>
              </a:ln>
            </p:spPr>
            <p:txBody>
              <a:bodyPr rtlCol="0" anchor="ctr"/>
              <a:lstStyle/>
              <a:p>
                <a:endParaRPr lang="en-US"/>
              </a:p>
            </p:txBody>
          </p:sp>
          <p:sp>
            <p:nvSpPr>
              <p:cNvPr id="21" name="Freeform: Shape 1278">
                <a:extLst>
                  <a:ext uri="{FF2B5EF4-FFF2-40B4-BE49-F238E27FC236}">
                    <a16:creationId xmlns:a16="http://schemas.microsoft.com/office/drawing/2014/main" id="{B3127BD5-DF64-3EF5-8D7C-1B5818EC7E0B}"/>
                  </a:ext>
                </a:extLst>
              </p:cNvPr>
              <p:cNvSpPr/>
              <p:nvPr/>
            </p:nvSpPr>
            <p:spPr>
              <a:xfrm>
                <a:off x="404142" y="4630480"/>
                <a:ext cx="148659" cy="17690"/>
              </a:xfrm>
              <a:custGeom>
                <a:avLst/>
                <a:gdLst>
                  <a:gd name="connsiteX0" fmla="*/ 148659 w 148659"/>
                  <a:gd name="connsiteY0" fmla="*/ 10161 h 17690"/>
                  <a:gd name="connsiteX1" fmla="*/ 54411 w 148659"/>
                  <a:gd name="connsiteY1" fmla="*/ 11618 h 17690"/>
                  <a:gd name="connsiteX2" fmla="*/ 0 w 148659"/>
                  <a:gd name="connsiteY2" fmla="*/ 13076 h 17690"/>
                </a:gdLst>
                <a:ahLst/>
                <a:cxnLst>
                  <a:cxn ang="0">
                    <a:pos x="connsiteX0" y="connsiteY0"/>
                  </a:cxn>
                  <a:cxn ang="0">
                    <a:pos x="connsiteX1" y="connsiteY1"/>
                  </a:cxn>
                  <a:cxn ang="0">
                    <a:pos x="connsiteX2" y="connsiteY2"/>
                  </a:cxn>
                </a:cxnLst>
                <a:rect l="l" t="t" r="r" b="b"/>
                <a:pathLst>
                  <a:path w="148659" h="17690">
                    <a:moveTo>
                      <a:pt x="148659" y="10161"/>
                    </a:moveTo>
                    <a:cubicBezTo>
                      <a:pt x="148659" y="10161"/>
                      <a:pt x="103964" y="-13644"/>
                      <a:pt x="54411" y="11618"/>
                    </a:cubicBezTo>
                    <a:cubicBezTo>
                      <a:pt x="54411" y="11618"/>
                      <a:pt x="19433" y="24250"/>
                      <a:pt x="0" y="13076"/>
                    </a:cubicBezTo>
                  </a:path>
                </a:pathLst>
              </a:custGeom>
              <a:noFill/>
              <a:ln w="41967" cap="flat">
                <a:solidFill>
                  <a:schemeClr val="bg1"/>
                </a:solidFill>
                <a:prstDash val="solid"/>
                <a:miter/>
              </a:ln>
            </p:spPr>
            <p:txBody>
              <a:bodyPr rtlCol="0" anchor="ctr"/>
              <a:lstStyle/>
              <a:p>
                <a:endParaRPr lang="en-US"/>
              </a:p>
            </p:txBody>
          </p:sp>
          <p:sp>
            <p:nvSpPr>
              <p:cNvPr id="22" name="Freeform: Shape 1279">
                <a:extLst>
                  <a:ext uri="{FF2B5EF4-FFF2-40B4-BE49-F238E27FC236}">
                    <a16:creationId xmlns:a16="http://schemas.microsoft.com/office/drawing/2014/main" id="{62E38673-BAA4-878B-9CE6-D551EEF3CCD8}"/>
                  </a:ext>
                </a:extLst>
              </p:cNvPr>
              <p:cNvSpPr/>
              <p:nvPr/>
            </p:nvSpPr>
            <p:spPr>
              <a:xfrm>
                <a:off x="404142" y="4694122"/>
                <a:ext cx="148659" cy="17690"/>
              </a:xfrm>
              <a:custGeom>
                <a:avLst/>
                <a:gdLst>
                  <a:gd name="connsiteX0" fmla="*/ 148659 w 148659"/>
                  <a:gd name="connsiteY0" fmla="*/ 10161 h 17690"/>
                  <a:gd name="connsiteX1" fmla="*/ 54411 w 148659"/>
                  <a:gd name="connsiteY1" fmla="*/ 11618 h 17690"/>
                  <a:gd name="connsiteX2" fmla="*/ 0 w 148659"/>
                  <a:gd name="connsiteY2" fmla="*/ 13076 h 17690"/>
                </a:gdLst>
                <a:ahLst/>
                <a:cxnLst>
                  <a:cxn ang="0">
                    <a:pos x="connsiteX0" y="connsiteY0"/>
                  </a:cxn>
                  <a:cxn ang="0">
                    <a:pos x="connsiteX1" y="connsiteY1"/>
                  </a:cxn>
                  <a:cxn ang="0">
                    <a:pos x="connsiteX2" y="connsiteY2"/>
                  </a:cxn>
                </a:cxnLst>
                <a:rect l="l" t="t" r="r" b="b"/>
                <a:pathLst>
                  <a:path w="148659" h="17690">
                    <a:moveTo>
                      <a:pt x="148659" y="10161"/>
                    </a:moveTo>
                    <a:cubicBezTo>
                      <a:pt x="148659" y="10161"/>
                      <a:pt x="103964" y="-13644"/>
                      <a:pt x="54411" y="11618"/>
                    </a:cubicBezTo>
                    <a:cubicBezTo>
                      <a:pt x="54411" y="11618"/>
                      <a:pt x="19433" y="24250"/>
                      <a:pt x="0" y="13076"/>
                    </a:cubicBezTo>
                  </a:path>
                </a:pathLst>
              </a:custGeom>
              <a:noFill/>
              <a:ln w="41967" cap="flat">
                <a:solidFill>
                  <a:schemeClr val="bg1"/>
                </a:solidFill>
                <a:prstDash val="solid"/>
                <a:miter/>
              </a:ln>
            </p:spPr>
            <p:txBody>
              <a:bodyPr rtlCol="0" anchor="ctr"/>
              <a:lstStyle/>
              <a:p>
                <a:endParaRPr lang="en-US"/>
              </a:p>
            </p:txBody>
          </p:sp>
          <p:sp>
            <p:nvSpPr>
              <p:cNvPr id="23" name="Freeform: Shape 1280">
                <a:extLst>
                  <a:ext uri="{FF2B5EF4-FFF2-40B4-BE49-F238E27FC236}">
                    <a16:creationId xmlns:a16="http://schemas.microsoft.com/office/drawing/2014/main" id="{FBA476C8-536F-FAF4-EC31-D9EB89FEEE7A}"/>
                  </a:ext>
                </a:extLst>
              </p:cNvPr>
              <p:cNvSpPr/>
              <p:nvPr/>
            </p:nvSpPr>
            <p:spPr>
              <a:xfrm>
                <a:off x="404142" y="4759707"/>
                <a:ext cx="148659" cy="17690"/>
              </a:xfrm>
              <a:custGeom>
                <a:avLst/>
                <a:gdLst>
                  <a:gd name="connsiteX0" fmla="*/ 148659 w 148659"/>
                  <a:gd name="connsiteY0" fmla="*/ 10161 h 17690"/>
                  <a:gd name="connsiteX1" fmla="*/ 54411 w 148659"/>
                  <a:gd name="connsiteY1" fmla="*/ 11618 h 17690"/>
                  <a:gd name="connsiteX2" fmla="*/ 0 w 148659"/>
                  <a:gd name="connsiteY2" fmla="*/ 13076 h 17690"/>
                </a:gdLst>
                <a:ahLst/>
                <a:cxnLst>
                  <a:cxn ang="0">
                    <a:pos x="connsiteX0" y="connsiteY0"/>
                  </a:cxn>
                  <a:cxn ang="0">
                    <a:pos x="connsiteX1" y="connsiteY1"/>
                  </a:cxn>
                  <a:cxn ang="0">
                    <a:pos x="connsiteX2" y="connsiteY2"/>
                  </a:cxn>
                </a:cxnLst>
                <a:rect l="l" t="t" r="r" b="b"/>
                <a:pathLst>
                  <a:path w="148659" h="17690">
                    <a:moveTo>
                      <a:pt x="148659" y="10161"/>
                    </a:moveTo>
                    <a:cubicBezTo>
                      <a:pt x="148659" y="10161"/>
                      <a:pt x="103964" y="-13644"/>
                      <a:pt x="54411" y="11618"/>
                    </a:cubicBezTo>
                    <a:cubicBezTo>
                      <a:pt x="54411" y="11618"/>
                      <a:pt x="19433" y="24250"/>
                      <a:pt x="0" y="13076"/>
                    </a:cubicBezTo>
                  </a:path>
                </a:pathLst>
              </a:custGeom>
              <a:noFill/>
              <a:ln w="41967" cap="flat">
                <a:solidFill>
                  <a:schemeClr val="bg1"/>
                </a:solidFill>
                <a:prstDash val="solid"/>
                <a:miter/>
              </a:ln>
            </p:spPr>
            <p:txBody>
              <a:bodyPr rtlCol="0" anchor="ctr"/>
              <a:lstStyle/>
              <a:p>
                <a:endParaRPr lang="en-US"/>
              </a:p>
            </p:txBody>
          </p:sp>
          <p:sp>
            <p:nvSpPr>
              <p:cNvPr id="25" name="Freeform: Shape 1281">
                <a:extLst>
                  <a:ext uri="{FF2B5EF4-FFF2-40B4-BE49-F238E27FC236}">
                    <a16:creationId xmlns:a16="http://schemas.microsoft.com/office/drawing/2014/main" id="{ED43477C-3269-3C70-657C-09386CA55933}"/>
                  </a:ext>
                </a:extLst>
              </p:cNvPr>
              <p:cNvSpPr/>
              <p:nvPr/>
            </p:nvSpPr>
            <p:spPr>
              <a:xfrm>
                <a:off x="603812" y="4630480"/>
                <a:ext cx="148659" cy="17690"/>
              </a:xfrm>
              <a:custGeom>
                <a:avLst/>
                <a:gdLst>
                  <a:gd name="connsiteX0" fmla="*/ 0 w 148659"/>
                  <a:gd name="connsiteY0" fmla="*/ 10161 h 17690"/>
                  <a:gd name="connsiteX1" fmla="*/ 94248 w 148659"/>
                  <a:gd name="connsiteY1" fmla="*/ 11618 h 17690"/>
                  <a:gd name="connsiteX2" fmla="*/ 148659 w 148659"/>
                  <a:gd name="connsiteY2" fmla="*/ 13076 h 17690"/>
                </a:gdLst>
                <a:ahLst/>
                <a:cxnLst>
                  <a:cxn ang="0">
                    <a:pos x="connsiteX0" y="connsiteY0"/>
                  </a:cxn>
                  <a:cxn ang="0">
                    <a:pos x="connsiteX1" y="connsiteY1"/>
                  </a:cxn>
                  <a:cxn ang="0">
                    <a:pos x="connsiteX2" y="connsiteY2"/>
                  </a:cxn>
                </a:cxnLst>
                <a:rect l="l" t="t" r="r" b="b"/>
                <a:pathLst>
                  <a:path w="148659" h="17690">
                    <a:moveTo>
                      <a:pt x="0" y="10161"/>
                    </a:moveTo>
                    <a:cubicBezTo>
                      <a:pt x="0" y="10161"/>
                      <a:pt x="44695" y="-13644"/>
                      <a:pt x="94248" y="11618"/>
                    </a:cubicBezTo>
                    <a:cubicBezTo>
                      <a:pt x="94248" y="11618"/>
                      <a:pt x="129227" y="24250"/>
                      <a:pt x="148659" y="13076"/>
                    </a:cubicBezTo>
                  </a:path>
                </a:pathLst>
              </a:custGeom>
              <a:noFill/>
              <a:ln w="41967" cap="flat">
                <a:solidFill>
                  <a:schemeClr val="bg1"/>
                </a:solidFill>
                <a:prstDash val="solid"/>
                <a:miter/>
              </a:ln>
            </p:spPr>
            <p:txBody>
              <a:bodyPr rtlCol="0" anchor="ctr"/>
              <a:lstStyle/>
              <a:p>
                <a:endParaRPr lang="en-US"/>
              </a:p>
            </p:txBody>
          </p:sp>
          <p:sp>
            <p:nvSpPr>
              <p:cNvPr id="27" name="Freeform: Shape 1282">
                <a:extLst>
                  <a:ext uri="{FF2B5EF4-FFF2-40B4-BE49-F238E27FC236}">
                    <a16:creationId xmlns:a16="http://schemas.microsoft.com/office/drawing/2014/main" id="{20E175A6-1820-9621-4700-E514D19166E2}"/>
                  </a:ext>
                </a:extLst>
              </p:cNvPr>
              <p:cNvSpPr/>
              <p:nvPr/>
            </p:nvSpPr>
            <p:spPr>
              <a:xfrm>
                <a:off x="603812" y="4694122"/>
                <a:ext cx="148659" cy="17690"/>
              </a:xfrm>
              <a:custGeom>
                <a:avLst/>
                <a:gdLst>
                  <a:gd name="connsiteX0" fmla="*/ 0 w 148659"/>
                  <a:gd name="connsiteY0" fmla="*/ 10161 h 17690"/>
                  <a:gd name="connsiteX1" fmla="*/ 94248 w 148659"/>
                  <a:gd name="connsiteY1" fmla="*/ 11618 h 17690"/>
                  <a:gd name="connsiteX2" fmla="*/ 148659 w 148659"/>
                  <a:gd name="connsiteY2" fmla="*/ 13076 h 17690"/>
                </a:gdLst>
                <a:ahLst/>
                <a:cxnLst>
                  <a:cxn ang="0">
                    <a:pos x="connsiteX0" y="connsiteY0"/>
                  </a:cxn>
                  <a:cxn ang="0">
                    <a:pos x="connsiteX1" y="connsiteY1"/>
                  </a:cxn>
                  <a:cxn ang="0">
                    <a:pos x="connsiteX2" y="connsiteY2"/>
                  </a:cxn>
                </a:cxnLst>
                <a:rect l="l" t="t" r="r" b="b"/>
                <a:pathLst>
                  <a:path w="148659" h="17690">
                    <a:moveTo>
                      <a:pt x="0" y="10161"/>
                    </a:moveTo>
                    <a:cubicBezTo>
                      <a:pt x="0" y="10161"/>
                      <a:pt x="44695" y="-13644"/>
                      <a:pt x="94248" y="11618"/>
                    </a:cubicBezTo>
                    <a:cubicBezTo>
                      <a:pt x="94248" y="11618"/>
                      <a:pt x="129227" y="24250"/>
                      <a:pt x="148659" y="13076"/>
                    </a:cubicBezTo>
                  </a:path>
                </a:pathLst>
              </a:custGeom>
              <a:noFill/>
              <a:ln w="41967" cap="flat">
                <a:solidFill>
                  <a:schemeClr val="bg1"/>
                </a:solidFill>
                <a:prstDash val="solid"/>
                <a:miter/>
              </a:ln>
            </p:spPr>
            <p:txBody>
              <a:bodyPr rtlCol="0" anchor="ctr"/>
              <a:lstStyle/>
              <a:p>
                <a:endParaRPr lang="en-US"/>
              </a:p>
            </p:txBody>
          </p:sp>
          <p:sp>
            <p:nvSpPr>
              <p:cNvPr id="28" name="Freeform: Shape 1283">
                <a:extLst>
                  <a:ext uri="{FF2B5EF4-FFF2-40B4-BE49-F238E27FC236}">
                    <a16:creationId xmlns:a16="http://schemas.microsoft.com/office/drawing/2014/main" id="{AA8D5924-026B-0570-1793-A4A5AB9BE975}"/>
                  </a:ext>
                </a:extLst>
              </p:cNvPr>
              <p:cNvSpPr/>
              <p:nvPr/>
            </p:nvSpPr>
            <p:spPr>
              <a:xfrm>
                <a:off x="603812" y="4759707"/>
                <a:ext cx="148659" cy="17690"/>
              </a:xfrm>
              <a:custGeom>
                <a:avLst/>
                <a:gdLst>
                  <a:gd name="connsiteX0" fmla="*/ 0 w 148659"/>
                  <a:gd name="connsiteY0" fmla="*/ 10161 h 17690"/>
                  <a:gd name="connsiteX1" fmla="*/ 94248 w 148659"/>
                  <a:gd name="connsiteY1" fmla="*/ 11618 h 17690"/>
                  <a:gd name="connsiteX2" fmla="*/ 148659 w 148659"/>
                  <a:gd name="connsiteY2" fmla="*/ 13076 h 17690"/>
                </a:gdLst>
                <a:ahLst/>
                <a:cxnLst>
                  <a:cxn ang="0">
                    <a:pos x="connsiteX0" y="connsiteY0"/>
                  </a:cxn>
                  <a:cxn ang="0">
                    <a:pos x="connsiteX1" y="connsiteY1"/>
                  </a:cxn>
                  <a:cxn ang="0">
                    <a:pos x="connsiteX2" y="connsiteY2"/>
                  </a:cxn>
                </a:cxnLst>
                <a:rect l="l" t="t" r="r" b="b"/>
                <a:pathLst>
                  <a:path w="148659" h="17690">
                    <a:moveTo>
                      <a:pt x="0" y="10161"/>
                    </a:moveTo>
                    <a:cubicBezTo>
                      <a:pt x="0" y="10161"/>
                      <a:pt x="44695" y="-13644"/>
                      <a:pt x="94248" y="11618"/>
                    </a:cubicBezTo>
                    <a:cubicBezTo>
                      <a:pt x="94248" y="11618"/>
                      <a:pt x="129227" y="24250"/>
                      <a:pt x="148659" y="13076"/>
                    </a:cubicBezTo>
                  </a:path>
                </a:pathLst>
              </a:custGeom>
              <a:noFill/>
              <a:ln w="41967" cap="flat">
                <a:solidFill>
                  <a:schemeClr val="bg1"/>
                </a:solidFill>
                <a:prstDash val="solid"/>
                <a:miter/>
              </a:ln>
            </p:spPr>
            <p:txBody>
              <a:bodyPr rtlCol="0" anchor="ctr"/>
              <a:lstStyle/>
              <a:p>
                <a:endParaRPr lang="en-US"/>
              </a:p>
            </p:txBody>
          </p:sp>
        </p:grpSp>
      </p:grpSp>
      <p:grpSp>
        <p:nvGrpSpPr>
          <p:cNvPr id="30" name="Group 782">
            <a:extLst>
              <a:ext uri="{FF2B5EF4-FFF2-40B4-BE49-F238E27FC236}">
                <a16:creationId xmlns:a16="http://schemas.microsoft.com/office/drawing/2014/main" id="{49ABA3E4-9402-57C4-3A44-02E4D1A0787A}"/>
              </a:ext>
            </a:extLst>
          </p:cNvPr>
          <p:cNvGrpSpPr/>
          <p:nvPr/>
        </p:nvGrpSpPr>
        <p:grpSpPr>
          <a:xfrm>
            <a:off x="784145" y="1241079"/>
            <a:ext cx="708365" cy="711100"/>
            <a:chOff x="376220" y="401236"/>
            <a:chExt cx="408387" cy="409964"/>
          </a:xfrm>
        </p:grpSpPr>
        <p:sp>
          <p:nvSpPr>
            <p:cNvPr id="31" name="Freeform: Shape 388">
              <a:extLst>
                <a:ext uri="{FF2B5EF4-FFF2-40B4-BE49-F238E27FC236}">
                  <a16:creationId xmlns:a16="http://schemas.microsoft.com/office/drawing/2014/main" id="{30103CFC-9A8D-BBAF-BEA0-24EBBD9F8935}"/>
                </a:ext>
              </a:extLst>
            </p:cNvPr>
            <p:cNvSpPr/>
            <p:nvPr/>
          </p:nvSpPr>
          <p:spPr>
            <a:xfrm>
              <a:off x="376220" y="401236"/>
              <a:ext cx="408387" cy="409964"/>
            </a:xfrm>
            <a:custGeom>
              <a:avLst/>
              <a:gdLst>
                <a:gd name="connsiteX0" fmla="*/ 386810 w 408387"/>
                <a:gd name="connsiteY0" fmla="*/ 409964 h 409964"/>
                <a:gd name="connsiteX1" fmla="*/ 21577 w 408387"/>
                <a:gd name="connsiteY1" fmla="*/ 409964 h 409964"/>
                <a:gd name="connsiteX2" fmla="*/ 0 w 408387"/>
                <a:gd name="connsiteY2" fmla="*/ 388387 h 409964"/>
                <a:gd name="connsiteX3" fmla="*/ 0 w 408387"/>
                <a:gd name="connsiteY3" fmla="*/ 21577 h 409964"/>
                <a:gd name="connsiteX4" fmla="*/ 21577 w 408387"/>
                <a:gd name="connsiteY4" fmla="*/ 0 h 409964"/>
                <a:gd name="connsiteX5" fmla="*/ 386810 w 408387"/>
                <a:gd name="connsiteY5" fmla="*/ 0 h 409964"/>
                <a:gd name="connsiteX6" fmla="*/ 408387 w 408387"/>
                <a:gd name="connsiteY6" fmla="*/ 21577 h 409964"/>
                <a:gd name="connsiteX7" fmla="*/ 408387 w 408387"/>
                <a:gd name="connsiteY7" fmla="*/ 388387 h 409964"/>
                <a:gd name="connsiteX8" fmla="*/ 386810 w 408387"/>
                <a:gd name="connsiteY8" fmla="*/ 409964 h 409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8387" h="409964">
                  <a:moveTo>
                    <a:pt x="386810" y="409964"/>
                  </a:moveTo>
                  <a:lnTo>
                    <a:pt x="21577" y="409964"/>
                  </a:lnTo>
                  <a:cubicBezTo>
                    <a:pt x="9473" y="409964"/>
                    <a:pt x="0" y="399965"/>
                    <a:pt x="0" y="388387"/>
                  </a:cubicBezTo>
                  <a:lnTo>
                    <a:pt x="0" y="21577"/>
                  </a:lnTo>
                  <a:cubicBezTo>
                    <a:pt x="0" y="9473"/>
                    <a:pt x="9999" y="0"/>
                    <a:pt x="21577" y="0"/>
                  </a:cubicBezTo>
                  <a:lnTo>
                    <a:pt x="386810" y="0"/>
                  </a:lnTo>
                  <a:cubicBezTo>
                    <a:pt x="398914" y="0"/>
                    <a:pt x="408387" y="9999"/>
                    <a:pt x="408387" y="21577"/>
                  </a:cubicBezTo>
                  <a:lnTo>
                    <a:pt x="408387" y="388387"/>
                  </a:lnTo>
                  <a:cubicBezTo>
                    <a:pt x="408387" y="399965"/>
                    <a:pt x="398914" y="409964"/>
                    <a:pt x="386810" y="409964"/>
                  </a:cubicBezTo>
                  <a:close/>
                </a:path>
              </a:pathLst>
            </a:custGeom>
            <a:noFill/>
            <a:ln w="45414" cap="flat">
              <a:solidFill>
                <a:schemeClr val="bg1"/>
              </a:solidFill>
              <a:prstDash val="solid"/>
              <a:miter/>
            </a:ln>
          </p:spPr>
          <p:txBody>
            <a:bodyPr rtlCol="0" anchor="ctr"/>
            <a:lstStyle/>
            <a:p>
              <a:endParaRPr lang="en-US"/>
            </a:p>
          </p:txBody>
        </p:sp>
        <p:sp>
          <p:nvSpPr>
            <p:cNvPr id="32" name="Freeform: Shape 389">
              <a:extLst>
                <a:ext uri="{FF2B5EF4-FFF2-40B4-BE49-F238E27FC236}">
                  <a16:creationId xmlns:a16="http://schemas.microsoft.com/office/drawing/2014/main" id="{97D06501-5A6D-42F6-CDA9-FCE0E89A8C88}"/>
                </a:ext>
              </a:extLst>
            </p:cNvPr>
            <p:cNvSpPr/>
            <p:nvPr/>
          </p:nvSpPr>
          <p:spPr>
            <a:xfrm>
              <a:off x="379904" y="511752"/>
              <a:ext cx="403124" cy="5262"/>
            </a:xfrm>
            <a:custGeom>
              <a:avLst/>
              <a:gdLst>
                <a:gd name="connsiteX0" fmla="*/ 0 w 403124"/>
                <a:gd name="connsiteY0" fmla="*/ 0 h 5262"/>
                <a:gd name="connsiteX1" fmla="*/ 403124 w 403124"/>
                <a:gd name="connsiteY1" fmla="*/ 0 h 5262"/>
              </a:gdLst>
              <a:ahLst/>
              <a:cxnLst>
                <a:cxn ang="0">
                  <a:pos x="connsiteX0" y="connsiteY0"/>
                </a:cxn>
                <a:cxn ang="0">
                  <a:pos x="connsiteX1" y="connsiteY1"/>
                </a:cxn>
              </a:cxnLst>
              <a:rect l="l" t="t" r="r" b="b"/>
              <a:pathLst>
                <a:path w="403124" h="5262">
                  <a:moveTo>
                    <a:pt x="0" y="0"/>
                  </a:moveTo>
                  <a:lnTo>
                    <a:pt x="403124" y="0"/>
                  </a:lnTo>
                </a:path>
              </a:pathLst>
            </a:custGeom>
            <a:ln w="48422" cap="flat">
              <a:solidFill>
                <a:schemeClr val="bg1"/>
              </a:solidFill>
              <a:prstDash val="solid"/>
              <a:miter/>
            </a:ln>
          </p:spPr>
          <p:txBody>
            <a:bodyPr rtlCol="0" anchor="ctr"/>
            <a:lstStyle/>
            <a:p>
              <a:endParaRPr lang="en-US"/>
            </a:p>
          </p:txBody>
        </p:sp>
        <p:sp>
          <p:nvSpPr>
            <p:cNvPr id="33" name="Freeform: Shape 393">
              <a:extLst>
                <a:ext uri="{FF2B5EF4-FFF2-40B4-BE49-F238E27FC236}">
                  <a16:creationId xmlns:a16="http://schemas.microsoft.com/office/drawing/2014/main" id="{471FD1DE-74AB-4695-3182-D4BAAF178BEA}"/>
                </a:ext>
              </a:extLst>
            </p:cNvPr>
            <p:cNvSpPr/>
            <p:nvPr/>
          </p:nvSpPr>
          <p:spPr>
            <a:xfrm>
              <a:off x="435162" y="588061"/>
              <a:ext cx="135778" cy="88939"/>
            </a:xfrm>
            <a:custGeom>
              <a:avLst/>
              <a:gdLst>
                <a:gd name="connsiteX0" fmla="*/ 0 w 135778"/>
                <a:gd name="connsiteY0" fmla="*/ 0 h 88939"/>
                <a:gd name="connsiteX1" fmla="*/ 135778 w 135778"/>
                <a:gd name="connsiteY1" fmla="*/ 0 h 88939"/>
                <a:gd name="connsiteX2" fmla="*/ 135778 w 135778"/>
                <a:gd name="connsiteY2" fmla="*/ 88940 h 88939"/>
                <a:gd name="connsiteX3" fmla="*/ 0 w 135778"/>
                <a:gd name="connsiteY3" fmla="*/ 88940 h 88939"/>
              </a:gdLst>
              <a:ahLst/>
              <a:cxnLst>
                <a:cxn ang="0">
                  <a:pos x="connsiteX0" y="connsiteY0"/>
                </a:cxn>
                <a:cxn ang="0">
                  <a:pos x="connsiteX1" y="connsiteY1"/>
                </a:cxn>
                <a:cxn ang="0">
                  <a:pos x="connsiteX2" y="connsiteY2"/>
                </a:cxn>
                <a:cxn ang="0">
                  <a:pos x="connsiteX3" y="connsiteY3"/>
                </a:cxn>
              </a:cxnLst>
              <a:rect l="l" t="t" r="r" b="b"/>
              <a:pathLst>
                <a:path w="135778" h="88939">
                  <a:moveTo>
                    <a:pt x="0" y="0"/>
                  </a:moveTo>
                  <a:lnTo>
                    <a:pt x="135778" y="0"/>
                  </a:lnTo>
                  <a:lnTo>
                    <a:pt x="135778" y="88940"/>
                  </a:lnTo>
                  <a:lnTo>
                    <a:pt x="0" y="88940"/>
                  </a:lnTo>
                  <a:close/>
                </a:path>
              </a:pathLst>
            </a:custGeom>
            <a:noFill/>
            <a:ln w="31465" cap="flat">
              <a:solidFill>
                <a:schemeClr val="bg1"/>
              </a:solidFill>
              <a:prstDash val="solid"/>
              <a:miter/>
            </a:ln>
          </p:spPr>
          <p:txBody>
            <a:bodyPr rtlCol="0" anchor="ctr"/>
            <a:lstStyle/>
            <a:p>
              <a:endParaRPr lang="en-US"/>
            </a:p>
          </p:txBody>
        </p:sp>
        <p:sp>
          <p:nvSpPr>
            <p:cNvPr id="34" name="Freeform: Shape 771">
              <a:extLst>
                <a:ext uri="{FF2B5EF4-FFF2-40B4-BE49-F238E27FC236}">
                  <a16:creationId xmlns:a16="http://schemas.microsoft.com/office/drawing/2014/main" id="{AC6A0D99-CF6E-E8D4-5CD3-1BACDEA34BE2}"/>
                </a:ext>
              </a:extLst>
            </p:cNvPr>
            <p:cNvSpPr/>
            <p:nvPr/>
          </p:nvSpPr>
          <p:spPr>
            <a:xfrm>
              <a:off x="418322" y="446495"/>
              <a:ext cx="27366" cy="25260"/>
            </a:xfrm>
            <a:custGeom>
              <a:avLst/>
              <a:gdLst>
                <a:gd name="connsiteX0" fmla="*/ 0 w 27366"/>
                <a:gd name="connsiteY0" fmla="*/ 0 h 25260"/>
                <a:gd name="connsiteX1" fmla="*/ 27366 w 27366"/>
                <a:gd name="connsiteY1" fmla="*/ 0 h 25260"/>
                <a:gd name="connsiteX2" fmla="*/ 27366 w 27366"/>
                <a:gd name="connsiteY2" fmla="*/ 25261 h 25260"/>
                <a:gd name="connsiteX3" fmla="*/ 0 w 27366"/>
                <a:gd name="connsiteY3" fmla="*/ 25261 h 25260"/>
              </a:gdLst>
              <a:ahLst/>
              <a:cxnLst>
                <a:cxn ang="0">
                  <a:pos x="connsiteX0" y="connsiteY0"/>
                </a:cxn>
                <a:cxn ang="0">
                  <a:pos x="connsiteX1" y="connsiteY1"/>
                </a:cxn>
                <a:cxn ang="0">
                  <a:pos x="connsiteX2" y="connsiteY2"/>
                </a:cxn>
                <a:cxn ang="0">
                  <a:pos x="connsiteX3" y="connsiteY3"/>
                </a:cxn>
              </a:cxnLst>
              <a:rect l="l" t="t" r="r" b="b"/>
              <a:pathLst>
                <a:path w="27366" h="25260">
                  <a:moveTo>
                    <a:pt x="0" y="0"/>
                  </a:moveTo>
                  <a:lnTo>
                    <a:pt x="27366" y="0"/>
                  </a:lnTo>
                  <a:lnTo>
                    <a:pt x="27366" y="25261"/>
                  </a:lnTo>
                  <a:lnTo>
                    <a:pt x="0" y="25261"/>
                  </a:lnTo>
                  <a:close/>
                </a:path>
              </a:pathLst>
            </a:custGeom>
            <a:solidFill>
              <a:schemeClr val="bg1"/>
            </a:solidFill>
            <a:ln w="5244" cap="flat">
              <a:noFill/>
              <a:prstDash val="solid"/>
              <a:miter/>
            </a:ln>
          </p:spPr>
          <p:txBody>
            <a:bodyPr rtlCol="0" anchor="ctr"/>
            <a:lstStyle/>
            <a:p>
              <a:endParaRPr lang="en-US"/>
            </a:p>
          </p:txBody>
        </p:sp>
        <p:sp>
          <p:nvSpPr>
            <p:cNvPr id="35" name="Freeform: Shape 772">
              <a:extLst>
                <a:ext uri="{FF2B5EF4-FFF2-40B4-BE49-F238E27FC236}">
                  <a16:creationId xmlns:a16="http://schemas.microsoft.com/office/drawing/2014/main" id="{08231DC0-9DBB-6E60-A0D2-466BB7E34AF0}"/>
                </a:ext>
              </a:extLst>
            </p:cNvPr>
            <p:cNvSpPr/>
            <p:nvPr/>
          </p:nvSpPr>
          <p:spPr>
            <a:xfrm>
              <a:off x="458318" y="446495"/>
              <a:ext cx="27366" cy="25260"/>
            </a:xfrm>
            <a:custGeom>
              <a:avLst/>
              <a:gdLst>
                <a:gd name="connsiteX0" fmla="*/ 0 w 27366"/>
                <a:gd name="connsiteY0" fmla="*/ 0 h 25260"/>
                <a:gd name="connsiteX1" fmla="*/ 27366 w 27366"/>
                <a:gd name="connsiteY1" fmla="*/ 0 h 25260"/>
                <a:gd name="connsiteX2" fmla="*/ 27366 w 27366"/>
                <a:gd name="connsiteY2" fmla="*/ 25261 h 25260"/>
                <a:gd name="connsiteX3" fmla="*/ 0 w 27366"/>
                <a:gd name="connsiteY3" fmla="*/ 25261 h 25260"/>
              </a:gdLst>
              <a:ahLst/>
              <a:cxnLst>
                <a:cxn ang="0">
                  <a:pos x="connsiteX0" y="connsiteY0"/>
                </a:cxn>
                <a:cxn ang="0">
                  <a:pos x="connsiteX1" y="connsiteY1"/>
                </a:cxn>
                <a:cxn ang="0">
                  <a:pos x="connsiteX2" y="connsiteY2"/>
                </a:cxn>
                <a:cxn ang="0">
                  <a:pos x="connsiteX3" y="connsiteY3"/>
                </a:cxn>
              </a:cxnLst>
              <a:rect l="l" t="t" r="r" b="b"/>
              <a:pathLst>
                <a:path w="27366" h="25260">
                  <a:moveTo>
                    <a:pt x="0" y="0"/>
                  </a:moveTo>
                  <a:lnTo>
                    <a:pt x="27366" y="0"/>
                  </a:lnTo>
                  <a:lnTo>
                    <a:pt x="27366" y="25261"/>
                  </a:lnTo>
                  <a:lnTo>
                    <a:pt x="0" y="25261"/>
                  </a:lnTo>
                  <a:close/>
                </a:path>
              </a:pathLst>
            </a:custGeom>
            <a:solidFill>
              <a:schemeClr val="bg1"/>
            </a:solidFill>
            <a:ln w="5244" cap="flat">
              <a:noFill/>
              <a:prstDash val="solid"/>
              <a:miter/>
            </a:ln>
          </p:spPr>
          <p:txBody>
            <a:bodyPr rtlCol="0" anchor="ctr"/>
            <a:lstStyle/>
            <a:p>
              <a:endParaRPr lang="en-US"/>
            </a:p>
          </p:txBody>
        </p:sp>
        <p:sp>
          <p:nvSpPr>
            <p:cNvPr id="36" name="Freeform: Shape 773">
              <a:extLst>
                <a:ext uri="{FF2B5EF4-FFF2-40B4-BE49-F238E27FC236}">
                  <a16:creationId xmlns:a16="http://schemas.microsoft.com/office/drawing/2014/main" id="{1D86AAD0-49B6-7D16-0EFE-3852FC181CD5}"/>
                </a:ext>
              </a:extLst>
            </p:cNvPr>
            <p:cNvSpPr/>
            <p:nvPr/>
          </p:nvSpPr>
          <p:spPr>
            <a:xfrm>
              <a:off x="495684" y="446495"/>
              <a:ext cx="27366" cy="25260"/>
            </a:xfrm>
            <a:custGeom>
              <a:avLst/>
              <a:gdLst>
                <a:gd name="connsiteX0" fmla="*/ 0 w 27366"/>
                <a:gd name="connsiteY0" fmla="*/ 0 h 25260"/>
                <a:gd name="connsiteX1" fmla="*/ 27366 w 27366"/>
                <a:gd name="connsiteY1" fmla="*/ 0 h 25260"/>
                <a:gd name="connsiteX2" fmla="*/ 27366 w 27366"/>
                <a:gd name="connsiteY2" fmla="*/ 25261 h 25260"/>
                <a:gd name="connsiteX3" fmla="*/ 0 w 27366"/>
                <a:gd name="connsiteY3" fmla="*/ 25261 h 25260"/>
              </a:gdLst>
              <a:ahLst/>
              <a:cxnLst>
                <a:cxn ang="0">
                  <a:pos x="connsiteX0" y="connsiteY0"/>
                </a:cxn>
                <a:cxn ang="0">
                  <a:pos x="connsiteX1" y="connsiteY1"/>
                </a:cxn>
                <a:cxn ang="0">
                  <a:pos x="connsiteX2" y="connsiteY2"/>
                </a:cxn>
                <a:cxn ang="0">
                  <a:pos x="connsiteX3" y="connsiteY3"/>
                </a:cxn>
              </a:cxnLst>
              <a:rect l="l" t="t" r="r" b="b"/>
              <a:pathLst>
                <a:path w="27366" h="25260">
                  <a:moveTo>
                    <a:pt x="0" y="0"/>
                  </a:moveTo>
                  <a:lnTo>
                    <a:pt x="27366" y="0"/>
                  </a:lnTo>
                  <a:lnTo>
                    <a:pt x="27366" y="25261"/>
                  </a:lnTo>
                  <a:lnTo>
                    <a:pt x="0" y="25261"/>
                  </a:lnTo>
                  <a:close/>
                </a:path>
              </a:pathLst>
            </a:custGeom>
            <a:solidFill>
              <a:schemeClr val="bg1"/>
            </a:solidFill>
            <a:ln w="5244" cap="flat">
              <a:noFill/>
              <a:prstDash val="solid"/>
              <a:miter/>
            </a:ln>
          </p:spPr>
          <p:txBody>
            <a:bodyPr rtlCol="0" anchor="ctr"/>
            <a:lstStyle/>
            <a:p>
              <a:endParaRPr lang="en-US"/>
            </a:p>
          </p:txBody>
        </p:sp>
        <p:sp>
          <p:nvSpPr>
            <p:cNvPr id="37" name="Freeform: Shape 774">
              <a:extLst>
                <a:ext uri="{FF2B5EF4-FFF2-40B4-BE49-F238E27FC236}">
                  <a16:creationId xmlns:a16="http://schemas.microsoft.com/office/drawing/2014/main" id="{A0819765-1969-030B-20E3-9B3901D58B4A}"/>
                </a:ext>
              </a:extLst>
            </p:cNvPr>
            <p:cNvSpPr/>
            <p:nvPr/>
          </p:nvSpPr>
          <p:spPr>
            <a:xfrm>
              <a:off x="613042" y="639636"/>
              <a:ext cx="36312" cy="45785"/>
            </a:xfrm>
            <a:custGeom>
              <a:avLst/>
              <a:gdLst>
                <a:gd name="connsiteX0" fmla="*/ 0 w 36312"/>
                <a:gd name="connsiteY0" fmla="*/ 0 h 45785"/>
                <a:gd name="connsiteX1" fmla="*/ 36313 w 36312"/>
                <a:gd name="connsiteY1" fmla="*/ 0 h 45785"/>
                <a:gd name="connsiteX2" fmla="*/ 36313 w 36312"/>
                <a:gd name="connsiteY2" fmla="*/ 45785 h 45785"/>
                <a:gd name="connsiteX3" fmla="*/ 0 w 36312"/>
                <a:gd name="connsiteY3" fmla="*/ 45785 h 45785"/>
              </a:gdLst>
              <a:ahLst/>
              <a:cxnLst>
                <a:cxn ang="0">
                  <a:pos x="connsiteX0" y="connsiteY0"/>
                </a:cxn>
                <a:cxn ang="0">
                  <a:pos x="connsiteX1" y="connsiteY1"/>
                </a:cxn>
                <a:cxn ang="0">
                  <a:pos x="connsiteX2" y="connsiteY2"/>
                </a:cxn>
                <a:cxn ang="0">
                  <a:pos x="connsiteX3" y="connsiteY3"/>
                </a:cxn>
              </a:cxnLst>
              <a:rect l="l" t="t" r="r" b="b"/>
              <a:pathLst>
                <a:path w="36312" h="45785">
                  <a:moveTo>
                    <a:pt x="0" y="0"/>
                  </a:moveTo>
                  <a:lnTo>
                    <a:pt x="36313" y="0"/>
                  </a:lnTo>
                  <a:lnTo>
                    <a:pt x="36313" y="45785"/>
                  </a:lnTo>
                  <a:lnTo>
                    <a:pt x="0" y="45785"/>
                  </a:lnTo>
                  <a:close/>
                </a:path>
              </a:pathLst>
            </a:custGeom>
            <a:solidFill>
              <a:schemeClr val="bg1"/>
            </a:solidFill>
            <a:ln w="5244" cap="flat">
              <a:noFill/>
              <a:prstDash val="solid"/>
              <a:miter/>
            </a:ln>
          </p:spPr>
          <p:txBody>
            <a:bodyPr rtlCol="0" anchor="ctr"/>
            <a:lstStyle/>
            <a:p>
              <a:endParaRPr lang="en-US"/>
            </a:p>
          </p:txBody>
        </p:sp>
        <p:sp>
          <p:nvSpPr>
            <p:cNvPr id="38" name="Freeform: Shape 775">
              <a:extLst>
                <a:ext uri="{FF2B5EF4-FFF2-40B4-BE49-F238E27FC236}">
                  <a16:creationId xmlns:a16="http://schemas.microsoft.com/office/drawing/2014/main" id="{A8167DFC-40DD-3DB9-4D72-12D9E269984A}"/>
                </a:ext>
              </a:extLst>
            </p:cNvPr>
            <p:cNvSpPr/>
            <p:nvPr/>
          </p:nvSpPr>
          <p:spPr>
            <a:xfrm>
              <a:off x="657249" y="639636"/>
              <a:ext cx="36312" cy="45785"/>
            </a:xfrm>
            <a:custGeom>
              <a:avLst/>
              <a:gdLst>
                <a:gd name="connsiteX0" fmla="*/ 0 w 36312"/>
                <a:gd name="connsiteY0" fmla="*/ 0 h 45785"/>
                <a:gd name="connsiteX1" fmla="*/ 36313 w 36312"/>
                <a:gd name="connsiteY1" fmla="*/ 0 h 45785"/>
                <a:gd name="connsiteX2" fmla="*/ 36313 w 36312"/>
                <a:gd name="connsiteY2" fmla="*/ 45785 h 45785"/>
                <a:gd name="connsiteX3" fmla="*/ 0 w 36312"/>
                <a:gd name="connsiteY3" fmla="*/ 45785 h 45785"/>
              </a:gdLst>
              <a:ahLst/>
              <a:cxnLst>
                <a:cxn ang="0">
                  <a:pos x="connsiteX0" y="connsiteY0"/>
                </a:cxn>
                <a:cxn ang="0">
                  <a:pos x="connsiteX1" y="connsiteY1"/>
                </a:cxn>
                <a:cxn ang="0">
                  <a:pos x="connsiteX2" y="connsiteY2"/>
                </a:cxn>
                <a:cxn ang="0">
                  <a:pos x="connsiteX3" y="connsiteY3"/>
                </a:cxn>
              </a:cxnLst>
              <a:rect l="l" t="t" r="r" b="b"/>
              <a:pathLst>
                <a:path w="36312" h="45785">
                  <a:moveTo>
                    <a:pt x="0" y="0"/>
                  </a:moveTo>
                  <a:lnTo>
                    <a:pt x="36313" y="0"/>
                  </a:lnTo>
                  <a:lnTo>
                    <a:pt x="36313" y="45785"/>
                  </a:lnTo>
                  <a:lnTo>
                    <a:pt x="0" y="45785"/>
                  </a:lnTo>
                  <a:close/>
                </a:path>
              </a:pathLst>
            </a:custGeom>
            <a:solidFill>
              <a:schemeClr val="bg1"/>
            </a:solidFill>
            <a:ln w="5244" cap="flat">
              <a:noFill/>
              <a:prstDash val="solid"/>
              <a:miter/>
            </a:ln>
          </p:spPr>
          <p:txBody>
            <a:bodyPr rtlCol="0" anchor="ctr"/>
            <a:lstStyle/>
            <a:p>
              <a:endParaRPr lang="en-US"/>
            </a:p>
          </p:txBody>
        </p:sp>
        <p:sp>
          <p:nvSpPr>
            <p:cNvPr id="39" name="Freeform: Shape 776">
              <a:extLst>
                <a:ext uri="{FF2B5EF4-FFF2-40B4-BE49-F238E27FC236}">
                  <a16:creationId xmlns:a16="http://schemas.microsoft.com/office/drawing/2014/main" id="{5E9E1E43-9551-B1F4-7DD9-A20A29946E97}"/>
                </a:ext>
              </a:extLst>
            </p:cNvPr>
            <p:cNvSpPr/>
            <p:nvPr/>
          </p:nvSpPr>
          <p:spPr>
            <a:xfrm>
              <a:off x="418848" y="716471"/>
              <a:ext cx="166828" cy="39996"/>
            </a:xfrm>
            <a:custGeom>
              <a:avLst/>
              <a:gdLst>
                <a:gd name="connsiteX0" fmla="*/ 0 w 166828"/>
                <a:gd name="connsiteY0" fmla="*/ 0 h 39996"/>
                <a:gd name="connsiteX1" fmla="*/ 166828 w 166828"/>
                <a:gd name="connsiteY1" fmla="*/ 0 h 39996"/>
                <a:gd name="connsiteX2" fmla="*/ 166828 w 166828"/>
                <a:gd name="connsiteY2" fmla="*/ 39996 h 39996"/>
                <a:gd name="connsiteX3" fmla="*/ 0 w 166828"/>
                <a:gd name="connsiteY3" fmla="*/ 39996 h 39996"/>
              </a:gdLst>
              <a:ahLst/>
              <a:cxnLst>
                <a:cxn ang="0">
                  <a:pos x="connsiteX0" y="connsiteY0"/>
                </a:cxn>
                <a:cxn ang="0">
                  <a:pos x="connsiteX1" y="connsiteY1"/>
                </a:cxn>
                <a:cxn ang="0">
                  <a:pos x="connsiteX2" y="connsiteY2"/>
                </a:cxn>
                <a:cxn ang="0">
                  <a:pos x="connsiteX3" y="connsiteY3"/>
                </a:cxn>
              </a:cxnLst>
              <a:rect l="l" t="t" r="r" b="b"/>
              <a:pathLst>
                <a:path w="166828" h="39996">
                  <a:moveTo>
                    <a:pt x="0" y="0"/>
                  </a:moveTo>
                  <a:lnTo>
                    <a:pt x="166828" y="0"/>
                  </a:lnTo>
                  <a:lnTo>
                    <a:pt x="166828" y="39996"/>
                  </a:lnTo>
                  <a:lnTo>
                    <a:pt x="0" y="39996"/>
                  </a:lnTo>
                  <a:close/>
                </a:path>
              </a:pathLst>
            </a:custGeom>
            <a:solidFill>
              <a:schemeClr val="bg1"/>
            </a:solidFill>
            <a:ln w="5244" cap="flat">
              <a:noFill/>
              <a:prstDash val="solid"/>
              <a:miter/>
            </a:ln>
          </p:spPr>
          <p:txBody>
            <a:bodyPr rtlCol="0" anchor="ctr"/>
            <a:lstStyle/>
            <a:p>
              <a:endParaRPr lang="en-US"/>
            </a:p>
          </p:txBody>
        </p:sp>
        <p:sp>
          <p:nvSpPr>
            <p:cNvPr id="40" name="Freeform: Shape 777">
              <a:extLst>
                <a:ext uri="{FF2B5EF4-FFF2-40B4-BE49-F238E27FC236}">
                  <a16:creationId xmlns:a16="http://schemas.microsoft.com/office/drawing/2014/main" id="{163C8D80-E63E-CDEC-BB93-7C79327E6E25}"/>
                </a:ext>
              </a:extLst>
            </p:cNvPr>
            <p:cNvSpPr/>
            <p:nvPr/>
          </p:nvSpPr>
          <p:spPr>
            <a:xfrm>
              <a:off x="613569" y="717524"/>
              <a:ext cx="124200" cy="39996"/>
            </a:xfrm>
            <a:custGeom>
              <a:avLst/>
              <a:gdLst>
                <a:gd name="connsiteX0" fmla="*/ 0 w 124200"/>
                <a:gd name="connsiteY0" fmla="*/ 0 h 39996"/>
                <a:gd name="connsiteX1" fmla="*/ 124200 w 124200"/>
                <a:gd name="connsiteY1" fmla="*/ 0 h 39996"/>
                <a:gd name="connsiteX2" fmla="*/ 124200 w 124200"/>
                <a:gd name="connsiteY2" fmla="*/ 39996 h 39996"/>
                <a:gd name="connsiteX3" fmla="*/ 0 w 124200"/>
                <a:gd name="connsiteY3" fmla="*/ 39996 h 39996"/>
              </a:gdLst>
              <a:ahLst/>
              <a:cxnLst>
                <a:cxn ang="0">
                  <a:pos x="connsiteX0" y="connsiteY0"/>
                </a:cxn>
                <a:cxn ang="0">
                  <a:pos x="connsiteX1" y="connsiteY1"/>
                </a:cxn>
                <a:cxn ang="0">
                  <a:pos x="connsiteX2" y="connsiteY2"/>
                </a:cxn>
                <a:cxn ang="0">
                  <a:pos x="connsiteX3" y="connsiteY3"/>
                </a:cxn>
              </a:cxnLst>
              <a:rect l="l" t="t" r="r" b="b"/>
              <a:pathLst>
                <a:path w="124200" h="39996">
                  <a:moveTo>
                    <a:pt x="0" y="0"/>
                  </a:moveTo>
                  <a:lnTo>
                    <a:pt x="124200" y="0"/>
                  </a:lnTo>
                  <a:lnTo>
                    <a:pt x="124200" y="39996"/>
                  </a:lnTo>
                  <a:lnTo>
                    <a:pt x="0" y="39996"/>
                  </a:lnTo>
                  <a:close/>
                </a:path>
              </a:pathLst>
            </a:custGeom>
            <a:solidFill>
              <a:schemeClr val="bg1"/>
            </a:solidFill>
            <a:ln w="5244" cap="flat">
              <a:noFill/>
              <a:prstDash val="solid"/>
              <a:miter/>
            </a:ln>
          </p:spPr>
          <p:txBody>
            <a:bodyPr rtlCol="0" anchor="ctr"/>
            <a:lstStyle/>
            <a:p>
              <a:endParaRPr lang="en-US"/>
            </a:p>
          </p:txBody>
        </p:sp>
        <p:sp>
          <p:nvSpPr>
            <p:cNvPr id="41" name="Freeform: Shape 778">
              <a:extLst>
                <a:ext uri="{FF2B5EF4-FFF2-40B4-BE49-F238E27FC236}">
                  <a16:creationId xmlns:a16="http://schemas.microsoft.com/office/drawing/2014/main" id="{1B3BB362-424B-ED5F-76A9-5B0A8337B7D7}"/>
                </a:ext>
              </a:extLst>
            </p:cNvPr>
            <p:cNvSpPr/>
            <p:nvPr/>
          </p:nvSpPr>
          <p:spPr>
            <a:xfrm>
              <a:off x="700403" y="639636"/>
              <a:ext cx="36312" cy="45785"/>
            </a:xfrm>
            <a:custGeom>
              <a:avLst/>
              <a:gdLst>
                <a:gd name="connsiteX0" fmla="*/ 0 w 36312"/>
                <a:gd name="connsiteY0" fmla="*/ 0 h 45785"/>
                <a:gd name="connsiteX1" fmla="*/ 36313 w 36312"/>
                <a:gd name="connsiteY1" fmla="*/ 0 h 45785"/>
                <a:gd name="connsiteX2" fmla="*/ 36313 w 36312"/>
                <a:gd name="connsiteY2" fmla="*/ 45785 h 45785"/>
                <a:gd name="connsiteX3" fmla="*/ 0 w 36312"/>
                <a:gd name="connsiteY3" fmla="*/ 45785 h 45785"/>
              </a:gdLst>
              <a:ahLst/>
              <a:cxnLst>
                <a:cxn ang="0">
                  <a:pos x="connsiteX0" y="connsiteY0"/>
                </a:cxn>
                <a:cxn ang="0">
                  <a:pos x="connsiteX1" y="connsiteY1"/>
                </a:cxn>
                <a:cxn ang="0">
                  <a:pos x="connsiteX2" y="connsiteY2"/>
                </a:cxn>
                <a:cxn ang="0">
                  <a:pos x="connsiteX3" y="connsiteY3"/>
                </a:cxn>
              </a:cxnLst>
              <a:rect l="l" t="t" r="r" b="b"/>
              <a:pathLst>
                <a:path w="36312" h="45785">
                  <a:moveTo>
                    <a:pt x="0" y="0"/>
                  </a:moveTo>
                  <a:lnTo>
                    <a:pt x="36313" y="0"/>
                  </a:lnTo>
                  <a:lnTo>
                    <a:pt x="36313" y="45785"/>
                  </a:lnTo>
                  <a:lnTo>
                    <a:pt x="0" y="45785"/>
                  </a:lnTo>
                  <a:close/>
                </a:path>
              </a:pathLst>
            </a:custGeom>
            <a:solidFill>
              <a:schemeClr val="bg1"/>
            </a:solidFill>
            <a:ln w="5244" cap="flat">
              <a:noFill/>
              <a:prstDash val="solid"/>
              <a:miter/>
            </a:ln>
          </p:spPr>
          <p:txBody>
            <a:bodyPr rtlCol="0" anchor="ctr"/>
            <a:lstStyle/>
            <a:p>
              <a:endParaRPr lang="en-US"/>
            </a:p>
          </p:txBody>
        </p:sp>
        <p:sp>
          <p:nvSpPr>
            <p:cNvPr id="42" name="Freeform: Shape 779">
              <a:extLst>
                <a:ext uri="{FF2B5EF4-FFF2-40B4-BE49-F238E27FC236}">
                  <a16:creationId xmlns:a16="http://schemas.microsoft.com/office/drawing/2014/main" id="{F35CE442-80EA-03BE-9EA4-A3E12F397EDF}"/>
                </a:ext>
              </a:extLst>
            </p:cNvPr>
            <p:cNvSpPr/>
            <p:nvPr/>
          </p:nvSpPr>
          <p:spPr>
            <a:xfrm>
              <a:off x="613042" y="572273"/>
              <a:ext cx="36312" cy="45785"/>
            </a:xfrm>
            <a:custGeom>
              <a:avLst/>
              <a:gdLst>
                <a:gd name="connsiteX0" fmla="*/ 0 w 36312"/>
                <a:gd name="connsiteY0" fmla="*/ 0 h 45785"/>
                <a:gd name="connsiteX1" fmla="*/ 36313 w 36312"/>
                <a:gd name="connsiteY1" fmla="*/ 0 h 45785"/>
                <a:gd name="connsiteX2" fmla="*/ 36313 w 36312"/>
                <a:gd name="connsiteY2" fmla="*/ 45785 h 45785"/>
                <a:gd name="connsiteX3" fmla="*/ 0 w 36312"/>
                <a:gd name="connsiteY3" fmla="*/ 45785 h 45785"/>
              </a:gdLst>
              <a:ahLst/>
              <a:cxnLst>
                <a:cxn ang="0">
                  <a:pos x="connsiteX0" y="connsiteY0"/>
                </a:cxn>
                <a:cxn ang="0">
                  <a:pos x="connsiteX1" y="connsiteY1"/>
                </a:cxn>
                <a:cxn ang="0">
                  <a:pos x="connsiteX2" y="connsiteY2"/>
                </a:cxn>
                <a:cxn ang="0">
                  <a:pos x="connsiteX3" y="connsiteY3"/>
                </a:cxn>
              </a:cxnLst>
              <a:rect l="l" t="t" r="r" b="b"/>
              <a:pathLst>
                <a:path w="36312" h="45785">
                  <a:moveTo>
                    <a:pt x="0" y="0"/>
                  </a:moveTo>
                  <a:lnTo>
                    <a:pt x="36313" y="0"/>
                  </a:lnTo>
                  <a:lnTo>
                    <a:pt x="36313" y="45785"/>
                  </a:lnTo>
                  <a:lnTo>
                    <a:pt x="0" y="45785"/>
                  </a:lnTo>
                  <a:close/>
                </a:path>
              </a:pathLst>
            </a:custGeom>
            <a:solidFill>
              <a:schemeClr val="bg1"/>
            </a:solidFill>
            <a:ln w="5244" cap="flat">
              <a:noFill/>
              <a:prstDash val="solid"/>
              <a:miter/>
            </a:ln>
          </p:spPr>
          <p:txBody>
            <a:bodyPr rtlCol="0" anchor="ctr"/>
            <a:lstStyle/>
            <a:p>
              <a:endParaRPr lang="en-US"/>
            </a:p>
          </p:txBody>
        </p:sp>
        <p:sp>
          <p:nvSpPr>
            <p:cNvPr id="43" name="Freeform: Shape 780">
              <a:extLst>
                <a:ext uri="{FF2B5EF4-FFF2-40B4-BE49-F238E27FC236}">
                  <a16:creationId xmlns:a16="http://schemas.microsoft.com/office/drawing/2014/main" id="{DD006834-19D9-32C6-2C54-03C80314410A}"/>
                </a:ext>
              </a:extLst>
            </p:cNvPr>
            <p:cNvSpPr/>
            <p:nvPr/>
          </p:nvSpPr>
          <p:spPr>
            <a:xfrm>
              <a:off x="657249" y="572273"/>
              <a:ext cx="36312" cy="45785"/>
            </a:xfrm>
            <a:custGeom>
              <a:avLst/>
              <a:gdLst>
                <a:gd name="connsiteX0" fmla="*/ 0 w 36312"/>
                <a:gd name="connsiteY0" fmla="*/ 0 h 45785"/>
                <a:gd name="connsiteX1" fmla="*/ 36313 w 36312"/>
                <a:gd name="connsiteY1" fmla="*/ 0 h 45785"/>
                <a:gd name="connsiteX2" fmla="*/ 36313 w 36312"/>
                <a:gd name="connsiteY2" fmla="*/ 45785 h 45785"/>
                <a:gd name="connsiteX3" fmla="*/ 0 w 36312"/>
                <a:gd name="connsiteY3" fmla="*/ 45785 h 45785"/>
              </a:gdLst>
              <a:ahLst/>
              <a:cxnLst>
                <a:cxn ang="0">
                  <a:pos x="connsiteX0" y="connsiteY0"/>
                </a:cxn>
                <a:cxn ang="0">
                  <a:pos x="connsiteX1" y="connsiteY1"/>
                </a:cxn>
                <a:cxn ang="0">
                  <a:pos x="connsiteX2" y="connsiteY2"/>
                </a:cxn>
                <a:cxn ang="0">
                  <a:pos x="connsiteX3" y="connsiteY3"/>
                </a:cxn>
              </a:cxnLst>
              <a:rect l="l" t="t" r="r" b="b"/>
              <a:pathLst>
                <a:path w="36312" h="45785">
                  <a:moveTo>
                    <a:pt x="0" y="0"/>
                  </a:moveTo>
                  <a:lnTo>
                    <a:pt x="36313" y="0"/>
                  </a:lnTo>
                  <a:lnTo>
                    <a:pt x="36313" y="45785"/>
                  </a:lnTo>
                  <a:lnTo>
                    <a:pt x="0" y="45785"/>
                  </a:lnTo>
                  <a:close/>
                </a:path>
              </a:pathLst>
            </a:custGeom>
            <a:solidFill>
              <a:schemeClr val="bg1"/>
            </a:solidFill>
            <a:ln w="5244" cap="flat">
              <a:noFill/>
              <a:prstDash val="solid"/>
              <a:miter/>
            </a:ln>
          </p:spPr>
          <p:txBody>
            <a:bodyPr rtlCol="0" anchor="ctr"/>
            <a:lstStyle/>
            <a:p>
              <a:endParaRPr lang="en-US"/>
            </a:p>
          </p:txBody>
        </p:sp>
        <p:sp>
          <p:nvSpPr>
            <p:cNvPr id="44" name="Freeform: Shape 781">
              <a:extLst>
                <a:ext uri="{FF2B5EF4-FFF2-40B4-BE49-F238E27FC236}">
                  <a16:creationId xmlns:a16="http://schemas.microsoft.com/office/drawing/2014/main" id="{71AB646A-E74B-B17F-B6D7-D20E4DDE77BE}"/>
                </a:ext>
              </a:extLst>
            </p:cNvPr>
            <p:cNvSpPr/>
            <p:nvPr/>
          </p:nvSpPr>
          <p:spPr>
            <a:xfrm>
              <a:off x="700403" y="572273"/>
              <a:ext cx="36312" cy="45785"/>
            </a:xfrm>
            <a:custGeom>
              <a:avLst/>
              <a:gdLst>
                <a:gd name="connsiteX0" fmla="*/ 0 w 36312"/>
                <a:gd name="connsiteY0" fmla="*/ 0 h 45785"/>
                <a:gd name="connsiteX1" fmla="*/ 36313 w 36312"/>
                <a:gd name="connsiteY1" fmla="*/ 0 h 45785"/>
                <a:gd name="connsiteX2" fmla="*/ 36313 w 36312"/>
                <a:gd name="connsiteY2" fmla="*/ 45785 h 45785"/>
                <a:gd name="connsiteX3" fmla="*/ 0 w 36312"/>
                <a:gd name="connsiteY3" fmla="*/ 45785 h 45785"/>
              </a:gdLst>
              <a:ahLst/>
              <a:cxnLst>
                <a:cxn ang="0">
                  <a:pos x="connsiteX0" y="connsiteY0"/>
                </a:cxn>
                <a:cxn ang="0">
                  <a:pos x="connsiteX1" y="connsiteY1"/>
                </a:cxn>
                <a:cxn ang="0">
                  <a:pos x="connsiteX2" y="connsiteY2"/>
                </a:cxn>
                <a:cxn ang="0">
                  <a:pos x="connsiteX3" y="connsiteY3"/>
                </a:cxn>
              </a:cxnLst>
              <a:rect l="l" t="t" r="r" b="b"/>
              <a:pathLst>
                <a:path w="36312" h="45785">
                  <a:moveTo>
                    <a:pt x="0" y="0"/>
                  </a:moveTo>
                  <a:lnTo>
                    <a:pt x="36313" y="0"/>
                  </a:lnTo>
                  <a:lnTo>
                    <a:pt x="36313" y="45785"/>
                  </a:lnTo>
                  <a:lnTo>
                    <a:pt x="0" y="45785"/>
                  </a:lnTo>
                  <a:close/>
                </a:path>
              </a:pathLst>
            </a:custGeom>
            <a:solidFill>
              <a:schemeClr val="bg1"/>
            </a:solidFill>
            <a:ln w="5244" cap="flat">
              <a:noFill/>
              <a:prstDash val="solid"/>
              <a:miter/>
            </a:ln>
          </p:spPr>
          <p:txBody>
            <a:bodyPr rtlCol="0" anchor="ctr"/>
            <a:lstStyle/>
            <a:p>
              <a:endParaRPr lang="en-US"/>
            </a:p>
          </p:txBody>
        </p:sp>
      </p:grpSp>
      <p:grpSp>
        <p:nvGrpSpPr>
          <p:cNvPr id="45" name="Group 4">
            <a:extLst>
              <a:ext uri="{FF2B5EF4-FFF2-40B4-BE49-F238E27FC236}">
                <a16:creationId xmlns:a16="http://schemas.microsoft.com/office/drawing/2014/main" id="{F23A0065-EFCD-CED0-7D91-B424B035B304}"/>
              </a:ext>
            </a:extLst>
          </p:cNvPr>
          <p:cNvGrpSpPr/>
          <p:nvPr/>
        </p:nvGrpSpPr>
        <p:grpSpPr>
          <a:xfrm>
            <a:off x="779472" y="4675855"/>
            <a:ext cx="666095" cy="808496"/>
            <a:chOff x="4033743" y="5791353"/>
            <a:chExt cx="404392" cy="490845"/>
          </a:xfrm>
        </p:grpSpPr>
        <p:sp>
          <p:nvSpPr>
            <p:cNvPr id="46" name="Freeform: Shape 295">
              <a:extLst>
                <a:ext uri="{FF2B5EF4-FFF2-40B4-BE49-F238E27FC236}">
                  <a16:creationId xmlns:a16="http://schemas.microsoft.com/office/drawing/2014/main" id="{FF763C97-BF81-3D87-EB41-26A927FF48FC}"/>
                </a:ext>
              </a:extLst>
            </p:cNvPr>
            <p:cNvSpPr/>
            <p:nvPr/>
          </p:nvSpPr>
          <p:spPr>
            <a:xfrm rot="18900000">
              <a:off x="4143427" y="5955578"/>
              <a:ext cx="67505" cy="171725"/>
            </a:xfrm>
            <a:custGeom>
              <a:avLst/>
              <a:gdLst>
                <a:gd name="connsiteX0" fmla="*/ 0 w 67505"/>
                <a:gd name="connsiteY0" fmla="*/ 0 h 171725"/>
                <a:gd name="connsiteX1" fmla="*/ 0 w 67505"/>
                <a:gd name="connsiteY1" fmla="*/ 0 h 171725"/>
                <a:gd name="connsiteX2" fmla="*/ 67506 w 67505"/>
                <a:gd name="connsiteY2" fmla="*/ 67506 h 171725"/>
                <a:gd name="connsiteX3" fmla="*/ 67506 w 67505"/>
                <a:gd name="connsiteY3" fmla="*/ 104220 h 171725"/>
                <a:gd name="connsiteX4" fmla="*/ 0 w 67505"/>
                <a:gd name="connsiteY4" fmla="*/ 171726 h 171725"/>
                <a:gd name="connsiteX5" fmla="*/ 0 w 67505"/>
                <a:gd name="connsiteY5" fmla="*/ 171726 h 171725"/>
                <a:gd name="connsiteX6" fmla="*/ 0 w 67505"/>
                <a:gd name="connsiteY6" fmla="*/ 0 h 171725"/>
                <a:gd name="connsiteX7" fmla="*/ 0 w 67505"/>
                <a:gd name="connsiteY7" fmla="*/ 0 h 17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505" h="171725">
                  <a:moveTo>
                    <a:pt x="0" y="0"/>
                  </a:moveTo>
                  <a:lnTo>
                    <a:pt x="0" y="0"/>
                  </a:lnTo>
                  <a:cubicBezTo>
                    <a:pt x="37225" y="0"/>
                    <a:pt x="67506" y="30229"/>
                    <a:pt x="67506" y="67506"/>
                  </a:cubicBezTo>
                  <a:lnTo>
                    <a:pt x="67506" y="104220"/>
                  </a:lnTo>
                  <a:cubicBezTo>
                    <a:pt x="67506" y="141445"/>
                    <a:pt x="37276" y="171726"/>
                    <a:pt x="0" y="171726"/>
                  </a:cubicBezTo>
                  <a:lnTo>
                    <a:pt x="0" y="171726"/>
                  </a:lnTo>
                  <a:lnTo>
                    <a:pt x="0" y="0"/>
                  </a:lnTo>
                  <a:lnTo>
                    <a:pt x="0" y="0"/>
                  </a:lnTo>
                  <a:close/>
                </a:path>
              </a:pathLst>
            </a:custGeom>
            <a:noFill/>
            <a:ln w="43993" cap="rnd">
              <a:solidFill>
                <a:schemeClr val="bg1"/>
              </a:solidFill>
              <a:prstDash val="solid"/>
              <a:round/>
            </a:ln>
          </p:spPr>
          <p:txBody>
            <a:bodyPr rtlCol="0" anchor="ctr"/>
            <a:lstStyle/>
            <a:p>
              <a:endParaRPr lang="en-US"/>
            </a:p>
          </p:txBody>
        </p:sp>
        <p:sp>
          <p:nvSpPr>
            <p:cNvPr id="47" name="Freeform: Shape 296">
              <a:extLst>
                <a:ext uri="{FF2B5EF4-FFF2-40B4-BE49-F238E27FC236}">
                  <a16:creationId xmlns:a16="http://schemas.microsoft.com/office/drawing/2014/main" id="{AFB689D2-6371-823E-60B3-5587A3086050}"/>
                </a:ext>
              </a:extLst>
            </p:cNvPr>
            <p:cNvSpPr/>
            <p:nvPr/>
          </p:nvSpPr>
          <p:spPr>
            <a:xfrm rot="8100000">
              <a:off x="4307646" y="5791353"/>
              <a:ext cx="67505" cy="171725"/>
            </a:xfrm>
            <a:custGeom>
              <a:avLst/>
              <a:gdLst>
                <a:gd name="connsiteX0" fmla="*/ 0 w 67505"/>
                <a:gd name="connsiteY0" fmla="*/ 0 h 171725"/>
                <a:gd name="connsiteX1" fmla="*/ 0 w 67505"/>
                <a:gd name="connsiteY1" fmla="*/ 0 h 171725"/>
                <a:gd name="connsiteX2" fmla="*/ 67506 w 67505"/>
                <a:gd name="connsiteY2" fmla="*/ 67506 h 171725"/>
                <a:gd name="connsiteX3" fmla="*/ 67506 w 67505"/>
                <a:gd name="connsiteY3" fmla="*/ 104220 h 171725"/>
                <a:gd name="connsiteX4" fmla="*/ 0 w 67505"/>
                <a:gd name="connsiteY4" fmla="*/ 171726 h 171725"/>
                <a:gd name="connsiteX5" fmla="*/ 0 w 67505"/>
                <a:gd name="connsiteY5" fmla="*/ 171726 h 171725"/>
                <a:gd name="connsiteX6" fmla="*/ 0 w 67505"/>
                <a:gd name="connsiteY6" fmla="*/ 0 h 171725"/>
                <a:gd name="connsiteX7" fmla="*/ 0 w 67505"/>
                <a:gd name="connsiteY7" fmla="*/ 0 h 17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505" h="171725">
                  <a:moveTo>
                    <a:pt x="0" y="0"/>
                  </a:moveTo>
                  <a:lnTo>
                    <a:pt x="0" y="0"/>
                  </a:lnTo>
                  <a:cubicBezTo>
                    <a:pt x="37225" y="0"/>
                    <a:pt x="67506" y="30229"/>
                    <a:pt x="67506" y="67506"/>
                  </a:cubicBezTo>
                  <a:lnTo>
                    <a:pt x="67506" y="104220"/>
                  </a:lnTo>
                  <a:cubicBezTo>
                    <a:pt x="67506" y="141445"/>
                    <a:pt x="37276" y="171726"/>
                    <a:pt x="0" y="171726"/>
                  </a:cubicBezTo>
                  <a:lnTo>
                    <a:pt x="0" y="171726"/>
                  </a:lnTo>
                  <a:lnTo>
                    <a:pt x="0" y="0"/>
                  </a:lnTo>
                  <a:lnTo>
                    <a:pt x="0" y="0"/>
                  </a:lnTo>
                  <a:close/>
                </a:path>
              </a:pathLst>
            </a:custGeom>
            <a:noFill/>
            <a:ln w="43993" cap="rnd">
              <a:solidFill>
                <a:schemeClr val="bg1"/>
              </a:solidFill>
              <a:prstDash val="solid"/>
              <a:round/>
            </a:ln>
          </p:spPr>
          <p:txBody>
            <a:bodyPr rtlCol="0" anchor="ctr"/>
            <a:lstStyle/>
            <a:p>
              <a:endParaRPr lang="en-US"/>
            </a:p>
          </p:txBody>
        </p:sp>
        <p:sp>
          <p:nvSpPr>
            <p:cNvPr id="48" name="Freeform: Shape 297">
              <a:extLst>
                <a:ext uri="{FF2B5EF4-FFF2-40B4-BE49-F238E27FC236}">
                  <a16:creationId xmlns:a16="http://schemas.microsoft.com/office/drawing/2014/main" id="{B81F3B8C-C526-274D-66D5-58BB1C79AE93}"/>
                </a:ext>
              </a:extLst>
            </p:cNvPr>
            <p:cNvSpPr/>
            <p:nvPr/>
          </p:nvSpPr>
          <p:spPr>
            <a:xfrm rot="2700000">
              <a:off x="4259925" y="6056183"/>
              <a:ext cx="282022" cy="74399"/>
            </a:xfrm>
            <a:custGeom>
              <a:avLst/>
              <a:gdLst>
                <a:gd name="connsiteX0" fmla="*/ 0 w 282022"/>
                <a:gd name="connsiteY0" fmla="*/ 0 h 74399"/>
                <a:gd name="connsiteX1" fmla="*/ 282022 w 282022"/>
                <a:gd name="connsiteY1" fmla="*/ 0 h 74399"/>
                <a:gd name="connsiteX2" fmla="*/ 282022 w 282022"/>
                <a:gd name="connsiteY2" fmla="*/ 74399 h 74399"/>
                <a:gd name="connsiteX3" fmla="*/ 0 w 282022"/>
                <a:gd name="connsiteY3" fmla="*/ 74399 h 74399"/>
              </a:gdLst>
              <a:ahLst/>
              <a:cxnLst>
                <a:cxn ang="0">
                  <a:pos x="connsiteX0" y="connsiteY0"/>
                </a:cxn>
                <a:cxn ang="0">
                  <a:pos x="connsiteX1" y="connsiteY1"/>
                </a:cxn>
                <a:cxn ang="0">
                  <a:pos x="connsiteX2" y="connsiteY2"/>
                </a:cxn>
                <a:cxn ang="0">
                  <a:pos x="connsiteX3" y="connsiteY3"/>
                </a:cxn>
              </a:cxnLst>
              <a:rect l="l" t="t" r="r" b="b"/>
              <a:pathLst>
                <a:path w="282022" h="74399">
                  <a:moveTo>
                    <a:pt x="0" y="0"/>
                  </a:moveTo>
                  <a:lnTo>
                    <a:pt x="282022" y="0"/>
                  </a:lnTo>
                  <a:lnTo>
                    <a:pt x="282022" y="74399"/>
                  </a:lnTo>
                  <a:lnTo>
                    <a:pt x="0" y="74399"/>
                  </a:lnTo>
                  <a:close/>
                </a:path>
              </a:pathLst>
            </a:custGeom>
            <a:noFill/>
            <a:ln w="43993" cap="rnd">
              <a:solidFill>
                <a:schemeClr val="bg1"/>
              </a:solidFill>
              <a:prstDash val="solid"/>
              <a:round/>
            </a:ln>
          </p:spPr>
          <p:txBody>
            <a:bodyPr rtlCol="0" anchor="ctr"/>
            <a:lstStyle/>
            <a:p>
              <a:endParaRPr lang="en-US"/>
            </a:p>
          </p:txBody>
        </p:sp>
        <p:sp>
          <p:nvSpPr>
            <p:cNvPr id="49" name="Freeform: Shape 298">
              <a:extLst>
                <a:ext uri="{FF2B5EF4-FFF2-40B4-BE49-F238E27FC236}">
                  <a16:creationId xmlns:a16="http://schemas.microsoft.com/office/drawing/2014/main" id="{D163F7BB-3A02-0DB3-463E-50BC5078D9D4}"/>
                </a:ext>
              </a:extLst>
            </p:cNvPr>
            <p:cNvSpPr/>
            <p:nvPr/>
          </p:nvSpPr>
          <p:spPr>
            <a:xfrm>
              <a:off x="4033743" y="6277092"/>
              <a:ext cx="370259" cy="5106"/>
            </a:xfrm>
            <a:custGeom>
              <a:avLst/>
              <a:gdLst>
                <a:gd name="connsiteX0" fmla="*/ 0 w 370259"/>
                <a:gd name="connsiteY0" fmla="*/ 0 h 5106"/>
                <a:gd name="connsiteX1" fmla="*/ 370260 w 370259"/>
                <a:gd name="connsiteY1" fmla="*/ 0 h 5106"/>
              </a:gdLst>
              <a:ahLst/>
              <a:cxnLst>
                <a:cxn ang="0">
                  <a:pos x="connsiteX0" y="connsiteY0"/>
                </a:cxn>
                <a:cxn ang="0">
                  <a:pos x="connsiteX1" y="connsiteY1"/>
                </a:cxn>
              </a:cxnLst>
              <a:rect l="l" t="t" r="r" b="b"/>
              <a:pathLst>
                <a:path w="370259" h="5106">
                  <a:moveTo>
                    <a:pt x="0" y="0"/>
                  </a:moveTo>
                  <a:lnTo>
                    <a:pt x="370260" y="0"/>
                  </a:lnTo>
                </a:path>
              </a:pathLst>
            </a:custGeom>
            <a:ln w="43993" cap="rnd">
              <a:solidFill>
                <a:schemeClr val="bg1"/>
              </a:solidFill>
              <a:prstDash val="solid"/>
              <a:round/>
            </a:ln>
          </p:spPr>
          <p:txBody>
            <a:bodyPr rtlCol="0" anchor="ctr"/>
            <a:lstStyle/>
            <a:p>
              <a:endParaRPr lang="en-US"/>
            </a:p>
          </p:txBody>
        </p:sp>
        <p:sp>
          <p:nvSpPr>
            <p:cNvPr id="50" name="Freeform: Shape 299">
              <a:extLst>
                <a:ext uri="{FF2B5EF4-FFF2-40B4-BE49-F238E27FC236}">
                  <a16:creationId xmlns:a16="http://schemas.microsoft.com/office/drawing/2014/main" id="{2B27AFAF-B89A-1576-4C19-B45F7FA90E98}"/>
                </a:ext>
              </a:extLst>
            </p:cNvPr>
            <p:cNvSpPr/>
            <p:nvPr/>
          </p:nvSpPr>
          <p:spPr>
            <a:xfrm>
              <a:off x="4080006" y="6219135"/>
              <a:ext cx="277732" cy="57956"/>
            </a:xfrm>
            <a:custGeom>
              <a:avLst/>
              <a:gdLst>
                <a:gd name="connsiteX0" fmla="*/ 0 w 277732"/>
                <a:gd name="connsiteY0" fmla="*/ 0 h 57956"/>
                <a:gd name="connsiteX1" fmla="*/ 277733 w 277732"/>
                <a:gd name="connsiteY1" fmla="*/ 0 h 57956"/>
                <a:gd name="connsiteX2" fmla="*/ 277733 w 277732"/>
                <a:gd name="connsiteY2" fmla="*/ 57957 h 57956"/>
                <a:gd name="connsiteX3" fmla="*/ 0 w 277732"/>
                <a:gd name="connsiteY3" fmla="*/ 57957 h 57956"/>
              </a:gdLst>
              <a:ahLst/>
              <a:cxnLst>
                <a:cxn ang="0">
                  <a:pos x="connsiteX0" y="connsiteY0"/>
                </a:cxn>
                <a:cxn ang="0">
                  <a:pos x="connsiteX1" y="connsiteY1"/>
                </a:cxn>
                <a:cxn ang="0">
                  <a:pos x="connsiteX2" y="connsiteY2"/>
                </a:cxn>
                <a:cxn ang="0">
                  <a:pos x="connsiteX3" y="connsiteY3"/>
                </a:cxn>
              </a:cxnLst>
              <a:rect l="l" t="t" r="r" b="b"/>
              <a:pathLst>
                <a:path w="277732" h="57956">
                  <a:moveTo>
                    <a:pt x="0" y="0"/>
                  </a:moveTo>
                  <a:lnTo>
                    <a:pt x="277733" y="0"/>
                  </a:lnTo>
                  <a:lnTo>
                    <a:pt x="277733" y="57957"/>
                  </a:lnTo>
                  <a:lnTo>
                    <a:pt x="0" y="57957"/>
                  </a:lnTo>
                  <a:close/>
                </a:path>
              </a:pathLst>
            </a:custGeom>
            <a:noFill/>
            <a:ln w="43993" cap="rnd">
              <a:solidFill>
                <a:schemeClr val="bg1"/>
              </a:solidFill>
              <a:prstDash val="solid"/>
              <a:round/>
            </a:ln>
          </p:spPr>
          <p:txBody>
            <a:bodyPr rtlCol="0" anchor="ctr"/>
            <a:lstStyle/>
            <a:p>
              <a:endParaRPr lang="en-US"/>
            </a:p>
          </p:txBody>
        </p:sp>
        <p:sp>
          <p:nvSpPr>
            <p:cNvPr id="51" name="Freeform: Shape 300">
              <a:extLst>
                <a:ext uri="{FF2B5EF4-FFF2-40B4-BE49-F238E27FC236}">
                  <a16:creationId xmlns:a16="http://schemas.microsoft.com/office/drawing/2014/main" id="{04E0EDF5-7793-A9DC-EB64-A5C989444C12}"/>
                </a:ext>
              </a:extLst>
            </p:cNvPr>
            <p:cNvSpPr/>
            <p:nvPr/>
          </p:nvSpPr>
          <p:spPr>
            <a:xfrm>
              <a:off x="4200056" y="5903769"/>
              <a:ext cx="79811" cy="79811"/>
            </a:xfrm>
            <a:custGeom>
              <a:avLst/>
              <a:gdLst>
                <a:gd name="connsiteX0" fmla="*/ 0 w 79811"/>
                <a:gd name="connsiteY0" fmla="*/ 79812 h 79811"/>
                <a:gd name="connsiteX1" fmla="*/ 79812 w 79811"/>
                <a:gd name="connsiteY1" fmla="*/ 0 h 79811"/>
              </a:gdLst>
              <a:ahLst/>
              <a:cxnLst>
                <a:cxn ang="0">
                  <a:pos x="connsiteX0" y="connsiteY0"/>
                </a:cxn>
                <a:cxn ang="0">
                  <a:pos x="connsiteX1" y="connsiteY1"/>
                </a:cxn>
              </a:cxnLst>
              <a:rect l="l" t="t" r="r" b="b"/>
              <a:pathLst>
                <a:path w="79811" h="79811">
                  <a:moveTo>
                    <a:pt x="0" y="79812"/>
                  </a:moveTo>
                  <a:lnTo>
                    <a:pt x="79812" y="0"/>
                  </a:lnTo>
                </a:path>
              </a:pathLst>
            </a:custGeom>
            <a:ln w="43993" cap="rnd">
              <a:solidFill>
                <a:schemeClr val="bg1"/>
              </a:solidFill>
              <a:prstDash val="solid"/>
              <a:round/>
            </a:ln>
          </p:spPr>
          <p:txBody>
            <a:bodyPr rtlCol="0" anchor="ctr"/>
            <a:lstStyle/>
            <a:p>
              <a:endParaRPr lang="en-US"/>
            </a:p>
          </p:txBody>
        </p:sp>
        <p:sp>
          <p:nvSpPr>
            <p:cNvPr id="52" name="Freeform: Shape 301">
              <a:extLst>
                <a:ext uri="{FF2B5EF4-FFF2-40B4-BE49-F238E27FC236}">
                  <a16:creationId xmlns:a16="http://schemas.microsoft.com/office/drawing/2014/main" id="{AC3E170F-71CA-7016-4BA4-04F9E73B294D}"/>
                </a:ext>
              </a:extLst>
            </p:cNvPr>
            <p:cNvSpPr/>
            <p:nvPr/>
          </p:nvSpPr>
          <p:spPr>
            <a:xfrm rot="18900000">
              <a:off x="4172849" y="5894972"/>
              <a:ext cx="164525" cy="119947"/>
            </a:xfrm>
            <a:custGeom>
              <a:avLst/>
              <a:gdLst>
                <a:gd name="connsiteX0" fmla="*/ 0 w 164525"/>
                <a:gd name="connsiteY0" fmla="*/ 0 h 119947"/>
                <a:gd name="connsiteX1" fmla="*/ 164526 w 164525"/>
                <a:gd name="connsiteY1" fmla="*/ 0 h 119947"/>
                <a:gd name="connsiteX2" fmla="*/ 164526 w 164525"/>
                <a:gd name="connsiteY2" fmla="*/ 119948 h 119947"/>
                <a:gd name="connsiteX3" fmla="*/ 0 w 164525"/>
                <a:gd name="connsiteY3" fmla="*/ 119948 h 119947"/>
              </a:gdLst>
              <a:ahLst/>
              <a:cxnLst>
                <a:cxn ang="0">
                  <a:pos x="connsiteX0" y="connsiteY0"/>
                </a:cxn>
                <a:cxn ang="0">
                  <a:pos x="connsiteX1" y="connsiteY1"/>
                </a:cxn>
                <a:cxn ang="0">
                  <a:pos x="connsiteX2" y="connsiteY2"/>
                </a:cxn>
                <a:cxn ang="0">
                  <a:pos x="connsiteX3" y="connsiteY3"/>
                </a:cxn>
              </a:cxnLst>
              <a:rect l="l" t="t" r="r" b="b"/>
              <a:pathLst>
                <a:path w="164525" h="119947">
                  <a:moveTo>
                    <a:pt x="0" y="0"/>
                  </a:moveTo>
                  <a:lnTo>
                    <a:pt x="164526" y="0"/>
                  </a:lnTo>
                  <a:lnTo>
                    <a:pt x="164526" y="119948"/>
                  </a:lnTo>
                  <a:lnTo>
                    <a:pt x="0" y="119948"/>
                  </a:lnTo>
                  <a:close/>
                </a:path>
              </a:pathLst>
            </a:custGeom>
            <a:noFill/>
            <a:ln w="43993" cap="rnd">
              <a:solidFill>
                <a:schemeClr val="bg1"/>
              </a:solidFill>
              <a:prstDash val="solid"/>
              <a:round/>
            </a:ln>
          </p:spPr>
          <p:txBody>
            <a:bodyPr rtlCol="0" anchor="ctr"/>
            <a:lstStyle/>
            <a:p>
              <a:endParaRPr lang="en-US"/>
            </a:p>
          </p:txBody>
        </p:sp>
      </p:grpSp>
    </p:spTree>
    <p:extLst>
      <p:ext uri="{BB962C8B-B14F-4D97-AF65-F5344CB8AC3E}">
        <p14:creationId xmlns:p14="http://schemas.microsoft.com/office/powerpoint/2010/main" val="2329705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36817-EE74-3294-81EA-46D10CB2384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D3594DF-E987-6D48-3B19-96E7314BFBBC}"/>
              </a:ext>
            </a:extLst>
          </p:cNvPr>
          <p:cNvSpPr>
            <a:spLocks noGrp="1"/>
          </p:cNvSpPr>
          <p:nvPr>
            <p:ph type="title"/>
          </p:nvPr>
        </p:nvSpPr>
        <p:spPr>
          <a:xfrm>
            <a:off x="428624" y="291451"/>
            <a:ext cx="11337925" cy="912315"/>
          </a:xfrm>
        </p:spPr>
        <p:txBody>
          <a:bodyPr/>
          <a:lstStyle/>
          <a:p>
            <a:r>
              <a:rPr lang="en-GB" b="1" dirty="0"/>
              <a:t>Optimisation des </a:t>
            </a:r>
            <a:r>
              <a:rPr lang="fr-FR" b="1" noProof="0" dirty="0"/>
              <a:t>hyperparamètres</a:t>
            </a:r>
            <a:r>
              <a:rPr lang="en-GB" b="1" dirty="0"/>
              <a:t> &amp; Arbitrage final</a:t>
            </a:r>
            <a:br>
              <a:rPr lang="fr-FR" dirty="0"/>
            </a:br>
            <a:endParaRPr lang="fr-FR" dirty="0"/>
          </a:p>
        </p:txBody>
      </p:sp>
      <p:sp>
        <p:nvSpPr>
          <p:cNvPr id="5" name="Slide Number Placeholder 4">
            <a:extLst>
              <a:ext uri="{FF2B5EF4-FFF2-40B4-BE49-F238E27FC236}">
                <a16:creationId xmlns:a16="http://schemas.microsoft.com/office/drawing/2014/main" id="{D1AC5A64-B6C4-1F6F-9ED4-C570289F55E5}"/>
              </a:ext>
            </a:extLst>
          </p:cNvPr>
          <p:cNvSpPr>
            <a:spLocks noGrp="1"/>
          </p:cNvSpPr>
          <p:nvPr>
            <p:ph type="sldNum" sz="quarter" idx="4"/>
          </p:nvPr>
        </p:nvSpPr>
        <p:spPr/>
        <p:txBody>
          <a:bodyPr/>
          <a:lstStyle/>
          <a:p>
            <a:fld id="{DAF489CC-3B7A-4DA5-A8C0-4984788D0EC5}" type="slidenum">
              <a:rPr lang="nl-NL" smtClean="0"/>
              <a:pPr/>
              <a:t>11</a:t>
            </a:fld>
            <a:endParaRPr lang="nl-NL" dirty="0"/>
          </a:p>
        </p:txBody>
      </p:sp>
      <p:sp>
        <p:nvSpPr>
          <p:cNvPr id="2" name="ZoneTexte 1">
            <a:extLst>
              <a:ext uri="{FF2B5EF4-FFF2-40B4-BE49-F238E27FC236}">
                <a16:creationId xmlns:a16="http://schemas.microsoft.com/office/drawing/2014/main" id="{B70C9F25-AC86-5F4B-CC94-BC4CF815E278}"/>
              </a:ext>
            </a:extLst>
          </p:cNvPr>
          <p:cNvSpPr txBox="1"/>
          <p:nvPr/>
        </p:nvSpPr>
        <p:spPr>
          <a:xfrm>
            <a:off x="353210" y="856513"/>
            <a:ext cx="9829822" cy="5270910"/>
          </a:xfrm>
          <a:prstGeom prst="rect">
            <a:avLst/>
          </a:prstGeom>
          <a:noFill/>
        </p:spPr>
        <p:txBody>
          <a:bodyPr wrap="square" rtlCol="0">
            <a:noAutofit/>
          </a:bodyPr>
          <a:lstStyle/>
          <a:p>
            <a:pPr marL="285750" indent="-285750">
              <a:buFont typeface="Arial" panose="020B0604020202020204" pitchFamily="34" charset="0"/>
              <a:buChar char="•"/>
            </a:pPr>
            <a:r>
              <a:rPr lang="fr-FR" sz="2000" dirty="0">
                <a:solidFill>
                  <a:schemeClr val="accent3"/>
                </a:solidFill>
                <a:latin typeface="Aptos" panose="020B0004020202020204" pitchFamily="34" charset="0"/>
              </a:rPr>
              <a:t>Scénarios retenus - </a:t>
            </a:r>
            <a:r>
              <a:rPr lang="fr-FR" sz="2000" b="1"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S5 </a:t>
            </a:r>
            <a:r>
              <a:rPr lang="fr-FR" sz="2000" b="1" kern="100" dirty="0" err="1">
                <a:solidFill>
                  <a:schemeClr val="accent3"/>
                </a:solidFill>
                <a:latin typeface="Aptos" panose="020B0004020202020204" pitchFamily="34" charset="0"/>
                <a:ea typeface="DengXian" panose="02010600030101010101" pitchFamily="2" charset="-122"/>
                <a:cs typeface="Times New Roman" panose="02020603050405020304" pitchFamily="18" charset="0"/>
              </a:rPr>
              <a:t>LightGBM</a:t>
            </a:r>
            <a:r>
              <a:rPr lang="fr-FR" sz="2000" b="1"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  S5 Random Forest et  S5 Régression logistique</a:t>
            </a:r>
            <a:r>
              <a:rPr lang="fr-FR" sz="2000"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a:t>
            </a:r>
            <a:endParaRPr lang="fr-FR"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fr-FR"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3 </a:t>
            </a:r>
            <a:r>
              <a:rPr lang="fr-FR" b="1"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architectures différentes : </a:t>
            </a:r>
          </a:p>
          <a:p>
            <a:pPr marL="1200150" lvl="2" indent="-285750">
              <a:buFont typeface="Arial" panose="020B0604020202020204" pitchFamily="34" charset="0"/>
              <a:buChar char="•"/>
            </a:pPr>
            <a:r>
              <a:rPr lang="fr-FR"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1 modèle linéaire pour une référence interprétable</a:t>
            </a:r>
          </a:p>
          <a:p>
            <a:pPr marL="1200150" lvl="2" indent="-285750">
              <a:buFont typeface="Arial" panose="020B0604020202020204" pitchFamily="34" charset="0"/>
              <a:buChar char="•"/>
            </a:pPr>
            <a:r>
              <a:rPr lang="fr-FR"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1 méthode d ’ensembles d’arbres indépendants</a:t>
            </a:r>
          </a:p>
          <a:p>
            <a:pPr marL="1200150" lvl="2" indent="-285750">
              <a:buFont typeface="Arial" panose="020B0604020202020204" pitchFamily="34" charset="0"/>
              <a:buChar char="•"/>
            </a:pPr>
            <a:r>
              <a:rPr lang="fr-FR"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1 méthode d’ensemble d’arbres construits par </a:t>
            </a:r>
            <a:r>
              <a:rPr lang="fr-FR" kern="100" dirty="0" err="1">
                <a:solidFill>
                  <a:schemeClr val="accent3"/>
                </a:solidFill>
                <a:latin typeface="Aptos" panose="020B0004020202020204" pitchFamily="34" charset="0"/>
                <a:ea typeface="DengXian" panose="02010600030101010101" pitchFamily="2" charset="-122"/>
                <a:cs typeface="Times New Roman" panose="02020603050405020304" pitchFamily="18" charset="0"/>
              </a:rPr>
              <a:t>boosting</a:t>
            </a:r>
            <a:endParaRPr lang="fr-FR"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fr-FR"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La régression logistique augmente le taux d’erreurs critiques</a:t>
            </a:r>
          </a:p>
          <a:p>
            <a:pPr marL="742950" lvl="1" indent="-285750">
              <a:buFont typeface="Arial" panose="020B0604020202020204" pitchFamily="34" charset="0"/>
              <a:buChar char="•"/>
            </a:pPr>
            <a:r>
              <a:rPr lang="fr-FR" kern="100" dirty="0" err="1">
                <a:solidFill>
                  <a:schemeClr val="accent3"/>
                </a:solidFill>
                <a:latin typeface="Aptos" panose="020B0004020202020204" pitchFamily="34" charset="0"/>
                <a:ea typeface="DengXian" panose="02010600030101010101" pitchFamily="2" charset="-122"/>
                <a:cs typeface="Times New Roman" panose="02020603050405020304" pitchFamily="18" charset="0"/>
              </a:rPr>
              <a:t>LightGBM</a:t>
            </a:r>
            <a:r>
              <a:rPr lang="fr-FR"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 équilibré (meilleur F1macro) vs Random Forest (meilleur </a:t>
            </a:r>
            <a:r>
              <a:rPr lang="fr-FR" kern="100" dirty="0" err="1">
                <a:solidFill>
                  <a:schemeClr val="accent3"/>
                </a:solidFill>
                <a:latin typeface="Aptos" panose="020B0004020202020204" pitchFamily="34" charset="0"/>
                <a:ea typeface="DengXian" panose="02010600030101010101" pitchFamily="2" charset="-122"/>
                <a:cs typeface="Times New Roman" panose="02020603050405020304" pitchFamily="18" charset="0"/>
              </a:rPr>
              <a:t>recall</a:t>
            </a:r>
            <a:r>
              <a:rPr lang="fr-FR"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 classe 2)</a:t>
            </a:r>
          </a:p>
          <a:p>
            <a:pPr marL="285750" indent="-285750">
              <a:buFont typeface="Arial" panose="020B0604020202020204" pitchFamily="34" charset="0"/>
              <a:buChar char="•"/>
            </a:pPr>
            <a:endParaRPr lang="fr-FR"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endParaRPr>
          </a:p>
          <a:p>
            <a:pPr marL="285750" indent="-285750">
              <a:buFont typeface="Arial" panose="020B0604020202020204" pitchFamily="34" charset="0"/>
              <a:buChar char="•"/>
            </a:pPr>
            <a:r>
              <a:rPr lang="fr-FR" sz="2000"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Méthode d’optimisation retenue : </a:t>
            </a:r>
            <a:r>
              <a:rPr lang="fr-FR" sz="2000" b="1"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GridSearchCV</a:t>
            </a:r>
            <a:r>
              <a:rPr lang="fr-FR" sz="2000"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 : </a:t>
            </a:r>
          </a:p>
          <a:p>
            <a:pPr marL="742950" lvl="1" indent="-285750">
              <a:buFont typeface="Arial" panose="020B0604020202020204" pitchFamily="34" charset="0"/>
              <a:buChar char="•"/>
            </a:pPr>
            <a:r>
              <a:rPr lang="fr-FR"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simple et reproductible sur un volume de test maîtrisé pour de la comparaison de scénarios</a:t>
            </a:r>
          </a:p>
          <a:p>
            <a:pPr marL="742950" lvl="1" indent="-285750">
              <a:buFont typeface="Arial" panose="020B0604020202020204" pitchFamily="34" charset="0"/>
              <a:buChar char="•"/>
            </a:pPr>
            <a:r>
              <a:rPr lang="fr-FR" kern="100" dirty="0" err="1">
                <a:solidFill>
                  <a:schemeClr val="accent3"/>
                </a:solidFill>
                <a:latin typeface="Aptos" panose="020B0004020202020204" pitchFamily="34" charset="0"/>
                <a:ea typeface="DengXian" panose="02010600030101010101" pitchFamily="2" charset="-122"/>
                <a:cs typeface="Times New Roman" panose="02020603050405020304" pitchFamily="18" charset="0"/>
              </a:rPr>
              <a:t>Optuna</a:t>
            </a:r>
            <a:r>
              <a:rPr lang="fr-FR"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 ou </a:t>
            </a:r>
            <a:r>
              <a:rPr lang="fr-FR" kern="100" dirty="0" err="1">
                <a:solidFill>
                  <a:schemeClr val="accent3"/>
                </a:solidFill>
                <a:latin typeface="Aptos" panose="020B0004020202020204" pitchFamily="34" charset="0"/>
                <a:ea typeface="DengXian" panose="02010600030101010101" pitchFamily="2" charset="-122"/>
                <a:cs typeface="Times New Roman" panose="02020603050405020304" pitchFamily="18" charset="0"/>
              </a:rPr>
              <a:t>RandomizedSearch</a:t>
            </a:r>
            <a:r>
              <a:rPr lang="fr-FR"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 plus précis mais moins répétables</a:t>
            </a:r>
          </a:p>
          <a:p>
            <a:pPr marL="285750" indent="-285750">
              <a:buFont typeface="Arial" panose="020B0604020202020204" pitchFamily="34" charset="0"/>
              <a:buChar char="•"/>
            </a:pPr>
            <a:endParaRPr lang="fr-FR"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endParaRPr>
          </a:p>
          <a:p>
            <a:pPr marL="285750" indent="-285750">
              <a:buFont typeface="Arial" panose="020B0604020202020204" pitchFamily="34" charset="0"/>
              <a:buChar char="•"/>
            </a:pPr>
            <a:r>
              <a:rPr lang="fr-FR" sz="2000"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Scénario retenu - </a:t>
            </a:r>
            <a:r>
              <a:rPr lang="fr-FR" sz="2000" b="1"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S5 </a:t>
            </a:r>
            <a:r>
              <a:rPr lang="fr-FR" sz="2000" b="1" kern="100" dirty="0" err="1">
                <a:solidFill>
                  <a:schemeClr val="accent3"/>
                </a:solidFill>
                <a:latin typeface="Aptos" panose="020B0004020202020204" pitchFamily="34" charset="0"/>
                <a:ea typeface="DengXian" panose="02010600030101010101" pitchFamily="2" charset="-122"/>
                <a:cs typeface="Times New Roman" panose="02020603050405020304" pitchFamily="18" charset="0"/>
              </a:rPr>
              <a:t>LightGBM</a:t>
            </a:r>
            <a:r>
              <a:rPr lang="fr-FR" sz="2000" b="1"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 </a:t>
            </a:r>
            <a:r>
              <a:rPr lang="fr-FR" sz="2000"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a:t>
            </a:r>
          </a:p>
          <a:p>
            <a:pPr marL="742950" lvl="1" indent="-285750">
              <a:buFont typeface="Arial" panose="020B0604020202020204" pitchFamily="34" charset="0"/>
              <a:buChar char="•"/>
            </a:pPr>
            <a:r>
              <a:rPr lang="fr-FR"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Random Forest améliore le </a:t>
            </a:r>
            <a:r>
              <a:rPr lang="fr-FR" kern="100" dirty="0" err="1">
                <a:solidFill>
                  <a:schemeClr val="accent3"/>
                </a:solidFill>
                <a:latin typeface="Aptos" panose="020B0004020202020204" pitchFamily="34" charset="0"/>
                <a:ea typeface="DengXian" panose="02010600030101010101" pitchFamily="2" charset="-122"/>
                <a:cs typeface="Times New Roman" panose="02020603050405020304" pitchFamily="18" charset="0"/>
              </a:rPr>
              <a:t>recall</a:t>
            </a:r>
            <a:r>
              <a:rPr lang="fr-FR"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 de la classe 2 mais fait chuter le DI (&lt;&lt; 0.7 pour les 2 variables sensibles)</a:t>
            </a:r>
          </a:p>
          <a:p>
            <a:pPr marL="742950" lvl="1" indent="-285750">
              <a:buFont typeface="Arial" panose="020B0604020202020204" pitchFamily="34" charset="0"/>
              <a:buChar char="•"/>
            </a:pPr>
            <a:r>
              <a:rPr lang="fr-FR" kern="100" dirty="0" err="1">
                <a:solidFill>
                  <a:schemeClr val="accent3"/>
                </a:solidFill>
                <a:latin typeface="Aptos" panose="020B0004020202020204" pitchFamily="34" charset="0"/>
                <a:ea typeface="DengXian" panose="02010600030101010101" pitchFamily="2" charset="-122"/>
                <a:cs typeface="Times New Roman" panose="02020603050405020304" pitchFamily="18" charset="0"/>
              </a:rPr>
              <a:t>LightGBM</a:t>
            </a:r>
            <a:r>
              <a:rPr lang="fr-FR"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 </a:t>
            </a:r>
            <a:r>
              <a:rPr lang="fr-FR" dirty="0">
                <a:solidFill>
                  <a:schemeClr val="accent3"/>
                </a:solidFill>
                <a:latin typeface="Aptos" panose="020B0004020202020204" pitchFamily="34" charset="0"/>
              </a:rPr>
              <a:t>améliore la latence (x2.6)</a:t>
            </a:r>
            <a:endParaRPr lang="fr-FR"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fr-FR" kern="100" dirty="0">
                <a:solidFill>
                  <a:schemeClr val="accent3"/>
                </a:solidFill>
                <a:latin typeface="Aptos" panose="020B0004020202020204" pitchFamily="34" charset="0"/>
                <a:ea typeface="DengXian" panose="02010600030101010101" pitchFamily="2" charset="-122"/>
                <a:cs typeface="Times New Roman" panose="02020603050405020304" pitchFamily="18" charset="0"/>
              </a:rPr>
              <a:t>Taux d’erreur critique identique pour les 2 scénarios (10.8%)</a:t>
            </a:r>
          </a:p>
        </p:txBody>
      </p:sp>
    </p:spTree>
    <p:extLst>
      <p:ext uri="{BB962C8B-B14F-4D97-AF65-F5344CB8AC3E}">
        <p14:creationId xmlns:p14="http://schemas.microsoft.com/office/powerpoint/2010/main" val="4200256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46FEE-B39F-692C-76FA-27BAA81F51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F0D570C-9D9E-9A20-B807-CAF5293488DA}"/>
              </a:ext>
            </a:extLst>
          </p:cNvPr>
          <p:cNvSpPr>
            <a:spLocks noGrp="1"/>
          </p:cNvSpPr>
          <p:nvPr>
            <p:ph type="title"/>
          </p:nvPr>
        </p:nvSpPr>
        <p:spPr>
          <a:xfrm>
            <a:off x="428624" y="291451"/>
            <a:ext cx="11337925" cy="912315"/>
          </a:xfrm>
        </p:spPr>
        <p:txBody>
          <a:bodyPr/>
          <a:lstStyle/>
          <a:p>
            <a:r>
              <a:rPr lang="fr-FR" dirty="0"/>
              <a:t>Évaluation finale sur jeu de test indépendant &amp; Explicabilité SHAP</a:t>
            </a:r>
          </a:p>
        </p:txBody>
      </p:sp>
      <p:sp>
        <p:nvSpPr>
          <p:cNvPr id="5" name="Slide Number Placeholder 4">
            <a:extLst>
              <a:ext uri="{FF2B5EF4-FFF2-40B4-BE49-F238E27FC236}">
                <a16:creationId xmlns:a16="http://schemas.microsoft.com/office/drawing/2014/main" id="{B5C432C2-4968-DC16-9632-AE4AFC311055}"/>
              </a:ext>
            </a:extLst>
          </p:cNvPr>
          <p:cNvSpPr>
            <a:spLocks noGrp="1"/>
          </p:cNvSpPr>
          <p:nvPr>
            <p:ph type="sldNum" sz="quarter" idx="4"/>
          </p:nvPr>
        </p:nvSpPr>
        <p:spPr/>
        <p:txBody>
          <a:bodyPr/>
          <a:lstStyle/>
          <a:p>
            <a:fld id="{DAF489CC-3B7A-4DA5-A8C0-4984788D0EC5}" type="slidenum">
              <a:rPr lang="nl-NL" smtClean="0"/>
              <a:pPr/>
              <a:t>12</a:t>
            </a:fld>
            <a:endParaRPr lang="nl-NL" dirty="0"/>
          </a:p>
        </p:txBody>
      </p:sp>
      <p:sp>
        <p:nvSpPr>
          <p:cNvPr id="2" name="ZoneTexte 1">
            <a:extLst>
              <a:ext uri="{FF2B5EF4-FFF2-40B4-BE49-F238E27FC236}">
                <a16:creationId xmlns:a16="http://schemas.microsoft.com/office/drawing/2014/main" id="{8AECCDEE-7516-1C02-C7DC-9BDDFB1A1E2D}"/>
              </a:ext>
            </a:extLst>
          </p:cNvPr>
          <p:cNvSpPr txBox="1"/>
          <p:nvPr/>
        </p:nvSpPr>
        <p:spPr>
          <a:xfrm>
            <a:off x="425451" y="1062037"/>
            <a:ext cx="11337925" cy="5133976"/>
          </a:xfrm>
          <a:prstGeom prst="rect">
            <a:avLst/>
          </a:prstGeom>
          <a:noFill/>
        </p:spPr>
        <p:txBody>
          <a:bodyPr wrap="square" rtlCol="0">
            <a:noAutofit/>
          </a:bodyPr>
          <a:lstStyle/>
          <a:p>
            <a:pPr marL="285750" indent="-285750">
              <a:buFont typeface="Arial" panose="020B0604020202020204" pitchFamily="34" charset="0"/>
              <a:buChar char="•"/>
            </a:pPr>
            <a:r>
              <a:rPr lang="fr-FR" b="1" dirty="0">
                <a:solidFill>
                  <a:schemeClr val="accent3"/>
                </a:solidFill>
                <a:latin typeface="Aptos" panose="020B0004020202020204" pitchFamily="34" charset="0"/>
              </a:rPr>
              <a:t>Le modèle généralise correctement</a:t>
            </a:r>
            <a:r>
              <a:rPr lang="fr-FR" dirty="0">
                <a:solidFill>
                  <a:schemeClr val="accent3"/>
                </a:solidFill>
                <a:latin typeface="Aptos" panose="020B0004020202020204" pitchFamily="34" charset="0"/>
              </a:rPr>
              <a:t> (-&gt; pas de surapprentissage) :</a:t>
            </a:r>
          </a:p>
          <a:p>
            <a:pPr lvl="1"/>
            <a:r>
              <a:rPr lang="fr-FR" sz="1500" dirty="0">
                <a:solidFill>
                  <a:schemeClr val="accent3"/>
                </a:solidFill>
                <a:latin typeface="Aptos" panose="020B0004020202020204" pitchFamily="34" charset="0"/>
              </a:rPr>
              <a:t>F1-score macro		: Test 0,7218 (contre 0,6955 en validation CV)</a:t>
            </a:r>
          </a:p>
          <a:p>
            <a:pPr lvl="1"/>
            <a:r>
              <a:rPr lang="fr-FR" sz="1500" dirty="0" err="1">
                <a:solidFill>
                  <a:schemeClr val="accent3"/>
                </a:solidFill>
                <a:latin typeface="Aptos" panose="020B0004020202020204" pitchFamily="34" charset="0"/>
              </a:rPr>
              <a:t>Accuracy</a:t>
            </a:r>
            <a:r>
              <a:rPr lang="fr-FR" sz="1500" dirty="0">
                <a:solidFill>
                  <a:schemeClr val="accent3"/>
                </a:solidFill>
                <a:latin typeface="Aptos" panose="020B0004020202020204" pitchFamily="34" charset="0"/>
              </a:rPr>
              <a:t> globale	: 74,0%</a:t>
            </a:r>
          </a:p>
          <a:p>
            <a:pPr lvl="1"/>
            <a:r>
              <a:rPr lang="fr-FR" sz="1500" dirty="0">
                <a:solidFill>
                  <a:schemeClr val="accent3"/>
                </a:solidFill>
                <a:latin typeface="Aptos" panose="020B0004020202020204" pitchFamily="34" charset="0"/>
              </a:rPr>
              <a:t>Taux d'erreur critique 2→0	: 7,8% (stable par rapport à la CV – 10,78%)</a:t>
            </a:r>
          </a:p>
          <a:p>
            <a:pPr lvl="1"/>
            <a:endParaRPr lang="fr-FR" sz="800" dirty="0">
              <a:solidFill>
                <a:schemeClr val="accent3"/>
              </a:solidFill>
              <a:latin typeface="Aptos" panose="020B0004020202020204" pitchFamily="34" charset="0"/>
            </a:endParaRPr>
          </a:p>
          <a:p>
            <a:pPr marL="285750" indent="-285750">
              <a:buFont typeface="Arial" panose="020B0604020202020204" pitchFamily="34" charset="0"/>
              <a:buChar char="•"/>
            </a:pPr>
            <a:r>
              <a:rPr lang="fr-FR" dirty="0">
                <a:solidFill>
                  <a:schemeClr val="accent3"/>
                </a:solidFill>
                <a:latin typeface="Aptos" panose="020B0004020202020204" pitchFamily="34" charset="0"/>
              </a:rPr>
              <a:t>Équilibre par classe :</a:t>
            </a:r>
          </a:p>
          <a:p>
            <a:pPr lvl="1"/>
            <a:r>
              <a:rPr lang="fr-FR" sz="1500" dirty="0">
                <a:solidFill>
                  <a:schemeClr val="accent3"/>
                </a:solidFill>
                <a:latin typeface="Aptos" panose="020B0004020202020204" pitchFamily="34" charset="0"/>
              </a:rPr>
              <a:t>Classe 0 (Rapide)	: Précision 78%  | Rappel 75%  | F1=0,77​</a:t>
            </a:r>
          </a:p>
          <a:p>
            <a:pPr lvl="1"/>
            <a:r>
              <a:rPr lang="fr-FR" sz="1500" dirty="0">
                <a:solidFill>
                  <a:schemeClr val="accent3"/>
                </a:solidFill>
                <a:latin typeface="Aptos" panose="020B0004020202020204" pitchFamily="34" charset="0"/>
              </a:rPr>
              <a:t>Classe 1 (Intermédiaire)	: Précision 71%   | Rappel 80% | F1=0,75</a:t>
            </a:r>
          </a:p>
          <a:p>
            <a:pPr lvl="1"/>
            <a:r>
              <a:rPr lang="fr-FR" sz="1500" dirty="0">
                <a:solidFill>
                  <a:schemeClr val="accent3"/>
                </a:solidFill>
                <a:latin typeface="Aptos" panose="020B0004020202020204" pitchFamily="34" charset="0"/>
              </a:rPr>
              <a:t>Classe 2 (Longue durée)	: Précision  76% | Rappel 57%  | F1=0,65</a:t>
            </a:r>
          </a:p>
          <a:p>
            <a:endParaRPr lang="fr-FR" sz="800" dirty="0">
              <a:solidFill>
                <a:schemeClr val="accent3"/>
              </a:solidFill>
              <a:latin typeface="Aptos" panose="020B0004020202020204" pitchFamily="34" charset="0"/>
            </a:endParaRPr>
          </a:p>
          <a:p>
            <a:pPr marL="285750" indent="-285750">
              <a:buFont typeface="Arial" panose="020B0604020202020204" pitchFamily="34" charset="0"/>
              <a:buChar char="•"/>
            </a:pPr>
            <a:r>
              <a:rPr lang="fr-FR" dirty="0">
                <a:solidFill>
                  <a:schemeClr val="accent3"/>
                </a:solidFill>
                <a:latin typeface="Aptos" panose="020B0004020202020204" pitchFamily="34" charset="0"/>
              </a:rPr>
              <a:t>L’</a:t>
            </a:r>
            <a:r>
              <a:rPr lang="fr-FR" b="1" dirty="0">
                <a:solidFill>
                  <a:schemeClr val="accent3"/>
                </a:solidFill>
                <a:latin typeface="Aptos" panose="020B0004020202020204" pitchFamily="34" charset="0"/>
              </a:rPr>
              <a:t>analyse</a:t>
            </a:r>
            <a:r>
              <a:rPr lang="fr-FR" dirty="0">
                <a:solidFill>
                  <a:schemeClr val="accent3"/>
                </a:solidFill>
                <a:latin typeface="Aptos" panose="020B0004020202020204" pitchFamily="34" charset="0"/>
              </a:rPr>
              <a:t> </a:t>
            </a:r>
            <a:r>
              <a:rPr lang="fr-FR" b="1" dirty="0">
                <a:solidFill>
                  <a:schemeClr val="accent3"/>
                </a:solidFill>
                <a:latin typeface="Aptos" panose="020B0004020202020204" pitchFamily="34" charset="0"/>
              </a:rPr>
              <a:t>SHAP</a:t>
            </a:r>
            <a:r>
              <a:rPr lang="fr-FR" dirty="0">
                <a:solidFill>
                  <a:schemeClr val="accent3"/>
                </a:solidFill>
                <a:latin typeface="Aptos" panose="020B0004020202020204" pitchFamily="34" charset="0"/>
              </a:rPr>
              <a:t> montre que la prédiction du modèle résulte du croisement de l'ancienneté, des freins exprimés dans la synthèse d'entretien, du niveau de diplôme et de l’âge</a:t>
            </a:r>
          </a:p>
          <a:p>
            <a:pPr marL="285750" indent="-285750">
              <a:buFont typeface="Arial" panose="020B0604020202020204" pitchFamily="34" charset="0"/>
              <a:buChar char="•"/>
            </a:pPr>
            <a:endParaRPr lang="fr-FR" sz="800" dirty="0">
              <a:solidFill>
                <a:schemeClr val="accent3"/>
              </a:solidFill>
              <a:latin typeface="Aptos" panose="020B0004020202020204" pitchFamily="34" charset="0"/>
            </a:endParaRPr>
          </a:p>
          <a:p>
            <a:pPr marL="285750" indent="-285750">
              <a:buFont typeface="Arial" panose="020B0604020202020204" pitchFamily="34" charset="0"/>
              <a:buChar char="•"/>
            </a:pPr>
            <a:r>
              <a:rPr lang="fr-FR" dirty="0">
                <a:solidFill>
                  <a:schemeClr val="accent3"/>
                </a:solidFill>
                <a:latin typeface="Aptos" panose="020B0004020202020204" pitchFamily="34" charset="0"/>
              </a:rPr>
              <a:t>Aide à justifier pour le conseiller et l'usager un droit à </a:t>
            </a:r>
            <a:r>
              <a:rPr lang="fr-FR" b="1" dirty="0">
                <a:solidFill>
                  <a:schemeClr val="accent3"/>
                </a:solidFill>
                <a:latin typeface="Aptos" panose="020B0004020202020204" pitchFamily="34" charset="0"/>
              </a:rPr>
              <a:t>l'explication transparente </a:t>
            </a:r>
            <a:r>
              <a:rPr lang="fr-FR" dirty="0">
                <a:solidFill>
                  <a:schemeClr val="accent3"/>
                </a:solidFill>
                <a:latin typeface="Aptos" panose="020B0004020202020204" pitchFamily="34" charset="0"/>
              </a:rPr>
              <a:t>du score d'aide à la décision (AI </a:t>
            </a:r>
            <a:r>
              <a:rPr lang="fr-FR" dirty="0" err="1">
                <a:solidFill>
                  <a:schemeClr val="accent3"/>
                </a:solidFill>
                <a:latin typeface="Aptos" panose="020B0004020202020204" pitchFamily="34" charset="0"/>
              </a:rPr>
              <a:t>Act</a:t>
            </a:r>
            <a:r>
              <a:rPr lang="fr-FR" dirty="0">
                <a:solidFill>
                  <a:schemeClr val="accent3"/>
                </a:solidFill>
                <a:latin typeface="Aptos" panose="020B0004020202020204" pitchFamily="34" charset="0"/>
              </a:rPr>
              <a:t> Art. 13 &amp; RGPD Art. 22)</a:t>
            </a:r>
          </a:p>
          <a:p>
            <a:pPr marL="285750" indent="-285750">
              <a:buFont typeface="Arial" panose="020B0604020202020204" pitchFamily="34" charset="0"/>
              <a:buChar char="•"/>
            </a:pPr>
            <a:endParaRPr lang="fr-FR" sz="800" dirty="0">
              <a:solidFill>
                <a:schemeClr val="accent3"/>
              </a:solidFill>
              <a:latin typeface="Aptos" panose="020B0004020202020204" pitchFamily="34" charset="0"/>
            </a:endParaRPr>
          </a:p>
          <a:p>
            <a:pPr marL="285750" indent="-285750">
              <a:buFont typeface="Arial" panose="020B0604020202020204" pitchFamily="34" charset="0"/>
              <a:buChar char="•"/>
            </a:pPr>
            <a:r>
              <a:rPr lang="fr-FR" dirty="0">
                <a:solidFill>
                  <a:schemeClr val="accent3"/>
                </a:solidFill>
                <a:latin typeface="Aptos" panose="020B0004020202020204" pitchFamily="34" charset="0"/>
              </a:rPr>
              <a:t>Effet </a:t>
            </a:r>
            <a:r>
              <a:rPr lang="fr-FR" b="1" dirty="0">
                <a:solidFill>
                  <a:schemeClr val="accent3"/>
                </a:solidFill>
                <a:latin typeface="Aptos" panose="020B0004020202020204" pitchFamily="34" charset="0"/>
              </a:rPr>
              <a:t>non-linéaire de l'âge</a:t>
            </a:r>
            <a:r>
              <a:rPr lang="fr-FR" dirty="0">
                <a:solidFill>
                  <a:schemeClr val="accent3"/>
                </a:solidFill>
                <a:latin typeface="Aptos" panose="020B0004020202020204" pitchFamily="34" charset="0"/>
              </a:rPr>
              <a:t> : </a:t>
            </a:r>
          </a:p>
          <a:p>
            <a:pPr marL="742950" lvl="1" indent="-285750">
              <a:buFont typeface="Arial" panose="020B0604020202020204" pitchFamily="34" charset="0"/>
              <a:buChar char="•"/>
            </a:pPr>
            <a:r>
              <a:rPr lang="fr-FR" sz="1600" dirty="0">
                <a:solidFill>
                  <a:schemeClr val="accent3"/>
                </a:solidFill>
                <a:latin typeface="Aptos" panose="020B0004020202020204" pitchFamily="34" charset="0"/>
              </a:rPr>
              <a:t>entre 18 et 53 ans l'âge a un effet protecteur ou neutre (contributions SHAP négatives de −0,572 à −0,284)</a:t>
            </a:r>
          </a:p>
          <a:p>
            <a:pPr marL="742950" lvl="1" indent="-285750">
              <a:buFont typeface="Arial" panose="020B0604020202020204" pitchFamily="34" charset="0"/>
              <a:buChar char="•"/>
            </a:pPr>
            <a:r>
              <a:rPr lang="fr-FR" sz="1600" dirty="0">
                <a:solidFill>
                  <a:schemeClr val="accent3"/>
                </a:solidFill>
                <a:latin typeface="Aptos" panose="020B0004020202020204" pitchFamily="34" charset="0"/>
              </a:rPr>
              <a:t>au-delà de 53 ans l'impact bascule brutalement à +1,640 vers la classe 2</a:t>
            </a:r>
          </a:p>
          <a:p>
            <a:pPr marL="742950" lvl="1" indent="-285750">
              <a:buFont typeface="Arial" panose="020B0604020202020204" pitchFamily="34" charset="0"/>
              <a:buChar char="•"/>
            </a:pPr>
            <a:endParaRPr lang="fr-FR" sz="800" dirty="0">
              <a:solidFill>
                <a:schemeClr val="accent3"/>
              </a:solidFill>
              <a:latin typeface="Aptos" panose="020B0004020202020204" pitchFamily="34" charset="0"/>
            </a:endParaRPr>
          </a:p>
          <a:p>
            <a:pPr marL="285750" indent="-285750">
              <a:buFont typeface="Arial" panose="020B0604020202020204" pitchFamily="34" charset="0"/>
              <a:buChar char="•"/>
            </a:pPr>
            <a:r>
              <a:rPr lang="fr-FR" dirty="0">
                <a:solidFill>
                  <a:schemeClr val="accent3"/>
                </a:solidFill>
                <a:latin typeface="Aptos" panose="020B0004020202020204" pitchFamily="34" charset="0"/>
              </a:rPr>
              <a:t>Rôle </a:t>
            </a:r>
            <a:r>
              <a:rPr lang="fr-FR" b="1" dirty="0">
                <a:solidFill>
                  <a:schemeClr val="accent3"/>
                </a:solidFill>
                <a:latin typeface="Aptos" panose="020B0004020202020204" pitchFamily="34" charset="0"/>
              </a:rPr>
              <a:t>modéré de la nationalité hors UE</a:t>
            </a:r>
            <a:r>
              <a:rPr lang="fr-FR" dirty="0">
                <a:solidFill>
                  <a:schemeClr val="accent3"/>
                </a:solidFill>
                <a:latin typeface="Aptos" panose="020B0004020202020204" pitchFamily="34" charset="0"/>
              </a:rPr>
              <a:t> :  </a:t>
            </a:r>
            <a:r>
              <a:rPr lang="fr-FR" sz="1600" dirty="0">
                <a:solidFill>
                  <a:schemeClr val="accent3"/>
                </a:solidFill>
                <a:latin typeface="Aptos" panose="020B0004020202020204" pitchFamily="34" charset="0"/>
              </a:rPr>
              <a:t>Contribution SHAP moyenne très faible : +0,059 pour Hors UE (vs −0,008 pour UE)</a:t>
            </a:r>
            <a:endParaRPr lang="fr-FR"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1029675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0527F-F022-4F1A-5EF0-6BB2CABCD6B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FEF8802-594D-D940-2C34-2555745D94B2}"/>
              </a:ext>
            </a:extLst>
          </p:cNvPr>
          <p:cNvSpPr>
            <a:spLocks noGrp="1"/>
          </p:cNvSpPr>
          <p:nvPr>
            <p:ph type="title"/>
          </p:nvPr>
        </p:nvSpPr>
        <p:spPr>
          <a:xfrm>
            <a:off x="428624" y="291451"/>
            <a:ext cx="11337925" cy="912315"/>
          </a:xfrm>
        </p:spPr>
        <p:txBody>
          <a:bodyPr/>
          <a:lstStyle/>
          <a:p>
            <a:r>
              <a:rPr lang="fr-FR" dirty="0"/>
              <a:t>Audit éthique par sous-groupe </a:t>
            </a:r>
            <a:r>
              <a:rPr lang="fr-FR" b="1" dirty="0"/>
              <a:t>(Test set)</a:t>
            </a:r>
            <a:endParaRPr lang="fr-FR" dirty="0"/>
          </a:p>
        </p:txBody>
      </p:sp>
      <p:sp>
        <p:nvSpPr>
          <p:cNvPr id="5" name="Slide Number Placeholder 4">
            <a:extLst>
              <a:ext uri="{FF2B5EF4-FFF2-40B4-BE49-F238E27FC236}">
                <a16:creationId xmlns:a16="http://schemas.microsoft.com/office/drawing/2014/main" id="{D3006C12-D0C6-0938-34D8-8E48F6C77F0A}"/>
              </a:ext>
            </a:extLst>
          </p:cNvPr>
          <p:cNvSpPr>
            <a:spLocks noGrp="1"/>
          </p:cNvSpPr>
          <p:nvPr>
            <p:ph type="sldNum" sz="quarter" idx="4"/>
          </p:nvPr>
        </p:nvSpPr>
        <p:spPr/>
        <p:txBody>
          <a:bodyPr/>
          <a:lstStyle/>
          <a:p>
            <a:fld id="{DAF489CC-3B7A-4DA5-A8C0-4984788D0EC5}" type="slidenum">
              <a:rPr lang="nl-NL" smtClean="0"/>
              <a:pPr/>
              <a:t>13</a:t>
            </a:fld>
            <a:endParaRPr lang="nl-NL" dirty="0"/>
          </a:p>
        </p:txBody>
      </p:sp>
      <p:sp>
        <p:nvSpPr>
          <p:cNvPr id="2" name="ZoneTexte 1">
            <a:extLst>
              <a:ext uri="{FF2B5EF4-FFF2-40B4-BE49-F238E27FC236}">
                <a16:creationId xmlns:a16="http://schemas.microsoft.com/office/drawing/2014/main" id="{C55FA736-9204-A1F3-EE31-1EF2C44C5D8C}"/>
              </a:ext>
            </a:extLst>
          </p:cNvPr>
          <p:cNvSpPr txBox="1"/>
          <p:nvPr/>
        </p:nvSpPr>
        <p:spPr>
          <a:xfrm>
            <a:off x="425451" y="1062037"/>
            <a:ext cx="11337925" cy="4886276"/>
          </a:xfrm>
          <a:prstGeom prst="rect">
            <a:avLst/>
          </a:prstGeom>
          <a:noFill/>
        </p:spPr>
        <p:txBody>
          <a:bodyPr wrap="square" rtlCol="0">
            <a:noAutofit/>
          </a:bodyPr>
          <a:lstStyle/>
          <a:p>
            <a:pPr marL="285750" indent="-285750">
              <a:buFont typeface="Arial" panose="020B0604020202020204" pitchFamily="34" charset="0"/>
              <a:buChar char="•"/>
            </a:pPr>
            <a:r>
              <a:rPr lang="fr-FR" dirty="0">
                <a:solidFill>
                  <a:schemeClr val="accent3"/>
                </a:solidFill>
                <a:latin typeface="Aptos" panose="020B0004020202020204" pitchFamily="34" charset="0"/>
              </a:rPr>
              <a:t>Relecture métier du Disparate Impact (EDA) :</a:t>
            </a:r>
          </a:p>
          <a:p>
            <a:pPr marL="742950" lvl="1" indent="-285750">
              <a:buFont typeface="Arial" panose="020B0604020202020204" pitchFamily="34" charset="0"/>
              <a:buChar char="•"/>
            </a:pPr>
            <a:r>
              <a:rPr lang="fr-FR" sz="1600" dirty="0">
                <a:solidFill>
                  <a:schemeClr val="accent3"/>
                </a:solidFill>
                <a:latin typeface="Aptos" panose="020B0004020202020204" pitchFamily="34" charset="0"/>
              </a:rPr>
              <a:t>Le calcul effectué considérait les classes 0 et 1 comme favorables</a:t>
            </a:r>
          </a:p>
          <a:p>
            <a:pPr marL="742950" lvl="1" indent="-285750">
              <a:buFont typeface="Arial" panose="020B0604020202020204" pitchFamily="34" charset="0"/>
              <a:buChar char="•"/>
            </a:pPr>
            <a:r>
              <a:rPr lang="fr-FR" sz="1600" dirty="0">
                <a:solidFill>
                  <a:schemeClr val="accent3"/>
                </a:solidFill>
                <a:latin typeface="Aptos" panose="020B0004020202020204" pitchFamily="34" charset="0"/>
              </a:rPr>
              <a:t>D’un point de vue métier, orienter un usager vers la Classe 2 lui accorde un accompagnement renforcé</a:t>
            </a:r>
            <a:endParaRPr lang="fr-FR" dirty="0">
              <a:solidFill>
                <a:schemeClr val="accent3"/>
              </a:solidFill>
              <a:latin typeface="Aptos" panose="020B0004020202020204" pitchFamily="34" charset="0"/>
            </a:endParaRPr>
          </a:p>
          <a:p>
            <a:pPr marL="742950" lvl="1" indent="-285750">
              <a:spcAft>
                <a:spcPts val="600"/>
              </a:spcAft>
              <a:buFont typeface="Arial" panose="020B0604020202020204" pitchFamily="34" charset="0"/>
              <a:buChar char="•"/>
            </a:pPr>
            <a:r>
              <a:rPr lang="fr-FR" sz="1600" dirty="0">
                <a:solidFill>
                  <a:schemeClr val="accent3"/>
                </a:solidFill>
                <a:latin typeface="Aptos" panose="020B0004020202020204" pitchFamily="34" charset="0"/>
              </a:rPr>
              <a:t>Le modèle ne crée pas de biais algorithmique </a:t>
            </a:r>
            <a:r>
              <a:rPr lang="fr-FR" sz="1600" dirty="0">
                <a:solidFill>
                  <a:schemeClr val="accent3"/>
                </a:solidFill>
                <a:latin typeface="Aptos" panose="020B0004020202020204" pitchFamily="34" charset="0"/>
                <a:sym typeface="Wingdings" panose="05000000000000000000" pitchFamily="2" charset="2"/>
              </a:rPr>
              <a:t></a:t>
            </a:r>
            <a:r>
              <a:rPr lang="fr-FR" sz="1600" dirty="0">
                <a:solidFill>
                  <a:schemeClr val="accent3"/>
                </a:solidFill>
                <a:latin typeface="Aptos" panose="020B0004020202020204" pitchFamily="34" charset="0"/>
              </a:rPr>
              <a:t>reflète les difficultés structurelles existantes du marché de l'emploi après 50 ans</a:t>
            </a:r>
          </a:p>
          <a:p>
            <a:pPr marL="285750" indent="-285750">
              <a:buFont typeface="Arial" panose="020B0604020202020204" pitchFamily="34" charset="0"/>
              <a:buChar char="•"/>
            </a:pPr>
            <a:r>
              <a:rPr lang="fr-FR" dirty="0">
                <a:solidFill>
                  <a:schemeClr val="accent3"/>
                </a:solidFill>
                <a:latin typeface="Aptos" panose="020B0004020202020204" pitchFamily="34" charset="0"/>
              </a:rPr>
              <a:t>Protection confirmée des publics sensibles :</a:t>
            </a:r>
          </a:p>
          <a:p>
            <a:pPr marL="742950" lvl="1" indent="-285750">
              <a:buFont typeface="Arial" panose="020B0604020202020204" pitchFamily="34" charset="0"/>
              <a:buChar char="•"/>
            </a:pPr>
            <a:r>
              <a:rPr lang="fr-FR" sz="1600" dirty="0">
                <a:solidFill>
                  <a:schemeClr val="accent3"/>
                </a:solidFill>
                <a:latin typeface="Aptos" panose="020B0004020202020204" pitchFamily="34" charset="0"/>
              </a:rPr>
              <a:t>Seniors (60 ans et plus) : rappel Classe 2 = 81,2 % (le plus élevé du modèle), erreur critique 2→0 = 0,0 % (0 senior en risque abandonné en autonomie), prédiction conforme au réel (44,4% vs 44,4%)</a:t>
            </a:r>
          </a:p>
          <a:p>
            <a:pPr marL="742950" lvl="1" indent="-285750">
              <a:spcAft>
                <a:spcPts val="600"/>
              </a:spcAft>
              <a:buFont typeface="Arial" panose="020B0604020202020204" pitchFamily="34" charset="0"/>
              <a:buChar char="•"/>
            </a:pPr>
            <a:r>
              <a:rPr lang="fr-FR" sz="1600" dirty="0">
                <a:solidFill>
                  <a:schemeClr val="accent3"/>
                </a:solidFill>
                <a:latin typeface="Aptos" panose="020B0004020202020204" pitchFamily="34" charset="0"/>
              </a:rPr>
              <a:t>Usagers hors Union Européenne : rappel Classe 2 = 75,0 %, erreur critique 2→0v= 0,0 %</a:t>
            </a:r>
          </a:p>
          <a:p>
            <a:pPr marL="285750" indent="-285750">
              <a:buFont typeface="Arial" panose="020B0604020202020204" pitchFamily="34" charset="0"/>
              <a:buChar char="•"/>
            </a:pPr>
            <a:r>
              <a:rPr lang="fr-FR" dirty="0">
                <a:solidFill>
                  <a:schemeClr val="accent3"/>
                </a:solidFill>
                <a:latin typeface="Aptos" panose="020B0004020202020204" pitchFamily="34" charset="0"/>
              </a:rPr>
              <a:t>Alerte éthique : rupture chez les moins de 50 ans</a:t>
            </a:r>
          </a:p>
          <a:p>
            <a:pPr marL="742950" lvl="1" indent="-285750">
              <a:buFont typeface="Arial" panose="020B0604020202020204" pitchFamily="34" charset="0"/>
              <a:buChar char="•"/>
            </a:pPr>
            <a:r>
              <a:rPr lang="fr-FR" sz="1600" dirty="0">
                <a:solidFill>
                  <a:schemeClr val="accent3"/>
                </a:solidFill>
                <a:latin typeface="Aptos" panose="020B0004020202020204" pitchFamily="34" charset="0"/>
              </a:rPr>
              <a:t>risque de « perte de chance » chez les moins de 50 ans</a:t>
            </a:r>
          </a:p>
          <a:p>
            <a:pPr marL="742950" lvl="1" indent="-285750">
              <a:buFont typeface="Arial" panose="020B0604020202020204" pitchFamily="34" charset="0"/>
              <a:buChar char="•"/>
            </a:pPr>
            <a:r>
              <a:rPr lang="fr-FR" sz="1600" dirty="0">
                <a:solidFill>
                  <a:schemeClr val="accent3"/>
                </a:solidFill>
                <a:latin typeface="Aptos" panose="020B0004020202020204" pitchFamily="34" charset="0"/>
              </a:rPr>
              <a:t>Les rares erreurs critiques 2→0 restantes se concentrent exclusivement sur les tranches actives intermédiaires (18–29 ans et 40–49 ans, 2 cas chacune)</a:t>
            </a:r>
          </a:p>
          <a:p>
            <a:pPr marL="742950" lvl="1" indent="-285750">
              <a:spcAft>
                <a:spcPts val="600"/>
              </a:spcAft>
              <a:buFont typeface="Arial" panose="020B0604020202020204" pitchFamily="34" charset="0"/>
              <a:buChar char="•"/>
            </a:pPr>
            <a:r>
              <a:rPr lang="fr-FR" sz="1600" dirty="0">
                <a:solidFill>
                  <a:schemeClr val="accent3"/>
                </a:solidFill>
                <a:latin typeface="Aptos" panose="020B0004020202020204" pitchFamily="34" charset="0"/>
              </a:rPr>
              <a:t>Taux de base historique faible en classe 2 pour ces tranches d'âge → tendance statistique du modèle à privilégier l'autonomie</a:t>
            </a:r>
          </a:p>
          <a:p>
            <a:pPr marL="285750" indent="-285750">
              <a:buFont typeface="Arial" panose="020B0604020202020204" pitchFamily="34" charset="0"/>
              <a:buChar char="•"/>
            </a:pPr>
            <a:r>
              <a:rPr lang="fr-FR" dirty="0">
                <a:solidFill>
                  <a:schemeClr val="accent3"/>
                </a:solidFill>
                <a:latin typeface="Aptos" panose="020B0004020202020204" pitchFamily="34" charset="0"/>
              </a:rPr>
              <a:t>Réponse opérationnelle :</a:t>
            </a:r>
          </a:p>
          <a:p>
            <a:pPr marL="742950" lvl="1" indent="-285750">
              <a:buFont typeface="Arial" panose="020B0604020202020204" pitchFamily="34" charset="0"/>
              <a:buChar char="•"/>
            </a:pPr>
            <a:r>
              <a:rPr lang="fr-FR" sz="1600" dirty="0">
                <a:solidFill>
                  <a:schemeClr val="accent3"/>
                </a:solidFill>
                <a:latin typeface="Aptos" panose="020B0004020202020204" pitchFamily="34" charset="0"/>
              </a:rPr>
              <a:t>Ce risque impose la mise en place d'un filet de sécurité post-prédiction (abstention et revue humaine renforcée)</a:t>
            </a:r>
          </a:p>
        </p:txBody>
      </p:sp>
    </p:spTree>
    <p:extLst>
      <p:ext uri="{BB962C8B-B14F-4D97-AF65-F5344CB8AC3E}">
        <p14:creationId xmlns:p14="http://schemas.microsoft.com/office/powerpoint/2010/main" val="2712197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79079-B050-0B44-9665-C6C7EE8EDD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3CAE04A-5D91-4F23-AD62-03DA2EC7645C}"/>
              </a:ext>
            </a:extLst>
          </p:cNvPr>
          <p:cNvSpPr>
            <a:spLocks noGrp="1"/>
          </p:cNvSpPr>
          <p:nvPr>
            <p:ph type="title"/>
          </p:nvPr>
        </p:nvSpPr>
        <p:spPr>
          <a:xfrm>
            <a:off x="428624" y="291451"/>
            <a:ext cx="11337925" cy="497637"/>
          </a:xfrm>
        </p:spPr>
        <p:txBody>
          <a:bodyPr/>
          <a:lstStyle/>
          <a:p>
            <a:pPr lvl="0"/>
            <a:r>
              <a:rPr lang="fr-FR" b="1" dirty="0"/>
              <a:t>Filet de sécurité &amp; Stratégie de </a:t>
            </a:r>
            <a:r>
              <a:rPr lang="fr-FR" b="1" dirty="0" err="1"/>
              <a:t>fallback</a:t>
            </a:r>
            <a:r>
              <a:rPr lang="fr-FR" b="1" dirty="0"/>
              <a:t> (seuils opérationnels)</a:t>
            </a:r>
            <a:endParaRPr lang="fr-FR" dirty="0"/>
          </a:p>
        </p:txBody>
      </p:sp>
      <p:sp>
        <p:nvSpPr>
          <p:cNvPr id="5" name="Slide Number Placeholder 4">
            <a:extLst>
              <a:ext uri="{FF2B5EF4-FFF2-40B4-BE49-F238E27FC236}">
                <a16:creationId xmlns:a16="http://schemas.microsoft.com/office/drawing/2014/main" id="{59312717-C447-3724-BDB1-091359A4ED53}"/>
              </a:ext>
            </a:extLst>
          </p:cNvPr>
          <p:cNvSpPr>
            <a:spLocks noGrp="1"/>
          </p:cNvSpPr>
          <p:nvPr>
            <p:ph type="sldNum" sz="quarter" idx="4"/>
          </p:nvPr>
        </p:nvSpPr>
        <p:spPr/>
        <p:txBody>
          <a:bodyPr/>
          <a:lstStyle/>
          <a:p>
            <a:fld id="{DAF489CC-3B7A-4DA5-A8C0-4984788D0EC5}" type="slidenum">
              <a:rPr lang="nl-NL" smtClean="0"/>
              <a:pPr/>
              <a:t>14</a:t>
            </a:fld>
            <a:endParaRPr lang="nl-NL" dirty="0"/>
          </a:p>
        </p:txBody>
      </p:sp>
      <p:sp>
        <p:nvSpPr>
          <p:cNvPr id="3" name="ZoneTexte 2">
            <a:extLst>
              <a:ext uri="{FF2B5EF4-FFF2-40B4-BE49-F238E27FC236}">
                <a16:creationId xmlns:a16="http://schemas.microsoft.com/office/drawing/2014/main" id="{6B3D7F3A-74A1-3A3F-826A-6F238077F846}"/>
              </a:ext>
            </a:extLst>
          </p:cNvPr>
          <p:cNvSpPr txBox="1"/>
          <p:nvPr/>
        </p:nvSpPr>
        <p:spPr>
          <a:xfrm>
            <a:off x="3890682" y="4742329"/>
            <a:ext cx="0" cy="0"/>
          </a:xfrm>
          <a:prstGeom prst="rect">
            <a:avLst/>
          </a:prstGeom>
          <a:noFill/>
        </p:spPr>
        <p:txBody>
          <a:bodyPr wrap="none" rtlCol="0">
            <a:noAutofit/>
          </a:bodyPr>
          <a:lstStyle/>
          <a:p>
            <a:pPr algn="l"/>
            <a:endParaRPr lang="fr-FR" dirty="0" err="1">
              <a:solidFill>
                <a:schemeClr val="accent3"/>
              </a:solidFill>
            </a:endParaRPr>
          </a:p>
        </p:txBody>
      </p:sp>
      <p:sp>
        <p:nvSpPr>
          <p:cNvPr id="9" name="ZoneTexte 8">
            <a:extLst>
              <a:ext uri="{FF2B5EF4-FFF2-40B4-BE49-F238E27FC236}">
                <a16:creationId xmlns:a16="http://schemas.microsoft.com/office/drawing/2014/main" id="{D004CB9F-1646-6C08-7D3C-570905C32363}"/>
              </a:ext>
            </a:extLst>
          </p:cNvPr>
          <p:cNvSpPr txBox="1"/>
          <p:nvPr/>
        </p:nvSpPr>
        <p:spPr>
          <a:xfrm>
            <a:off x="428625" y="1015274"/>
            <a:ext cx="11134110" cy="1432422"/>
          </a:xfrm>
          <a:prstGeom prst="rect">
            <a:avLst/>
          </a:prstGeom>
          <a:noFill/>
        </p:spPr>
        <p:txBody>
          <a:bodyPr wrap="square" rtlCol="0">
            <a:noAutofit/>
          </a:bodyPr>
          <a:lstStyle/>
          <a:p>
            <a:pPr marL="285750" indent="-285750" algn="l">
              <a:spcAft>
                <a:spcPts val="600"/>
              </a:spcAft>
              <a:buFont typeface="Arial" panose="020B0604020202020204" pitchFamily="34" charset="0"/>
              <a:buChar char="•"/>
            </a:pPr>
            <a:r>
              <a:rPr lang="fr-FR" dirty="0">
                <a:solidFill>
                  <a:schemeClr val="accent3"/>
                </a:solidFill>
                <a:latin typeface="Aptos" panose="020B0004020202020204" pitchFamily="34" charset="0"/>
              </a:rPr>
              <a:t>Objectif métier : intercepter le risque « perte de chance » (2 </a:t>
            </a:r>
            <a:r>
              <a:rPr lang="fr-FR" dirty="0">
                <a:solidFill>
                  <a:schemeClr val="accent3"/>
                </a:solidFill>
                <a:latin typeface="Aptos" panose="020B0004020202020204" pitchFamily="34" charset="0"/>
                <a:sym typeface="Wingdings" panose="05000000000000000000" pitchFamily="2" charset="2"/>
              </a:rPr>
              <a:t> 0) et gérer l’incertitude du modèle sans surcharger les conseillers</a:t>
            </a:r>
            <a:endParaRPr lang="fr-FR" sz="1200" dirty="0">
              <a:solidFill>
                <a:schemeClr val="accent3"/>
              </a:solidFill>
              <a:latin typeface="Aptos" panose="020B0004020202020204" pitchFamily="34" charset="0"/>
            </a:endParaRPr>
          </a:p>
          <a:p>
            <a:pPr marL="285750" indent="-285750" algn="l">
              <a:spcAft>
                <a:spcPts val="600"/>
              </a:spcAft>
              <a:buFont typeface="Arial" panose="020B0604020202020204" pitchFamily="34" charset="0"/>
              <a:buChar char="•"/>
            </a:pPr>
            <a:r>
              <a:rPr lang="fr-FR" dirty="0">
                <a:solidFill>
                  <a:schemeClr val="accent3"/>
                </a:solidFill>
                <a:latin typeface="Aptos" panose="020B0004020202020204" pitchFamily="34" charset="0"/>
              </a:rPr>
              <a:t>Mise en place de </a:t>
            </a:r>
            <a:r>
              <a:rPr lang="fr-FR" b="1" dirty="0">
                <a:solidFill>
                  <a:schemeClr val="accent3"/>
                </a:solidFill>
                <a:latin typeface="Aptos" panose="020B0004020202020204" pitchFamily="34" charset="0"/>
              </a:rPr>
              <a:t>règles de seuils opérationnels </a:t>
            </a:r>
            <a:r>
              <a:rPr lang="fr-FR" dirty="0">
                <a:solidFill>
                  <a:schemeClr val="accent3"/>
                </a:solidFill>
                <a:latin typeface="Aptos" panose="020B0004020202020204" pitchFamily="34" charset="0"/>
              </a:rPr>
              <a:t>(p est le tableau des probabilités obtenues, p0 est la probabilité de la classe 0) :</a:t>
            </a:r>
          </a:p>
        </p:txBody>
      </p:sp>
      <p:graphicFrame>
        <p:nvGraphicFramePr>
          <p:cNvPr id="10" name="Tableau 9">
            <a:extLst>
              <a:ext uri="{FF2B5EF4-FFF2-40B4-BE49-F238E27FC236}">
                <a16:creationId xmlns:a16="http://schemas.microsoft.com/office/drawing/2014/main" id="{DC70D0D5-8519-A1AF-D4F1-4B40FC932047}"/>
              </a:ext>
            </a:extLst>
          </p:cNvPr>
          <p:cNvGraphicFramePr>
            <a:graphicFrameLocks noGrp="1"/>
          </p:cNvGraphicFramePr>
          <p:nvPr>
            <p:extLst>
              <p:ext uri="{D42A27DB-BD31-4B8C-83A1-F6EECF244321}">
                <p14:modId xmlns:p14="http://schemas.microsoft.com/office/powerpoint/2010/main" val="3620967735"/>
              </p:ext>
            </p:extLst>
          </p:nvPr>
        </p:nvGraphicFramePr>
        <p:xfrm>
          <a:off x="427038" y="2431831"/>
          <a:ext cx="11134110" cy="1772619"/>
        </p:xfrm>
        <a:graphic>
          <a:graphicData uri="http://schemas.openxmlformats.org/drawingml/2006/table">
            <a:tbl>
              <a:tblPr>
                <a:tableStyleId>{5C22544A-7EE6-4342-B048-85BDC9FD1C3A}</a:tableStyleId>
              </a:tblPr>
              <a:tblGrid>
                <a:gridCol w="3711370">
                  <a:extLst>
                    <a:ext uri="{9D8B030D-6E8A-4147-A177-3AD203B41FA5}">
                      <a16:colId xmlns:a16="http://schemas.microsoft.com/office/drawing/2014/main" val="2347484199"/>
                    </a:ext>
                  </a:extLst>
                </a:gridCol>
                <a:gridCol w="3711370">
                  <a:extLst>
                    <a:ext uri="{9D8B030D-6E8A-4147-A177-3AD203B41FA5}">
                      <a16:colId xmlns:a16="http://schemas.microsoft.com/office/drawing/2014/main" val="836376930"/>
                    </a:ext>
                  </a:extLst>
                </a:gridCol>
                <a:gridCol w="3711370">
                  <a:extLst>
                    <a:ext uri="{9D8B030D-6E8A-4147-A177-3AD203B41FA5}">
                      <a16:colId xmlns:a16="http://schemas.microsoft.com/office/drawing/2014/main" val="1653864196"/>
                    </a:ext>
                  </a:extLst>
                </a:gridCol>
              </a:tblGrid>
              <a:tr h="373183">
                <a:tc>
                  <a:txBody>
                    <a:bodyPr/>
                    <a:lstStyle/>
                    <a:p>
                      <a:pPr>
                        <a:buNone/>
                      </a:pPr>
                      <a:r>
                        <a:rPr lang="fr-FR" dirty="0">
                          <a:effectLst/>
                          <a:latin typeface="Aptos" panose="020B0004020202020204" pitchFamily="34" charset="0"/>
                        </a:rPr>
                        <a:t>Statut</a:t>
                      </a:r>
                    </a:p>
                  </a:txBody>
                  <a:tcPr anchor="ctr">
                    <a:solidFill>
                      <a:schemeClr val="bg2">
                        <a:lumMod val="75000"/>
                      </a:schemeClr>
                    </a:solidFill>
                  </a:tcPr>
                </a:tc>
                <a:tc>
                  <a:txBody>
                    <a:bodyPr/>
                    <a:lstStyle/>
                    <a:p>
                      <a:pPr>
                        <a:buNone/>
                      </a:pPr>
                      <a:r>
                        <a:rPr lang="fr-FR" dirty="0">
                          <a:effectLst/>
                          <a:latin typeface="Aptos" panose="020B0004020202020204" pitchFamily="34" charset="0"/>
                        </a:rPr>
                        <a:t>Règle</a:t>
                      </a:r>
                    </a:p>
                  </a:txBody>
                  <a:tcPr anchor="ctr">
                    <a:solidFill>
                      <a:schemeClr val="bg2">
                        <a:lumMod val="75000"/>
                      </a:schemeClr>
                    </a:solidFill>
                  </a:tcPr>
                </a:tc>
                <a:tc>
                  <a:txBody>
                    <a:bodyPr/>
                    <a:lstStyle/>
                    <a:p>
                      <a:pPr>
                        <a:buNone/>
                      </a:pPr>
                      <a:r>
                        <a:rPr lang="fr-FR" dirty="0">
                          <a:effectLst/>
                          <a:latin typeface="Aptos" panose="020B0004020202020204" pitchFamily="34" charset="0"/>
                        </a:rPr>
                        <a:t>Action</a:t>
                      </a:r>
                    </a:p>
                  </a:txBody>
                  <a:tcPr anchor="ctr">
                    <a:solidFill>
                      <a:schemeClr val="bg2">
                        <a:lumMod val="75000"/>
                      </a:schemeClr>
                    </a:solidFill>
                  </a:tcPr>
                </a:tc>
                <a:extLst>
                  <a:ext uri="{0D108BD9-81ED-4DB2-BD59-A6C34878D82A}">
                    <a16:rowId xmlns:a16="http://schemas.microsoft.com/office/drawing/2014/main" val="997565134"/>
                  </a:ext>
                </a:extLst>
              </a:tr>
              <a:tr h="373183">
                <a:tc>
                  <a:txBody>
                    <a:bodyPr/>
                    <a:lstStyle/>
                    <a:p>
                      <a:pPr>
                        <a:lnSpc>
                          <a:spcPct val="100000"/>
                        </a:lnSpc>
                        <a:spcAft>
                          <a:spcPts val="1200"/>
                        </a:spcAft>
                        <a:buNone/>
                      </a:pPr>
                      <a:r>
                        <a:rPr lang="fr-FR" sz="1600" dirty="0">
                          <a:effectLst/>
                          <a:latin typeface="Aptos" panose="020B0004020202020204" pitchFamily="34" charset="0"/>
                        </a:rPr>
                        <a:t>Abstention</a:t>
                      </a:r>
                    </a:p>
                  </a:txBody>
                  <a:tcPr>
                    <a:solidFill>
                      <a:schemeClr val="bg2">
                        <a:lumMod val="95000"/>
                      </a:schemeClr>
                    </a:solidFill>
                  </a:tcPr>
                </a:tc>
                <a:tc>
                  <a:txBody>
                    <a:bodyPr/>
                    <a:lstStyle/>
                    <a:p>
                      <a:pPr>
                        <a:lnSpc>
                          <a:spcPct val="100000"/>
                        </a:lnSpc>
                        <a:spcAft>
                          <a:spcPts val="1200"/>
                        </a:spcAft>
                        <a:buNone/>
                      </a:pPr>
                      <a:r>
                        <a:rPr lang="fr-FR" sz="1600" dirty="0">
                          <a:effectLst/>
                          <a:latin typeface="Aptos" panose="020B0004020202020204" pitchFamily="34" charset="0"/>
                        </a:rPr>
                        <a:t>max(p) &lt; 0,60</a:t>
                      </a:r>
                    </a:p>
                  </a:txBody>
                  <a:tcPr>
                    <a:solidFill>
                      <a:schemeClr val="bg2">
                        <a:lumMod val="95000"/>
                      </a:schemeClr>
                    </a:solidFill>
                  </a:tcPr>
                </a:tc>
                <a:tc>
                  <a:txBody>
                    <a:bodyPr/>
                    <a:lstStyle/>
                    <a:p>
                      <a:pPr>
                        <a:lnSpc>
                          <a:spcPct val="100000"/>
                        </a:lnSpc>
                        <a:spcAft>
                          <a:spcPts val="1200"/>
                        </a:spcAft>
                        <a:buNone/>
                      </a:pPr>
                      <a:r>
                        <a:rPr lang="fr-FR" sz="1600" dirty="0">
                          <a:effectLst/>
                          <a:latin typeface="Aptos" panose="020B0004020202020204" pitchFamily="34" charset="0"/>
                        </a:rPr>
                        <a:t>Décision humaine</a:t>
                      </a:r>
                    </a:p>
                  </a:txBody>
                  <a:tcPr>
                    <a:solidFill>
                      <a:schemeClr val="bg2">
                        <a:lumMod val="95000"/>
                      </a:schemeClr>
                    </a:solidFill>
                  </a:tcPr>
                </a:tc>
                <a:extLst>
                  <a:ext uri="{0D108BD9-81ED-4DB2-BD59-A6C34878D82A}">
                    <a16:rowId xmlns:a16="http://schemas.microsoft.com/office/drawing/2014/main" val="3266253798"/>
                  </a:ext>
                </a:extLst>
              </a:tr>
              <a:tr h="373183">
                <a:tc>
                  <a:txBody>
                    <a:bodyPr/>
                    <a:lstStyle/>
                    <a:p>
                      <a:pPr>
                        <a:lnSpc>
                          <a:spcPct val="100000"/>
                        </a:lnSpc>
                        <a:spcAft>
                          <a:spcPts val="1200"/>
                        </a:spcAft>
                        <a:buNone/>
                      </a:pPr>
                      <a:r>
                        <a:rPr lang="fr-FR" sz="1600">
                          <a:effectLst/>
                          <a:latin typeface="Aptos" panose="020B0004020202020204" pitchFamily="34" charset="0"/>
                        </a:rPr>
                        <a:t>Revue renforcée</a:t>
                      </a:r>
                    </a:p>
                  </a:txBody>
                  <a:tcPr>
                    <a:solidFill>
                      <a:schemeClr val="bg2">
                        <a:lumMod val="95000"/>
                      </a:schemeClr>
                    </a:solidFill>
                  </a:tcPr>
                </a:tc>
                <a:tc>
                  <a:txBody>
                    <a:bodyPr/>
                    <a:lstStyle/>
                    <a:p>
                      <a:pPr>
                        <a:lnSpc>
                          <a:spcPct val="100000"/>
                        </a:lnSpc>
                        <a:spcAft>
                          <a:spcPts val="1200"/>
                        </a:spcAft>
                        <a:buNone/>
                      </a:pPr>
                      <a:r>
                        <a:rPr lang="fr-FR" sz="1600" dirty="0">
                          <a:effectLst/>
                          <a:latin typeface="Aptos" panose="020B0004020202020204" pitchFamily="34" charset="0"/>
                        </a:rPr>
                        <a:t>Classe 0 et 0,60 ≤ p0 &lt; 0,80</a:t>
                      </a:r>
                    </a:p>
                  </a:txBody>
                  <a:tcPr>
                    <a:solidFill>
                      <a:schemeClr val="bg2">
                        <a:lumMod val="95000"/>
                      </a:schemeClr>
                    </a:solidFill>
                  </a:tcPr>
                </a:tc>
                <a:tc>
                  <a:txBody>
                    <a:bodyPr/>
                    <a:lstStyle/>
                    <a:p>
                      <a:pPr>
                        <a:lnSpc>
                          <a:spcPct val="100000"/>
                        </a:lnSpc>
                        <a:spcAft>
                          <a:spcPts val="1200"/>
                        </a:spcAft>
                        <a:buNone/>
                      </a:pPr>
                      <a:r>
                        <a:rPr lang="fr-FR" sz="1600" dirty="0">
                          <a:effectLst/>
                          <a:latin typeface="Aptos" panose="020B0004020202020204" pitchFamily="34" charset="0"/>
                        </a:rPr>
                        <a:t>Vérification renforcée</a:t>
                      </a:r>
                    </a:p>
                  </a:txBody>
                  <a:tcPr>
                    <a:solidFill>
                      <a:schemeClr val="bg2">
                        <a:lumMod val="95000"/>
                      </a:schemeClr>
                    </a:solidFill>
                  </a:tcPr>
                </a:tc>
                <a:extLst>
                  <a:ext uri="{0D108BD9-81ED-4DB2-BD59-A6C34878D82A}">
                    <a16:rowId xmlns:a16="http://schemas.microsoft.com/office/drawing/2014/main" val="207079244"/>
                  </a:ext>
                </a:extLst>
              </a:tr>
              <a:tr h="653070">
                <a:tc>
                  <a:txBody>
                    <a:bodyPr/>
                    <a:lstStyle/>
                    <a:p>
                      <a:pPr>
                        <a:lnSpc>
                          <a:spcPct val="100000"/>
                        </a:lnSpc>
                        <a:spcAft>
                          <a:spcPts val="1200"/>
                        </a:spcAft>
                        <a:buNone/>
                      </a:pPr>
                      <a:r>
                        <a:rPr lang="fr-FR" sz="1600" dirty="0">
                          <a:effectLst/>
                          <a:latin typeface="Aptos" panose="020B0004020202020204" pitchFamily="34" charset="0"/>
                        </a:rPr>
                        <a:t>Acceptation assistée</a:t>
                      </a:r>
                    </a:p>
                  </a:txBody>
                  <a:tcPr>
                    <a:solidFill>
                      <a:schemeClr val="bg2">
                        <a:lumMod val="95000"/>
                      </a:schemeClr>
                    </a:solidFill>
                  </a:tcPr>
                </a:tc>
                <a:tc>
                  <a:txBody>
                    <a:bodyPr/>
                    <a:lstStyle/>
                    <a:p>
                      <a:pPr>
                        <a:lnSpc>
                          <a:spcPct val="100000"/>
                        </a:lnSpc>
                        <a:spcAft>
                          <a:spcPts val="1200"/>
                        </a:spcAft>
                        <a:buNone/>
                      </a:pPr>
                      <a:r>
                        <a:rPr lang="fr-FR" sz="1600" dirty="0">
                          <a:effectLst/>
                          <a:latin typeface="Aptos" panose="020B0004020202020204" pitchFamily="34" charset="0"/>
                        </a:rPr>
                        <a:t>p0 ≥ 0,80 ou max(p) ≥ 0,60 pour classe 1/2</a:t>
                      </a:r>
                    </a:p>
                  </a:txBody>
                  <a:tcPr>
                    <a:solidFill>
                      <a:schemeClr val="bg2">
                        <a:lumMod val="95000"/>
                      </a:schemeClr>
                    </a:solidFill>
                  </a:tcPr>
                </a:tc>
                <a:tc>
                  <a:txBody>
                    <a:bodyPr/>
                    <a:lstStyle/>
                    <a:p>
                      <a:pPr fontAlgn="t">
                        <a:lnSpc>
                          <a:spcPct val="100000"/>
                        </a:lnSpc>
                        <a:spcAft>
                          <a:spcPts val="1200"/>
                        </a:spcAft>
                        <a:buNone/>
                      </a:pPr>
                      <a:r>
                        <a:rPr lang="fr-FR" sz="1600" dirty="0">
                          <a:effectLst/>
                          <a:latin typeface="Aptos" panose="020B0004020202020204" pitchFamily="34" charset="0"/>
                        </a:rPr>
                        <a:t>Aide à la décision</a:t>
                      </a:r>
                      <a:endParaRPr lang="fr-FR" sz="1000" b="0" i="0" dirty="0">
                        <a:effectLst/>
                        <a:latin typeface="Aptos" panose="020B0004020202020204" pitchFamily="34" charset="0"/>
                      </a:endParaRPr>
                    </a:p>
                  </a:txBody>
                  <a:tcPr>
                    <a:solidFill>
                      <a:schemeClr val="bg2">
                        <a:lumMod val="95000"/>
                      </a:schemeClr>
                    </a:solidFill>
                  </a:tcPr>
                </a:tc>
                <a:extLst>
                  <a:ext uri="{0D108BD9-81ED-4DB2-BD59-A6C34878D82A}">
                    <a16:rowId xmlns:a16="http://schemas.microsoft.com/office/drawing/2014/main" val="1155532464"/>
                  </a:ext>
                </a:extLst>
              </a:tr>
            </a:tbl>
          </a:graphicData>
        </a:graphic>
      </p:graphicFrame>
      <p:sp>
        <p:nvSpPr>
          <p:cNvPr id="11" name="ZoneTexte 10">
            <a:extLst>
              <a:ext uri="{FF2B5EF4-FFF2-40B4-BE49-F238E27FC236}">
                <a16:creationId xmlns:a16="http://schemas.microsoft.com/office/drawing/2014/main" id="{22A12025-7CAF-AF66-1E82-DA25019F5181}"/>
              </a:ext>
            </a:extLst>
          </p:cNvPr>
          <p:cNvSpPr txBox="1"/>
          <p:nvPr/>
        </p:nvSpPr>
        <p:spPr>
          <a:xfrm>
            <a:off x="427038" y="4410305"/>
            <a:ext cx="11134110" cy="1596048"/>
          </a:xfrm>
          <a:prstGeom prst="rect">
            <a:avLst/>
          </a:prstGeom>
          <a:noFill/>
        </p:spPr>
        <p:txBody>
          <a:bodyPr wrap="square" rtlCol="0">
            <a:noAutofit/>
          </a:bodyPr>
          <a:lstStyle/>
          <a:p>
            <a:pPr marL="285750" indent="-285750">
              <a:spcAft>
                <a:spcPts val="600"/>
              </a:spcAft>
              <a:buFont typeface="Arial" panose="020B0604020202020204" pitchFamily="34" charset="0"/>
              <a:buChar char="•"/>
            </a:pPr>
            <a:r>
              <a:rPr lang="fr-FR" dirty="0">
                <a:solidFill>
                  <a:schemeClr val="accent3"/>
                </a:solidFill>
                <a:latin typeface="Aptos" panose="020B0004020202020204" pitchFamily="34" charset="0"/>
              </a:rPr>
              <a:t>Les règles choisies permettent </a:t>
            </a:r>
          </a:p>
          <a:p>
            <a:pPr marL="742950" lvl="1" indent="-285750">
              <a:spcAft>
                <a:spcPts val="600"/>
              </a:spcAft>
              <a:buFont typeface="Arial" panose="020B0604020202020204" pitchFamily="34" charset="0"/>
              <a:buChar char="•"/>
            </a:pPr>
            <a:r>
              <a:rPr lang="fr-FR" dirty="0">
                <a:solidFill>
                  <a:schemeClr val="accent3"/>
                </a:solidFill>
                <a:latin typeface="Aptos" panose="020B0004020202020204" pitchFamily="34" charset="0"/>
              </a:rPr>
              <a:t>d’intercepter 42,9% des erreurs critiques 2 </a:t>
            </a:r>
            <a:r>
              <a:rPr lang="fr-FR" b="1" dirty="0"/>
              <a:t>→</a:t>
            </a:r>
            <a:r>
              <a:rPr lang="fr-FR" dirty="0">
                <a:solidFill>
                  <a:schemeClr val="accent3"/>
                </a:solidFill>
                <a:latin typeface="Aptos" panose="020B0004020202020204" pitchFamily="34" charset="0"/>
              </a:rPr>
              <a:t> 0 (3 sur 7) sur le jeu de test (51,3% sur le train) , réduisant le taux d’erreur résiduel à 4,4% (contre 7,8% sans filet)</a:t>
            </a:r>
          </a:p>
          <a:p>
            <a:pPr marL="742950" lvl="1" indent="-285750">
              <a:spcAft>
                <a:spcPts val="600"/>
              </a:spcAft>
              <a:buFont typeface="Arial" panose="020B0604020202020204" pitchFamily="34" charset="0"/>
              <a:buChar char="•"/>
            </a:pPr>
            <a:r>
              <a:rPr lang="fr-FR" dirty="0" err="1">
                <a:solidFill>
                  <a:schemeClr val="accent3"/>
                </a:solidFill>
                <a:latin typeface="Aptos" panose="020B0004020202020204" pitchFamily="34" charset="0"/>
              </a:rPr>
              <a:t>ede</a:t>
            </a:r>
            <a:r>
              <a:rPr lang="fr-FR" dirty="0">
                <a:solidFill>
                  <a:schemeClr val="accent3"/>
                </a:solidFill>
                <a:latin typeface="Aptos" panose="020B0004020202020204" pitchFamily="34" charset="0"/>
              </a:rPr>
              <a:t> ne soumettre que 19,2% des dossiers à une revue partielle ou complète par les conseillers (18% pour le train), sous le plafond opérationnel de 20% </a:t>
            </a:r>
          </a:p>
        </p:txBody>
      </p:sp>
    </p:spTree>
    <p:extLst>
      <p:ext uri="{BB962C8B-B14F-4D97-AF65-F5344CB8AC3E}">
        <p14:creationId xmlns:p14="http://schemas.microsoft.com/office/powerpoint/2010/main" val="1219761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9FBD9-2269-4971-44E3-7C53194713FB}"/>
            </a:ext>
          </a:extLst>
        </p:cNvPr>
        <p:cNvGrpSpPr/>
        <p:nvPr/>
      </p:nvGrpSpPr>
      <p:grpSpPr>
        <a:xfrm>
          <a:off x="0" y="0"/>
          <a:ext cx="0" cy="0"/>
          <a:chOff x="0" y="0"/>
          <a:chExt cx="0" cy="0"/>
        </a:xfrm>
      </p:grpSpPr>
      <p:sp>
        <p:nvSpPr>
          <p:cNvPr id="29" name="Espace réservé du texte 28">
            <a:extLst>
              <a:ext uri="{FF2B5EF4-FFF2-40B4-BE49-F238E27FC236}">
                <a16:creationId xmlns:a16="http://schemas.microsoft.com/office/drawing/2014/main" id="{B9022D5A-5FAA-7F51-A996-B85043AC756E}"/>
              </a:ext>
            </a:extLst>
          </p:cNvPr>
          <p:cNvSpPr>
            <a:spLocks noGrp="1"/>
          </p:cNvSpPr>
          <p:nvPr>
            <p:ph type="body" sz="quarter" idx="13"/>
          </p:nvPr>
        </p:nvSpPr>
        <p:spPr>
          <a:xfrm>
            <a:off x="6528122" y="2669997"/>
            <a:ext cx="5239512" cy="3201885"/>
          </a:xfrm>
        </p:spPr>
        <p:txBody>
          <a:bodyPr/>
          <a:lstStyle/>
          <a:p>
            <a:r>
              <a:rPr lang="fr-FR" dirty="0"/>
              <a:t>Partie 3</a:t>
            </a:r>
          </a:p>
          <a:p>
            <a:r>
              <a:rPr lang="fr-FR" sz="3200" b="1" dirty="0"/>
              <a:t>Architecture applicative, Industrialisation &amp; </a:t>
            </a:r>
            <a:r>
              <a:rPr lang="fr-FR" sz="3200" b="1" dirty="0" err="1"/>
              <a:t>MLOps</a:t>
            </a:r>
            <a:endParaRPr lang="fr-FR" sz="3200" dirty="0"/>
          </a:p>
        </p:txBody>
      </p:sp>
      <p:sp>
        <p:nvSpPr>
          <p:cNvPr id="27" name="Espace réservé du numéro de diapositive 26">
            <a:extLst>
              <a:ext uri="{FF2B5EF4-FFF2-40B4-BE49-F238E27FC236}">
                <a16:creationId xmlns:a16="http://schemas.microsoft.com/office/drawing/2014/main" id="{A244DD37-CE47-68C3-199D-C15203BA020B}"/>
              </a:ext>
            </a:extLst>
          </p:cNvPr>
          <p:cNvSpPr>
            <a:spLocks noGrp="1"/>
          </p:cNvSpPr>
          <p:nvPr>
            <p:ph type="sldNum" sz="quarter" idx="4294967295"/>
          </p:nvPr>
        </p:nvSpPr>
        <p:spPr>
          <a:xfrm>
            <a:off x="0" y="6419850"/>
            <a:ext cx="161925" cy="153988"/>
          </a:xfrm>
        </p:spPr>
        <p:txBody>
          <a:bodyPr/>
          <a:lstStyle/>
          <a:p>
            <a:fld id="{DAF489CC-3B7A-4DA5-A8C0-4984788D0EC5}" type="slidenum">
              <a:rPr lang="nl-NL" smtClean="0"/>
              <a:pPr/>
              <a:t>15</a:t>
            </a:fld>
            <a:endParaRPr lang="nl-NL" dirty="0"/>
          </a:p>
        </p:txBody>
      </p:sp>
    </p:spTree>
    <p:extLst>
      <p:ext uri="{BB962C8B-B14F-4D97-AF65-F5344CB8AC3E}">
        <p14:creationId xmlns:p14="http://schemas.microsoft.com/office/powerpoint/2010/main" val="212703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726C6-F16C-88CD-A279-B2A2B7E5179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6EFBAB2-7209-AC6D-835F-9DF09A57893C}"/>
              </a:ext>
            </a:extLst>
          </p:cNvPr>
          <p:cNvSpPr>
            <a:spLocks noGrp="1"/>
          </p:cNvSpPr>
          <p:nvPr>
            <p:ph type="title"/>
          </p:nvPr>
        </p:nvSpPr>
        <p:spPr>
          <a:xfrm>
            <a:off x="428624" y="291451"/>
            <a:ext cx="11337925" cy="534459"/>
          </a:xfrm>
        </p:spPr>
        <p:txBody>
          <a:bodyPr/>
          <a:lstStyle/>
          <a:p>
            <a:pPr lvl="0"/>
            <a:r>
              <a:rPr lang="fr-FR" b="1" dirty="0"/>
              <a:t>Architecture </a:t>
            </a:r>
            <a:r>
              <a:rPr lang="fr-FR" b="1" dirty="0" err="1"/>
              <a:t>microservices</a:t>
            </a:r>
            <a:r>
              <a:rPr lang="fr-FR" b="1" dirty="0"/>
              <a:t> &amp; flux de données</a:t>
            </a:r>
            <a:endParaRPr lang="fr-FR" dirty="0"/>
          </a:p>
        </p:txBody>
      </p:sp>
      <p:sp>
        <p:nvSpPr>
          <p:cNvPr id="5" name="Slide Number Placeholder 4">
            <a:extLst>
              <a:ext uri="{FF2B5EF4-FFF2-40B4-BE49-F238E27FC236}">
                <a16:creationId xmlns:a16="http://schemas.microsoft.com/office/drawing/2014/main" id="{7CE825F3-283B-F502-F440-93AF459FBB5A}"/>
              </a:ext>
            </a:extLst>
          </p:cNvPr>
          <p:cNvSpPr>
            <a:spLocks noGrp="1"/>
          </p:cNvSpPr>
          <p:nvPr>
            <p:ph type="sldNum" sz="quarter" idx="4"/>
          </p:nvPr>
        </p:nvSpPr>
        <p:spPr/>
        <p:txBody>
          <a:bodyPr/>
          <a:lstStyle/>
          <a:p>
            <a:fld id="{DAF489CC-3B7A-4DA5-A8C0-4984788D0EC5}" type="slidenum">
              <a:rPr lang="nl-NL" smtClean="0"/>
              <a:pPr/>
              <a:t>16</a:t>
            </a:fld>
            <a:endParaRPr lang="nl-NL" dirty="0"/>
          </a:p>
        </p:txBody>
      </p:sp>
      <p:sp>
        <p:nvSpPr>
          <p:cNvPr id="4" name="ZoneTexte 3">
            <a:extLst>
              <a:ext uri="{FF2B5EF4-FFF2-40B4-BE49-F238E27FC236}">
                <a16:creationId xmlns:a16="http://schemas.microsoft.com/office/drawing/2014/main" id="{3929E167-FB65-B941-39DC-80FC651566BD}"/>
              </a:ext>
            </a:extLst>
          </p:cNvPr>
          <p:cNvSpPr txBox="1"/>
          <p:nvPr/>
        </p:nvSpPr>
        <p:spPr>
          <a:xfrm>
            <a:off x="428624" y="1413867"/>
            <a:ext cx="11176021" cy="4210185"/>
          </a:xfrm>
          <a:prstGeom prst="rect">
            <a:avLst/>
          </a:prstGeom>
          <a:noFill/>
        </p:spPr>
        <p:txBody>
          <a:bodyPr wrap="square" rtlCol="0">
            <a:noAutofit/>
          </a:bodyPr>
          <a:lstStyle/>
          <a:p>
            <a:pPr marL="285750" indent="-285750">
              <a:spcAft>
                <a:spcPts val="600"/>
              </a:spcAft>
              <a:buFont typeface="Arial" panose="020B0604020202020204" pitchFamily="34" charset="0"/>
              <a:buChar char="•"/>
            </a:pPr>
            <a:r>
              <a:rPr lang="fr-FR" sz="2000" dirty="0">
                <a:solidFill>
                  <a:schemeClr val="accent3"/>
                </a:solidFill>
                <a:latin typeface="Aptos" panose="020B0004020202020204" pitchFamily="34" charset="0"/>
              </a:rPr>
              <a:t>L’architecture est basée sur 5 composants :</a:t>
            </a:r>
          </a:p>
          <a:p>
            <a:pPr marL="742950" lvl="1" indent="-285750">
              <a:spcAft>
                <a:spcPts val="600"/>
              </a:spcAft>
              <a:buFont typeface="Arial" panose="020B0604020202020204" pitchFamily="34" charset="0"/>
              <a:buChar char="•"/>
            </a:pPr>
            <a:r>
              <a:rPr lang="fr-FR" dirty="0">
                <a:solidFill>
                  <a:schemeClr val="accent3"/>
                </a:solidFill>
                <a:latin typeface="Aptos" panose="020B0004020202020204" pitchFamily="34" charset="0"/>
              </a:rPr>
              <a:t>Un </a:t>
            </a:r>
            <a:r>
              <a:rPr lang="fr-FR" b="1" dirty="0">
                <a:solidFill>
                  <a:schemeClr val="accent3"/>
                </a:solidFill>
                <a:latin typeface="Aptos" panose="020B0004020202020204" pitchFamily="34" charset="0"/>
              </a:rPr>
              <a:t>Frontend </a:t>
            </a:r>
            <a:r>
              <a:rPr lang="fr-FR" b="1" dirty="0" err="1">
                <a:solidFill>
                  <a:schemeClr val="accent3"/>
                </a:solidFill>
                <a:latin typeface="Aptos" panose="020B0004020202020204" pitchFamily="34" charset="0"/>
              </a:rPr>
              <a:t>Streamlit</a:t>
            </a:r>
            <a:r>
              <a:rPr lang="fr-FR" b="1" dirty="0">
                <a:solidFill>
                  <a:schemeClr val="accent3"/>
                </a:solidFill>
                <a:latin typeface="Aptos" panose="020B0004020202020204" pitchFamily="34" charset="0"/>
              </a:rPr>
              <a:t> </a:t>
            </a:r>
            <a:r>
              <a:rPr lang="fr-FR" dirty="0">
                <a:solidFill>
                  <a:schemeClr val="accent3"/>
                </a:solidFill>
                <a:latin typeface="Aptos" panose="020B0004020202020204" pitchFamily="34" charset="0"/>
              </a:rPr>
              <a:t>qui est l’UI utilisée à la fois par les conseillers pour demander une prédiction, saisir des dossiers ou enregistrer un feedback, et par l’équipe </a:t>
            </a:r>
            <a:r>
              <a:rPr lang="fr-FR" dirty="0" err="1">
                <a:solidFill>
                  <a:schemeClr val="accent3"/>
                </a:solidFill>
                <a:latin typeface="Aptos" panose="020B0004020202020204" pitchFamily="34" charset="0"/>
              </a:rPr>
              <a:t>MlOps</a:t>
            </a:r>
            <a:r>
              <a:rPr lang="fr-FR" dirty="0">
                <a:solidFill>
                  <a:schemeClr val="accent3"/>
                </a:solidFill>
                <a:latin typeface="Aptos" panose="020B0004020202020204" pitchFamily="34" charset="0"/>
              </a:rPr>
              <a:t> pour le réentrainement et la supervision du système</a:t>
            </a:r>
          </a:p>
          <a:p>
            <a:pPr marL="742950" lvl="1" indent="-285750">
              <a:spcAft>
                <a:spcPts val="600"/>
              </a:spcAft>
              <a:buFont typeface="Arial" panose="020B0604020202020204" pitchFamily="34" charset="0"/>
              <a:buChar char="•"/>
            </a:pPr>
            <a:r>
              <a:rPr lang="fr-FR" dirty="0">
                <a:solidFill>
                  <a:schemeClr val="accent3"/>
                </a:solidFill>
                <a:latin typeface="Aptos" panose="020B0004020202020204" pitchFamily="34" charset="0"/>
              </a:rPr>
              <a:t>Un </a:t>
            </a:r>
            <a:r>
              <a:rPr lang="fr-FR" b="1" dirty="0">
                <a:solidFill>
                  <a:schemeClr val="accent3"/>
                </a:solidFill>
                <a:latin typeface="Aptos" panose="020B0004020202020204" pitchFamily="34" charset="0"/>
              </a:rPr>
              <a:t>service Backend Métier API</a:t>
            </a:r>
            <a:r>
              <a:rPr lang="fr-FR" dirty="0">
                <a:solidFill>
                  <a:schemeClr val="accent3"/>
                </a:solidFill>
                <a:latin typeface="Aptos" panose="020B0004020202020204" pitchFamily="34" charset="0"/>
              </a:rPr>
              <a:t> qui assure la validation des informations saisies, applique les transformations avant appel du modèle et implémente les règles du filet de sécurité pour afficher une recommandation et non des résultats bruts</a:t>
            </a:r>
          </a:p>
          <a:p>
            <a:pPr marL="742950" lvl="1" indent="-285750">
              <a:spcAft>
                <a:spcPts val="600"/>
              </a:spcAft>
              <a:buFont typeface="Arial" panose="020B0604020202020204" pitchFamily="34" charset="0"/>
              <a:buChar char="•"/>
            </a:pPr>
            <a:r>
              <a:rPr lang="fr-FR" dirty="0">
                <a:solidFill>
                  <a:schemeClr val="accent3"/>
                </a:solidFill>
                <a:latin typeface="Aptos" panose="020B0004020202020204" pitchFamily="34" charset="0"/>
              </a:rPr>
              <a:t>Un </a:t>
            </a:r>
            <a:r>
              <a:rPr lang="fr-FR" b="1" dirty="0">
                <a:solidFill>
                  <a:schemeClr val="accent3"/>
                </a:solidFill>
                <a:latin typeface="Aptos" panose="020B0004020202020204" pitchFamily="34" charset="0"/>
              </a:rPr>
              <a:t>service Model API </a:t>
            </a:r>
            <a:r>
              <a:rPr lang="fr-FR" dirty="0">
                <a:solidFill>
                  <a:schemeClr val="accent3"/>
                </a:solidFill>
                <a:latin typeface="Aptos" panose="020B0004020202020204" pitchFamily="34" charset="0"/>
              </a:rPr>
              <a:t> qui réalise l’inférence</a:t>
            </a:r>
          </a:p>
          <a:p>
            <a:pPr marL="742950" lvl="1" indent="-285750">
              <a:spcAft>
                <a:spcPts val="600"/>
              </a:spcAft>
              <a:buFont typeface="Arial" panose="020B0604020202020204" pitchFamily="34" charset="0"/>
              <a:buChar char="•"/>
            </a:pPr>
            <a:r>
              <a:rPr lang="fr-FR" dirty="0">
                <a:solidFill>
                  <a:schemeClr val="accent3"/>
                </a:solidFill>
                <a:latin typeface="Aptos" panose="020B0004020202020204" pitchFamily="34" charset="0"/>
              </a:rPr>
              <a:t>Un </a:t>
            </a:r>
            <a:r>
              <a:rPr lang="fr-FR" b="1" dirty="0">
                <a:solidFill>
                  <a:schemeClr val="accent3"/>
                </a:solidFill>
                <a:latin typeface="Aptos" panose="020B0004020202020204" pitchFamily="34" charset="0"/>
              </a:rPr>
              <a:t>service </a:t>
            </a:r>
            <a:r>
              <a:rPr lang="fr-FR" b="1" dirty="0" err="1">
                <a:solidFill>
                  <a:schemeClr val="accent3"/>
                </a:solidFill>
                <a:latin typeface="Aptos" panose="020B0004020202020204" pitchFamily="34" charset="0"/>
              </a:rPr>
              <a:t>Retraining</a:t>
            </a:r>
            <a:r>
              <a:rPr lang="fr-FR" b="1" dirty="0">
                <a:solidFill>
                  <a:schemeClr val="accent3"/>
                </a:solidFill>
                <a:latin typeface="Aptos" panose="020B0004020202020204" pitchFamily="34" charset="0"/>
              </a:rPr>
              <a:t> API</a:t>
            </a:r>
            <a:r>
              <a:rPr lang="fr-FR" dirty="0">
                <a:solidFill>
                  <a:schemeClr val="accent3"/>
                </a:solidFill>
                <a:latin typeface="Aptos" panose="020B0004020202020204" pitchFamily="34" charset="0"/>
              </a:rPr>
              <a:t> dédié aux opérations de réentrainement pour l’amélioration continue par l’équipe </a:t>
            </a:r>
            <a:r>
              <a:rPr lang="fr-FR" dirty="0" err="1">
                <a:solidFill>
                  <a:schemeClr val="accent3"/>
                </a:solidFill>
                <a:latin typeface="Aptos" panose="020B0004020202020204" pitchFamily="34" charset="0"/>
              </a:rPr>
              <a:t>MlOps</a:t>
            </a:r>
            <a:endParaRPr lang="fr-FR" dirty="0">
              <a:solidFill>
                <a:schemeClr val="accent3"/>
              </a:solidFill>
              <a:latin typeface="Aptos" panose="020B0004020202020204" pitchFamily="34" charset="0"/>
            </a:endParaRPr>
          </a:p>
          <a:p>
            <a:pPr marL="742950" lvl="1" indent="-285750">
              <a:spcAft>
                <a:spcPts val="600"/>
              </a:spcAft>
              <a:buFont typeface="Arial" panose="020B0604020202020204" pitchFamily="34" charset="0"/>
              <a:buChar char="•"/>
            </a:pPr>
            <a:r>
              <a:rPr lang="fr-FR" dirty="0">
                <a:solidFill>
                  <a:schemeClr val="accent3"/>
                </a:solidFill>
                <a:latin typeface="Aptos" panose="020B0004020202020204" pitchFamily="34" charset="0"/>
              </a:rPr>
              <a:t>Des </a:t>
            </a:r>
            <a:r>
              <a:rPr lang="fr-FR" b="1" dirty="0">
                <a:solidFill>
                  <a:schemeClr val="accent3"/>
                </a:solidFill>
                <a:latin typeface="Aptos" panose="020B0004020202020204" pitchFamily="34" charset="0"/>
              </a:rPr>
              <a:t>services de monitoring </a:t>
            </a:r>
            <a:r>
              <a:rPr lang="fr-FR" dirty="0">
                <a:solidFill>
                  <a:schemeClr val="accent3"/>
                </a:solidFill>
                <a:latin typeface="Aptos" panose="020B0004020202020204" pitchFamily="34" charset="0"/>
              </a:rPr>
              <a:t>Prometheus et </a:t>
            </a:r>
            <a:r>
              <a:rPr lang="fr-FR" dirty="0" err="1">
                <a:solidFill>
                  <a:schemeClr val="accent3"/>
                </a:solidFill>
                <a:latin typeface="Aptos" panose="020B0004020202020204" pitchFamily="34" charset="0"/>
              </a:rPr>
              <a:t>Grafana</a:t>
            </a:r>
            <a:r>
              <a:rPr lang="fr-FR" dirty="0">
                <a:solidFill>
                  <a:schemeClr val="accent3"/>
                </a:solidFill>
                <a:latin typeface="Aptos" panose="020B0004020202020204" pitchFamily="34" charset="0"/>
              </a:rPr>
              <a:t> permettant d’enregistrer les métriques de chaque service (disponibilité, latence, erreurs http et répartition des prédictions) et de les intégrer dans un tableau de suivi</a:t>
            </a:r>
          </a:p>
        </p:txBody>
      </p:sp>
    </p:spTree>
    <p:extLst>
      <p:ext uri="{BB962C8B-B14F-4D97-AF65-F5344CB8AC3E}">
        <p14:creationId xmlns:p14="http://schemas.microsoft.com/office/powerpoint/2010/main" val="969996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A828A0-DA9E-A658-3699-444C7C52E92A}"/>
              </a:ext>
            </a:extLst>
          </p:cNvPr>
          <p:cNvSpPr>
            <a:spLocks noGrp="1"/>
          </p:cNvSpPr>
          <p:nvPr>
            <p:ph type="title"/>
          </p:nvPr>
        </p:nvSpPr>
        <p:spPr>
          <a:xfrm>
            <a:off x="428624" y="291452"/>
            <a:ext cx="11337925" cy="436136"/>
          </a:xfrm>
        </p:spPr>
        <p:txBody>
          <a:bodyPr/>
          <a:lstStyle/>
          <a:p>
            <a:r>
              <a:rPr lang="fr-FR" dirty="0"/>
              <a:t>Schéma d’architecture</a:t>
            </a:r>
          </a:p>
        </p:txBody>
      </p:sp>
      <p:sp>
        <p:nvSpPr>
          <p:cNvPr id="4" name="Espace réservé du numéro de diapositive 3">
            <a:extLst>
              <a:ext uri="{FF2B5EF4-FFF2-40B4-BE49-F238E27FC236}">
                <a16:creationId xmlns:a16="http://schemas.microsoft.com/office/drawing/2014/main" id="{14FA0B28-7853-B11D-755E-759D049D5981}"/>
              </a:ext>
            </a:extLst>
          </p:cNvPr>
          <p:cNvSpPr>
            <a:spLocks noGrp="1"/>
          </p:cNvSpPr>
          <p:nvPr>
            <p:ph type="sldNum" sz="quarter" idx="4"/>
          </p:nvPr>
        </p:nvSpPr>
        <p:spPr/>
        <p:txBody>
          <a:bodyPr/>
          <a:lstStyle/>
          <a:p>
            <a:fld id="{DAF489CC-3B7A-4DA5-A8C0-4984788D0EC5}" type="slidenum">
              <a:rPr lang="nl-NL" smtClean="0"/>
              <a:pPr/>
              <a:t>17</a:t>
            </a:fld>
            <a:endParaRPr lang="nl-NL" dirty="0"/>
          </a:p>
        </p:txBody>
      </p:sp>
      <p:pic>
        <p:nvPicPr>
          <p:cNvPr id="6" name="Image 5">
            <a:extLst>
              <a:ext uri="{FF2B5EF4-FFF2-40B4-BE49-F238E27FC236}">
                <a16:creationId xmlns:a16="http://schemas.microsoft.com/office/drawing/2014/main" id="{E6B07A57-B261-8CA6-0A6C-66E277FD6A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5757" y="39328"/>
            <a:ext cx="4417443" cy="6772373"/>
          </a:xfrm>
          <a:prstGeom prst="rect">
            <a:avLst/>
          </a:prstGeom>
          <a:ln w="12700">
            <a:solidFill>
              <a:schemeClr val="accent1"/>
            </a:solidFill>
          </a:ln>
        </p:spPr>
      </p:pic>
      <p:sp>
        <p:nvSpPr>
          <p:cNvPr id="8" name="ZoneTexte 7">
            <a:extLst>
              <a:ext uri="{FF2B5EF4-FFF2-40B4-BE49-F238E27FC236}">
                <a16:creationId xmlns:a16="http://schemas.microsoft.com/office/drawing/2014/main" id="{FA89D7C0-EF4D-865B-20B2-6A4917DBDE59}"/>
              </a:ext>
            </a:extLst>
          </p:cNvPr>
          <p:cNvSpPr txBox="1"/>
          <p:nvPr/>
        </p:nvSpPr>
        <p:spPr>
          <a:xfrm>
            <a:off x="314632" y="1911978"/>
            <a:ext cx="5014451" cy="3323987"/>
          </a:xfrm>
          <a:prstGeom prst="rect">
            <a:avLst/>
          </a:prstGeom>
          <a:noFill/>
        </p:spPr>
        <p:txBody>
          <a:bodyPr wrap="square">
            <a:spAutoFit/>
          </a:bodyPr>
          <a:lstStyle/>
          <a:p>
            <a:pPr marL="171450" indent="-171450">
              <a:buFont typeface="Arial" panose="020B0604020202020204" pitchFamily="34" charset="0"/>
              <a:buChar char="•"/>
            </a:pPr>
            <a:r>
              <a:rPr lang="fr-FR" sz="1800" dirty="0">
                <a:solidFill>
                  <a:schemeClr val="accent3"/>
                </a:solidFill>
                <a:latin typeface="Aptos" panose="020B0004020202020204" pitchFamily="34" charset="0"/>
              </a:rPr>
              <a:t>Les services utilisent le </a:t>
            </a:r>
            <a:r>
              <a:rPr lang="fr-FR" sz="1800" dirty="0" err="1">
                <a:solidFill>
                  <a:schemeClr val="accent3"/>
                </a:solidFill>
                <a:latin typeface="Aptos" panose="020B0004020202020204" pitchFamily="34" charset="0"/>
              </a:rPr>
              <a:t>framework</a:t>
            </a:r>
            <a:r>
              <a:rPr lang="fr-FR" sz="1800" dirty="0">
                <a:solidFill>
                  <a:schemeClr val="accent3"/>
                </a:solidFill>
                <a:latin typeface="Aptos" panose="020B0004020202020204" pitchFamily="34" charset="0"/>
              </a:rPr>
              <a:t> API et des modèles de données </a:t>
            </a:r>
            <a:r>
              <a:rPr lang="fr-FR" sz="1800" dirty="0" err="1">
                <a:solidFill>
                  <a:schemeClr val="accent3"/>
                </a:solidFill>
                <a:latin typeface="Aptos" panose="020B0004020202020204" pitchFamily="34" charset="0"/>
              </a:rPr>
              <a:t>Pydantic</a:t>
            </a:r>
            <a:endParaRPr lang="fr-FR" sz="1800" dirty="0">
              <a:solidFill>
                <a:schemeClr val="accent3"/>
              </a:solidFill>
              <a:latin typeface="Aptos" panose="020B0004020202020204" pitchFamily="34" charset="0"/>
            </a:endParaRPr>
          </a:p>
          <a:p>
            <a:pPr marL="171450" indent="-171450">
              <a:buFont typeface="Arial" panose="020B0604020202020204" pitchFamily="34" charset="0"/>
              <a:buChar char="•"/>
            </a:pPr>
            <a:endParaRPr lang="fr-FR" sz="1000" dirty="0">
              <a:solidFill>
                <a:schemeClr val="accent3"/>
              </a:solidFill>
              <a:latin typeface="Aptos" panose="020B0004020202020204" pitchFamily="34" charset="0"/>
            </a:endParaRPr>
          </a:p>
          <a:p>
            <a:pPr marL="171450" indent="-171450">
              <a:buFont typeface="Arial" panose="020B0604020202020204" pitchFamily="34" charset="0"/>
              <a:buChar char="•"/>
            </a:pPr>
            <a:r>
              <a:rPr lang="fr-FR" sz="1800" dirty="0">
                <a:solidFill>
                  <a:schemeClr val="accent3"/>
                </a:solidFill>
                <a:latin typeface="Aptos" panose="020B0004020202020204" pitchFamily="34" charset="0"/>
              </a:rPr>
              <a:t>Les </a:t>
            </a:r>
            <a:r>
              <a:rPr lang="fr-FR" sz="1800" b="1" dirty="0">
                <a:solidFill>
                  <a:schemeClr val="accent3"/>
                </a:solidFill>
                <a:latin typeface="Aptos" panose="020B0004020202020204" pitchFamily="34" charset="0"/>
              </a:rPr>
              <a:t>règles métier </a:t>
            </a:r>
            <a:r>
              <a:rPr lang="fr-FR" sz="1800" dirty="0">
                <a:solidFill>
                  <a:schemeClr val="accent3"/>
                </a:solidFill>
                <a:latin typeface="Aptos" panose="020B0004020202020204" pitchFamily="34" charset="0"/>
              </a:rPr>
              <a:t>sont découplées du modèle</a:t>
            </a:r>
          </a:p>
          <a:p>
            <a:pPr marL="171450" indent="-171450">
              <a:buFont typeface="Arial" panose="020B0604020202020204" pitchFamily="34" charset="0"/>
              <a:buChar char="•"/>
            </a:pPr>
            <a:endParaRPr lang="fr-FR" sz="1000" dirty="0">
              <a:solidFill>
                <a:schemeClr val="accent3"/>
              </a:solidFill>
              <a:latin typeface="Aptos" panose="020B0004020202020204" pitchFamily="34" charset="0"/>
            </a:endParaRPr>
          </a:p>
          <a:p>
            <a:pPr marL="171450" indent="-171450">
              <a:buFont typeface="Arial" panose="020B0604020202020204" pitchFamily="34" charset="0"/>
              <a:buChar char="•"/>
            </a:pPr>
            <a:r>
              <a:rPr lang="fr-FR" sz="1800" dirty="0">
                <a:solidFill>
                  <a:schemeClr val="accent3"/>
                </a:solidFill>
                <a:latin typeface="Aptos" panose="020B0004020202020204" pitchFamily="34" charset="0"/>
              </a:rPr>
              <a:t>La </a:t>
            </a:r>
            <a:r>
              <a:rPr lang="fr-FR" sz="1800" b="1" dirty="0">
                <a:solidFill>
                  <a:schemeClr val="accent3"/>
                </a:solidFill>
                <a:latin typeface="Aptos" panose="020B0004020202020204" pitchFamily="34" charset="0"/>
              </a:rPr>
              <a:t>traçabilité</a:t>
            </a:r>
            <a:r>
              <a:rPr lang="fr-FR" sz="1800" dirty="0">
                <a:solidFill>
                  <a:schemeClr val="accent3"/>
                </a:solidFill>
                <a:latin typeface="Aptos" panose="020B0004020202020204" pitchFamily="34" charset="0"/>
              </a:rPr>
              <a:t> est assurée par un identifiant de requête unique</a:t>
            </a:r>
          </a:p>
          <a:p>
            <a:pPr marL="171450" indent="-171450">
              <a:buFont typeface="Arial" panose="020B0604020202020204" pitchFamily="34" charset="0"/>
              <a:buChar char="•"/>
            </a:pPr>
            <a:endParaRPr lang="fr-FR" sz="1000" dirty="0">
              <a:solidFill>
                <a:schemeClr val="accent3"/>
              </a:solidFill>
              <a:latin typeface="Aptos" panose="020B0004020202020204" pitchFamily="34" charset="0"/>
            </a:endParaRPr>
          </a:p>
          <a:p>
            <a:pPr marL="171450" indent="-171450">
              <a:buFont typeface="Arial" panose="020B0604020202020204" pitchFamily="34" charset="0"/>
              <a:buChar char="•"/>
            </a:pPr>
            <a:r>
              <a:rPr lang="fr-FR" sz="1800" dirty="0">
                <a:solidFill>
                  <a:schemeClr val="accent3"/>
                </a:solidFill>
                <a:latin typeface="Aptos" panose="020B0004020202020204" pitchFamily="34" charset="0"/>
              </a:rPr>
              <a:t>L’architecture permet de tester un modèle candidat </a:t>
            </a:r>
            <a:r>
              <a:rPr lang="fr-FR" sz="1800" b="1" dirty="0">
                <a:solidFill>
                  <a:schemeClr val="accent3"/>
                </a:solidFill>
                <a:latin typeface="Aptos" panose="020B0004020202020204" pitchFamily="34" charset="0"/>
              </a:rPr>
              <a:t>sans arrêter le système </a:t>
            </a:r>
            <a:r>
              <a:rPr lang="fr-FR" sz="1800" dirty="0">
                <a:solidFill>
                  <a:schemeClr val="accent3"/>
                </a:solidFill>
                <a:latin typeface="Aptos" panose="020B0004020202020204" pitchFamily="34" charset="0"/>
              </a:rPr>
              <a:t>et </a:t>
            </a:r>
            <a:r>
              <a:rPr lang="fr-FR" sz="1800" b="1" dirty="0">
                <a:solidFill>
                  <a:schemeClr val="accent3"/>
                </a:solidFill>
                <a:latin typeface="Aptos" panose="020B0004020202020204" pitchFamily="34" charset="0"/>
              </a:rPr>
              <a:t>de revenir rapidement à une version antérieure</a:t>
            </a:r>
            <a:r>
              <a:rPr lang="fr-FR" sz="1800" dirty="0">
                <a:solidFill>
                  <a:schemeClr val="accent3"/>
                </a:solidFill>
                <a:latin typeface="Aptos" panose="020B0004020202020204" pitchFamily="34" charset="0"/>
              </a:rPr>
              <a:t> en modifiant le numéro de version du modèle utilisé dans un fichier dédié</a:t>
            </a:r>
          </a:p>
        </p:txBody>
      </p:sp>
    </p:spTree>
    <p:extLst>
      <p:ext uri="{BB962C8B-B14F-4D97-AF65-F5344CB8AC3E}">
        <p14:creationId xmlns:p14="http://schemas.microsoft.com/office/powerpoint/2010/main" val="40745653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0ADCB-9DE0-7246-D30F-D463160D99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EAC290-076D-3F44-D30B-74C02D22C319}"/>
              </a:ext>
            </a:extLst>
          </p:cNvPr>
          <p:cNvSpPr>
            <a:spLocks noGrp="1"/>
          </p:cNvSpPr>
          <p:nvPr>
            <p:ph type="title"/>
          </p:nvPr>
        </p:nvSpPr>
        <p:spPr>
          <a:xfrm>
            <a:off x="428624" y="291451"/>
            <a:ext cx="11337925" cy="912315"/>
          </a:xfrm>
        </p:spPr>
        <p:txBody>
          <a:bodyPr/>
          <a:lstStyle/>
          <a:p>
            <a:r>
              <a:rPr lang="fr-FR" b="1" dirty="0"/>
              <a:t>Boucle de feedback &amp; Réentraînement contrôlé</a:t>
            </a:r>
            <a:br>
              <a:rPr lang="fr-FR" dirty="0"/>
            </a:br>
            <a:endParaRPr lang="fr-FR" dirty="0"/>
          </a:p>
        </p:txBody>
      </p:sp>
      <p:sp>
        <p:nvSpPr>
          <p:cNvPr id="5" name="Slide Number Placeholder 4">
            <a:extLst>
              <a:ext uri="{FF2B5EF4-FFF2-40B4-BE49-F238E27FC236}">
                <a16:creationId xmlns:a16="http://schemas.microsoft.com/office/drawing/2014/main" id="{669EA2B6-166D-D9E4-0292-ACF2DA070516}"/>
              </a:ext>
            </a:extLst>
          </p:cNvPr>
          <p:cNvSpPr>
            <a:spLocks noGrp="1"/>
          </p:cNvSpPr>
          <p:nvPr>
            <p:ph type="sldNum" sz="quarter" idx="4"/>
          </p:nvPr>
        </p:nvSpPr>
        <p:spPr/>
        <p:txBody>
          <a:bodyPr/>
          <a:lstStyle/>
          <a:p>
            <a:fld id="{DAF489CC-3B7A-4DA5-A8C0-4984788D0EC5}" type="slidenum">
              <a:rPr lang="nl-NL" smtClean="0"/>
              <a:pPr/>
              <a:t>18</a:t>
            </a:fld>
            <a:endParaRPr lang="nl-NL" dirty="0"/>
          </a:p>
        </p:txBody>
      </p:sp>
      <p:sp>
        <p:nvSpPr>
          <p:cNvPr id="2" name="ZoneTexte 1">
            <a:extLst>
              <a:ext uri="{FF2B5EF4-FFF2-40B4-BE49-F238E27FC236}">
                <a16:creationId xmlns:a16="http://schemas.microsoft.com/office/drawing/2014/main" id="{BD63B3FF-3026-6308-15B0-310DCF2077C4}"/>
              </a:ext>
            </a:extLst>
          </p:cNvPr>
          <p:cNvSpPr txBox="1"/>
          <p:nvPr/>
        </p:nvSpPr>
        <p:spPr>
          <a:xfrm>
            <a:off x="336963" y="1203766"/>
            <a:ext cx="11337924" cy="4449782"/>
          </a:xfrm>
          <a:prstGeom prst="rect">
            <a:avLst/>
          </a:prstGeom>
          <a:noFill/>
        </p:spPr>
        <p:txBody>
          <a:bodyPr wrap="square" rtlCol="0">
            <a:noAutofit/>
          </a:bodyPr>
          <a:lstStyle/>
          <a:p>
            <a:r>
              <a:rPr lang="fr-FR" b="1" dirty="0">
                <a:latin typeface="Aptos" panose="020B0004020202020204" pitchFamily="34" charset="0"/>
              </a:rPr>
              <a:t>Persistance &amp; Traçabilité :</a:t>
            </a:r>
          </a:p>
          <a:p>
            <a:pPr marL="742950" lvl="1" indent="-285750">
              <a:buFont typeface="Arial" panose="020B0604020202020204" pitchFamily="34" charset="0"/>
              <a:buChar char="•"/>
            </a:pPr>
            <a:r>
              <a:rPr lang="fr-FR" sz="1600" b="1" dirty="0">
                <a:latin typeface="Aptos" panose="020B0004020202020204" pitchFamily="34" charset="0"/>
              </a:rPr>
              <a:t>Base relationnelle</a:t>
            </a:r>
            <a:r>
              <a:rPr lang="fr-FR" sz="1600" dirty="0">
                <a:latin typeface="Aptos" panose="020B0004020202020204" pitchFamily="34" charset="0"/>
              </a:rPr>
              <a:t> </a:t>
            </a:r>
            <a:r>
              <a:rPr lang="fr-FR" sz="1600" b="1" dirty="0">
                <a:latin typeface="Aptos" panose="020B0004020202020204" pitchFamily="34" charset="0"/>
              </a:rPr>
              <a:t>SQLite</a:t>
            </a:r>
            <a:r>
              <a:rPr lang="fr-FR" sz="1600" dirty="0">
                <a:latin typeface="Aptos" panose="020B0004020202020204" pitchFamily="34" charset="0"/>
              </a:rPr>
              <a:t> métier (</a:t>
            </a:r>
            <a:r>
              <a:rPr lang="fr-FR" sz="1600" dirty="0" err="1">
                <a:latin typeface="Aptos" panose="020B0004020202020204" pitchFamily="34" charset="0"/>
              </a:rPr>
              <a:t>backend_metier.db</a:t>
            </a:r>
            <a:r>
              <a:rPr lang="fr-FR" sz="1600" dirty="0">
                <a:latin typeface="Aptos" panose="020B0004020202020204" pitchFamily="34" charset="0"/>
              </a:rPr>
              <a:t>) : tables « </a:t>
            </a:r>
            <a:r>
              <a:rPr lang="fr-FR" sz="1600" dirty="0" err="1">
                <a:latin typeface="Aptos" panose="020B0004020202020204" pitchFamily="34" charset="0"/>
              </a:rPr>
              <a:t>predictions</a:t>
            </a:r>
            <a:r>
              <a:rPr lang="fr-FR" sz="1600" dirty="0">
                <a:latin typeface="Aptos" panose="020B0004020202020204" pitchFamily="34" charset="0"/>
              </a:rPr>
              <a:t> » et « feedbacks » reliées par </a:t>
            </a:r>
            <a:r>
              <a:rPr lang="fr-FR" sz="1600" dirty="0" err="1">
                <a:latin typeface="Aptos" panose="020B0004020202020204" pitchFamily="34" charset="0"/>
              </a:rPr>
              <a:t>request_id</a:t>
            </a:r>
            <a:endParaRPr lang="fr-FR" sz="1600" dirty="0">
              <a:latin typeface="Aptos" panose="020B0004020202020204" pitchFamily="34" charset="0"/>
            </a:endParaRPr>
          </a:p>
          <a:p>
            <a:pPr marL="742950" lvl="1" indent="-285750">
              <a:buFont typeface="Arial" panose="020B0604020202020204" pitchFamily="34" charset="0"/>
              <a:buChar char="•"/>
            </a:pPr>
            <a:r>
              <a:rPr lang="fr-FR" sz="1600" b="1" dirty="0">
                <a:latin typeface="Aptos" panose="020B0004020202020204" pitchFamily="34" charset="0"/>
              </a:rPr>
              <a:t>Registre local d'artefacts</a:t>
            </a:r>
            <a:r>
              <a:rPr lang="fr-FR" sz="1600" dirty="0">
                <a:latin typeface="Aptos" panose="020B0004020202020204" pitchFamily="34" charset="0"/>
              </a:rPr>
              <a:t> (</a:t>
            </a:r>
            <a:r>
              <a:rPr lang="fr-FR" sz="1600" dirty="0" err="1">
                <a:latin typeface="Aptos" panose="020B0004020202020204" pitchFamily="34" charset="0"/>
              </a:rPr>
              <a:t>Models</a:t>
            </a:r>
            <a:r>
              <a:rPr lang="fr-FR" sz="1600" dirty="0">
                <a:latin typeface="Aptos" panose="020B0004020202020204" pitchFamily="34" charset="0"/>
              </a:rPr>
              <a:t>/): stockage des modèles sérialisés (.</a:t>
            </a:r>
            <a:r>
              <a:rPr lang="fr-FR" sz="1600" dirty="0" err="1">
                <a:latin typeface="Aptos" panose="020B0004020202020204" pitchFamily="34" charset="0"/>
              </a:rPr>
              <a:t>joblib</a:t>
            </a:r>
            <a:r>
              <a:rPr lang="fr-FR" sz="1600" dirty="0">
                <a:latin typeface="Aptos" panose="020B0004020202020204" pitchFamily="34" charset="0"/>
              </a:rPr>
              <a:t>) et de leurs métadonnées (.</a:t>
            </a:r>
            <a:r>
              <a:rPr lang="fr-FR" sz="1600" dirty="0" err="1">
                <a:latin typeface="Aptos" panose="020B0004020202020204" pitchFamily="34" charset="0"/>
              </a:rPr>
              <a:t>json</a:t>
            </a:r>
            <a:r>
              <a:rPr lang="fr-FR" sz="1600" dirty="0">
                <a:latin typeface="Aptos" panose="020B0004020202020204" pitchFamily="34" charset="0"/>
              </a:rPr>
              <a:t>)</a:t>
            </a:r>
          </a:p>
          <a:p>
            <a:pPr marL="742950" lvl="1" indent="-285750">
              <a:buFont typeface="Arial" panose="020B0604020202020204" pitchFamily="34" charset="0"/>
              <a:buChar char="•"/>
            </a:pPr>
            <a:r>
              <a:rPr lang="fr-FR" sz="1600" b="1" dirty="0">
                <a:latin typeface="Aptos" panose="020B0004020202020204" pitchFamily="34" charset="0"/>
              </a:rPr>
              <a:t>Pointeur de release</a:t>
            </a:r>
            <a:r>
              <a:rPr lang="fr-FR" sz="1600" dirty="0">
                <a:latin typeface="Aptos" panose="020B0004020202020204" pitchFamily="34" charset="0"/>
              </a:rPr>
              <a:t> (</a:t>
            </a:r>
            <a:r>
              <a:rPr lang="fr-FR" sz="1600" dirty="0" err="1">
                <a:latin typeface="Aptos" panose="020B0004020202020204" pitchFamily="34" charset="0"/>
              </a:rPr>
              <a:t>active_model.json</a:t>
            </a:r>
            <a:r>
              <a:rPr lang="fr-FR" sz="1600" dirty="0">
                <a:latin typeface="Aptos" panose="020B0004020202020204" pitchFamily="34" charset="0"/>
              </a:rPr>
              <a:t>)  : permet une promotion de la nouvelle version et un rollback rapide</a:t>
            </a:r>
          </a:p>
          <a:p>
            <a:pPr marL="742950" lvl="1" indent="-285750">
              <a:buFont typeface="Arial" panose="020B0604020202020204" pitchFamily="34" charset="0"/>
              <a:buChar char="•"/>
            </a:pPr>
            <a:endParaRPr lang="fr-FR" sz="1600" dirty="0">
              <a:latin typeface="Aptos" panose="020B0004020202020204" pitchFamily="34" charset="0"/>
            </a:endParaRPr>
          </a:p>
          <a:p>
            <a:r>
              <a:rPr lang="fr-FR" b="1" dirty="0">
                <a:latin typeface="Aptos" panose="020B0004020202020204" pitchFamily="34" charset="0"/>
              </a:rPr>
              <a:t>Workflow de réentrainement :</a:t>
            </a:r>
          </a:p>
          <a:p>
            <a:pPr marL="742950" lvl="1" indent="-285750">
              <a:buFont typeface="Arial" panose="020B0604020202020204" pitchFamily="34" charset="0"/>
              <a:buChar char="•"/>
            </a:pPr>
            <a:r>
              <a:rPr lang="fr-FR" sz="1600" dirty="0">
                <a:latin typeface="Aptos" panose="020B0004020202020204" pitchFamily="34" charset="0"/>
              </a:rPr>
              <a:t>Agrégation des </a:t>
            </a:r>
            <a:r>
              <a:rPr lang="fr-FR" sz="1600" b="1" dirty="0">
                <a:latin typeface="Aptos" panose="020B0004020202020204" pitchFamily="34" charset="0"/>
              </a:rPr>
              <a:t>feedbacks</a:t>
            </a:r>
            <a:r>
              <a:rPr lang="fr-FR" sz="1600" dirty="0">
                <a:latin typeface="Aptos" panose="020B0004020202020204" pitchFamily="34" charset="0"/>
              </a:rPr>
              <a:t> non utilisés avec le </a:t>
            </a:r>
            <a:r>
              <a:rPr lang="fr-FR" sz="1600" dirty="0" err="1">
                <a:latin typeface="Aptos" panose="020B0004020202020204" pitchFamily="34" charset="0"/>
              </a:rPr>
              <a:t>dataset</a:t>
            </a:r>
            <a:r>
              <a:rPr lang="fr-FR" sz="1600" dirty="0">
                <a:latin typeface="Aptos" panose="020B0004020202020204" pitchFamily="34" charset="0"/>
              </a:rPr>
              <a:t> d’entrainement</a:t>
            </a:r>
          </a:p>
          <a:p>
            <a:pPr marL="742950" lvl="1" indent="-285750">
              <a:buFont typeface="Arial" panose="020B0604020202020204" pitchFamily="34" charset="0"/>
              <a:buChar char="•"/>
            </a:pPr>
            <a:r>
              <a:rPr lang="fr-FR" sz="1600" dirty="0">
                <a:latin typeface="Aptos" panose="020B0004020202020204" pitchFamily="34" charset="0"/>
              </a:rPr>
              <a:t>Entrainement d’un </a:t>
            </a:r>
            <a:r>
              <a:rPr lang="fr-FR" sz="1600" b="1" dirty="0">
                <a:latin typeface="Aptos" panose="020B0004020202020204" pitchFamily="34" charset="0"/>
              </a:rPr>
              <a:t>candidat</a:t>
            </a:r>
            <a:r>
              <a:rPr lang="fr-FR" sz="1600" dirty="0">
                <a:latin typeface="Aptos" panose="020B0004020202020204" pitchFamily="34" charset="0"/>
              </a:rPr>
              <a:t> (</a:t>
            </a:r>
            <a:r>
              <a:rPr lang="fr-FR" sz="1600" dirty="0" err="1">
                <a:latin typeface="Aptos" panose="020B0004020202020204" pitchFamily="34" charset="0"/>
              </a:rPr>
              <a:t>pipeline_candidate.joblib</a:t>
            </a:r>
            <a:r>
              <a:rPr lang="fr-FR" sz="1600" dirty="0">
                <a:latin typeface="Aptos" panose="020B0004020202020204" pitchFamily="34" charset="0"/>
              </a:rPr>
              <a:t>)</a:t>
            </a:r>
          </a:p>
          <a:p>
            <a:pPr marL="742950" lvl="1" indent="-285750">
              <a:buFont typeface="Arial" panose="020B0604020202020204" pitchFamily="34" charset="0"/>
              <a:buChar char="•"/>
            </a:pPr>
            <a:r>
              <a:rPr lang="fr-FR" sz="1600" b="1" dirty="0">
                <a:latin typeface="Aptos" panose="020B0004020202020204" pitchFamily="34" charset="0"/>
              </a:rPr>
              <a:t>Evaluation comparative</a:t>
            </a:r>
            <a:r>
              <a:rPr lang="fr-FR" sz="1600" dirty="0">
                <a:latin typeface="Aptos" panose="020B0004020202020204" pitchFamily="34" charset="0"/>
              </a:rPr>
              <a:t> </a:t>
            </a:r>
            <a:r>
              <a:rPr lang="fr-FR" sz="1600" b="1" dirty="0">
                <a:latin typeface="Aptos" panose="020B0004020202020204" pitchFamily="34" charset="0"/>
              </a:rPr>
              <a:t>sur jeu de référence gelé </a:t>
            </a:r>
            <a:r>
              <a:rPr lang="fr-FR" sz="1600" dirty="0">
                <a:latin typeface="Aptos" panose="020B0004020202020204" pitchFamily="34" charset="0"/>
              </a:rPr>
              <a:t>(rapport de comparaison dans « </a:t>
            </a:r>
            <a:r>
              <a:rPr lang="fr-FR" sz="1600" dirty="0" err="1">
                <a:latin typeface="Aptos" panose="020B0004020202020204" pitchFamily="34" charset="0"/>
              </a:rPr>
              <a:t>promotion_decision.json</a:t>
            </a:r>
            <a:r>
              <a:rPr lang="fr-FR" sz="1600" dirty="0">
                <a:latin typeface="Aptos" panose="020B0004020202020204" pitchFamily="34" charset="0"/>
              </a:rPr>
              <a:t> »)</a:t>
            </a:r>
          </a:p>
          <a:p>
            <a:pPr marL="742950" lvl="1" indent="-285750">
              <a:buFont typeface="Arial" panose="020B0604020202020204" pitchFamily="34" charset="0"/>
              <a:buChar char="•"/>
            </a:pPr>
            <a:endParaRPr lang="fr-FR" sz="1600" dirty="0">
              <a:latin typeface="Aptos" panose="020B0004020202020204" pitchFamily="34" charset="0"/>
            </a:endParaRPr>
          </a:p>
          <a:p>
            <a:r>
              <a:rPr lang="fr-FR" b="1" kern="100" dirty="0">
                <a:latin typeface="Aptos" panose="020B0004020202020204" pitchFamily="34" charset="0"/>
                <a:ea typeface="DengXian" panose="02010600030101010101" pitchFamily="2" charset="-122"/>
                <a:cs typeface="Times New Roman" panose="02020603050405020304" pitchFamily="18" charset="0"/>
              </a:rPr>
              <a:t>Gouvernance &amp; Promotion humaine</a:t>
            </a:r>
            <a:r>
              <a:rPr lang="fr-FR" kern="100" dirty="0">
                <a:latin typeface="Aptos" panose="020B0004020202020204" pitchFamily="34" charset="0"/>
                <a:ea typeface="DengXian" panose="02010600030101010101" pitchFamily="2" charset="-122"/>
                <a:cs typeface="Times New Roman" panose="02020603050405020304" pitchFamily="18" charset="0"/>
              </a:rPr>
              <a:t> :</a:t>
            </a:r>
          </a:p>
          <a:p>
            <a:pPr marL="742950" lvl="1" indent="-285750">
              <a:buFont typeface="Arial" panose="020B0604020202020204" pitchFamily="34" charset="0"/>
              <a:buChar char="•"/>
            </a:pPr>
            <a:r>
              <a:rPr lang="fr-FR" sz="1600" kern="100" dirty="0">
                <a:latin typeface="Aptos" panose="020B0004020202020204" pitchFamily="34" charset="0"/>
                <a:ea typeface="DengXian" panose="02010600030101010101" pitchFamily="2" charset="-122"/>
                <a:cs typeface="Times New Roman" panose="02020603050405020304" pitchFamily="18" charset="0"/>
              </a:rPr>
              <a:t>Stratégie </a:t>
            </a:r>
            <a:r>
              <a:rPr lang="fr-FR" sz="1600" b="1" kern="100" dirty="0">
                <a:latin typeface="Aptos" panose="020B0004020202020204" pitchFamily="34" charset="0"/>
                <a:ea typeface="DengXian" panose="02010600030101010101" pitchFamily="2" charset="-122"/>
                <a:cs typeface="Times New Roman" panose="02020603050405020304" pitchFamily="18" charset="0"/>
              </a:rPr>
              <a:t>hybride</a:t>
            </a:r>
            <a:r>
              <a:rPr lang="fr-FR" sz="1600" kern="100" dirty="0">
                <a:latin typeface="Aptos" panose="020B0004020202020204" pitchFamily="34" charset="0"/>
                <a:ea typeface="DengXian" panose="02010600030101010101" pitchFamily="2" charset="-122"/>
                <a:cs typeface="Times New Roman" panose="02020603050405020304" pitchFamily="18" charset="0"/>
              </a:rPr>
              <a:t> :</a:t>
            </a:r>
          </a:p>
          <a:p>
            <a:pPr marL="1200150" lvl="2" indent="-285750">
              <a:buFont typeface="Arial" panose="020B0604020202020204" pitchFamily="34" charset="0"/>
              <a:buChar char="•"/>
            </a:pPr>
            <a:r>
              <a:rPr lang="fr-FR" sz="1600" kern="100" dirty="0">
                <a:latin typeface="Aptos" panose="020B0004020202020204" pitchFamily="34" charset="0"/>
                <a:ea typeface="DengXian" panose="02010600030101010101" pitchFamily="2" charset="-122"/>
                <a:cs typeface="Times New Roman" panose="02020603050405020304" pitchFamily="18" charset="0"/>
              </a:rPr>
              <a:t>Plancher absolu F1 ≥ 0,65 (s</a:t>
            </a:r>
            <a:r>
              <a:rPr lang="fr-FR" sz="1600" dirty="0">
                <a:latin typeface="Aptos" panose="020B0004020202020204" pitchFamily="34" charset="0"/>
              </a:rPr>
              <a:t>écurité minimale garantissant l'équilibre sur les 3 classes)</a:t>
            </a:r>
          </a:p>
          <a:p>
            <a:pPr marL="1200150" lvl="2" indent="-285750">
              <a:buFont typeface="Arial" panose="020B0604020202020204" pitchFamily="34" charset="0"/>
              <a:buChar char="•"/>
            </a:pPr>
            <a:r>
              <a:rPr lang="fr-FR" sz="1600" dirty="0">
                <a:latin typeface="Aptos" panose="020B0004020202020204" pitchFamily="34" charset="0"/>
              </a:rPr>
              <a:t>Gain relatif minimal &gt; à la variation statistique de 0,018</a:t>
            </a:r>
          </a:p>
          <a:p>
            <a:pPr marL="1200150" lvl="2" indent="-285750">
              <a:buFont typeface="Arial" panose="020B0604020202020204" pitchFamily="34" charset="0"/>
              <a:buChar char="•"/>
            </a:pPr>
            <a:r>
              <a:rPr lang="fr-FR" sz="1600" dirty="0">
                <a:latin typeface="Aptos" panose="020B0004020202020204" pitchFamily="34" charset="0"/>
              </a:rPr>
              <a:t>Tolérance de 1% sur l’erreur critique (ne pas augmenter le nombre de dossier non détecté 2 </a:t>
            </a:r>
            <a:r>
              <a:rPr lang="fr-FR" sz="1600" dirty="0">
                <a:latin typeface="Aptos" panose="020B0004020202020204" pitchFamily="34" charset="0"/>
                <a:sym typeface="Wingdings" panose="05000000000000000000" pitchFamily="2" charset="2"/>
              </a:rPr>
              <a:t> 0</a:t>
            </a:r>
            <a:r>
              <a:rPr lang="fr-FR" sz="1600" dirty="0">
                <a:latin typeface="Aptos" panose="020B0004020202020204" pitchFamily="34" charset="0"/>
              </a:rPr>
              <a:t>)</a:t>
            </a:r>
          </a:p>
          <a:p>
            <a:pPr marL="742950" lvl="1" indent="-285750">
              <a:buFont typeface="Arial" panose="020B0604020202020204" pitchFamily="34" charset="0"/>
              <a:buChar char="•"/>
            </a:pPr>
            <a:r>
              <a:rPr lang="fr-FR" sz="1600" b="1" dirty="0">
                <a:latin typeface="Aptos" panose="020B0004020202020204" pitchFamily="34" charset="0"/>
              </a:rPr>
              <a:t>Pas de promotion automatique </a:t>
            </a:r>
            <a:r>
              <a:rPr lang="fr-FR" sz="1600" dirty="0">
                <a:latin typeface="Aptos" panose="020B0004020202020204" pitchFamily="34" charset="0"/>
              </a:rPr>
              <a:t>: les équipes </a:t>
            </a:r>
            <a:r>
              <a:rPr lang="fr-FR" sz="1600" dirty="0" err="1">
                <a:latin typeface="Aptos" panose="020B0004020202020204" pitchFamily="34" charset="0"/>
              </a:rPr>
              <a:t>MLOps</a:t>
            </a:r>
            <a:r>
              <a:rPr lang="fr-FR" sz="1600" dirty="0">
                <a:latin typeface="Aptos" panose="020B0004020202020204" pitchFamily="34" charset="0"/>
              </a:rPr>
              <a:t> modifient </a:t>
            </a:r>
            <a:r>
              <a:rPr lang="fr-FR" sz="1600" dirty="0" err="1">
                <a:latin typeface="Aptos" panose="020B0004020202020204" pitchFamily="34" charset="0"/>
              </a:rPr>
              <a:t>active_model.json</a:t>
            </a:r>
            <a:r>
              <a:rPr lang="fr-FR" sz="1600" dirty="0">
                <a:latin typeface="Aptos" panose="020B0004020202020204" pitchFamily="34" charset="0"/>
              </a:rPr>
              <a:t> ce qui renforce le contrôle humain lié au besoin de supervision d’un système IA à haut risque</a:t>
            </a:r>
          </a:p>
          <a:p>
            <a:endParaRPr lang="fr-FR" sz="1600" dirty="0">
              <a:latin typeface="Aptos" panose="020B0004020202020204" pitchFamily="34" charset="0"/>
            </a:endParaRPr>
          </a:p>
          <a:p>
            <a:br>
              <a:rPr lang="fr-FR" sz="1600" dirty="0">
                <a:latin typeface="Aptos" panose="020B0004020202020204" pitchFamily="34" charset="0"/>
              </a:rPr>
            </a:br>
            <a:endParaRPr lang="fr-FR" sz="1600" dirty="0">
              <a:latin typeface="Aptos" panose="020B0004020202020204" pitchFamily="34" charset="0"/>
            </a:endParaRPr>
          </a:p>
          <a:p>
            <a:pPr marL="285750" indent="-285750">
              <a:buFont typeface="Arial" panose="020B0604020202020204" pitchFamily="34" charset="0"/>
              <a:buChar char="•"/>
            </a:pPr>
            <a:endParaRPr lang="fr-FR" dirty="0">
              <a:latin typeface="Aptos" panose="020B0004020202020204" pitchFamily="34" charset="0"/>
            </a:endParaRPr>
          </a:p>
          <a:p>
            <a:pPr algn="l"/>
            <a:endParaRPr lang="fr-FR" dirty="0" err="1">
              <a:solidFill>
                <a:schemeClr val="accent3"/>
              </a:solidFill>
            </a:endParaRPr>
          </a:p>
        </p:txBody>
      </p:sp>
    </p:spTree>
    <p:extLst>
      <p:ext uri="{BB962C8B-B14F-4D97-AF65-F5344CB8AC3E}">
        <p14:creationId xmlns:p14="http://schemas.microsoft.com/office/powerpoint/2010/main" val="385334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3DAED-C490-BECE-2C30-3D990F6EA1B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FE94897-68B0-9FF4-3E14-2909D5B6CE8E}"/>
              </a:ext>
            </a:extLst>
          </p:cNvPr>
          <p:cNvSpPr>
            <a:spLocks noGrp="1"/>
          </p:cNvSpPr>
          <p:nvPr>
            <p:ph type="title"/>
          </p:nvPr>
        </p:nvSpPr>
        <p:spPr>
          <a:xfrm>
            <a:off x="428624" y="291452"/>
            <a:ext cx="11337925" cy="495130"/>
          </a:xfrm>
        </p:spPr>
        <p:txBody>
          <a:bodyPr/>
          <a:lstStyle/>
          <a:p>
            <a:pPr lvl="0"/>
            <a:r>
              <a:rPr lang="en-GB" b="1" dirty="0" err="1"/>
              <a:t>Observabilité</a:t>
            </a:r>
            <a:r>
              <a:rPr lang="en-GB" b="1" dirty="0"/>
              <a:t> &amp; Monitoring</a:t>
            </a:r>
            <a:endParaRPr lang="fr-FR" dirty="0"/>
          </a:p>
        </p:txBody>
      </p:sp>
      <p:sp>
        <p:nvSpPr>
          <p:cNvPr id="5" name="Slide Number Placeholder 4">
            <a:extLst>
              <a:ext uri="{FF2B5EF4-FFF2-40B4-BE49-F238E27FC236}">
                <a16:creationId xmlns:a16="http://schemas.microsoft.com/office/drawing/2014/main" id="{48E0953A-1B1E-2768-28F2-C7AF56D68E1F}"/>
              </a:ext>
            </a:extLst>
          </p:cNvPr>
          <p:cNvSpPr>
            <a:spLocks noGrp="1"/>
          </p:cNvSpPr>
          <p:nvPr>
            <p:ph type="sldNum" sz="quarter" idx="4"/>
          </p:nvPr>
        </p:nvSpPr>
        <p:spPr/>
        <p:txBody>
          <a:bodyPr/>
          <a:lstStyle/>
          <a:p>
            <a:fld id="{DAF489CC-3B7A-4DA5-A8C0-4984788D0EC5}" type="slidenum">
              <a:rPr lang="nl-NL" smtClean="0"/>
              <a:pPr/>
              <a:t>19</a:t>
            </a:fld>
            <a:endParaRPr lang="nl-NL" dirty="0"/>
          </a:p>
        </p:txBody>
      </p:sp>
      <p:sp>
        <p:nvSpPr>
          <p:cNvPr id="4" name="ZoneTexte 3">
            <a:extLst>
              <a:ext uri="{FF2B5EF4-FFF2-40B4-BE49-F238E27FC236}">
                <a16:creationId xmlns:a16="http://schemas.microsoft.com/office/drawing/2014/main" id="{8E16C52E-6741-002B-F7CF-142C94A21AA9}"/>
              </a:ext>
            </a:extLst>
          </p:cNvPr>
          <p:cNvSpPr txBox="1"/>
          <p:nvPr/>
        </p:nvSpPr>
        <p:spPr>
          <a:xfrm>
            <a:off x="427038" y="1293341"/>
            <a:ext cx="11337924" cy="4216151"/>
          </a:xfrm>
          <a:prstGeom prst="rect">
            <a:avLst/>
          </a:prstGeom>
          <a:noFill/>
        </p:spPr>
        <p:txBody>
          <a:bodyPr wrap="square" rtlCol="0">
            <a:noAutofit/>
          </a:bodyPr>
          <a:lstStyle/>
          <a:p>
            <a:r>
              <a:rPr lang="fr-FR" sz="2000" b="1" dirty="0">
                <a:latin typeface="Aptos" panose="020B0004020202020204" pitchFamily="34" charset="0"/>
              </a:rPr>
              <a:t>Traçabilité réentrainement </a:t>
            </a:r>
            <a:r>
              <a:rPr lang="fr-FR" sz="2000" dirty="0">
                <a:latin typeface="Aptos" panose="020B0004020202020204" pitchFamily="34" charset="0"/>
              </a:rPr>
              <a:t>via</a:t>
            </a:r>
            <a:r>
              <a:rPr lang="fr-FR" sz="2000" b="1" dirty="0">
                <a:latin typeface="Aptos" panose="020B0004020202020204" pitchFamily="34" charset="0"/>
              </a:rPr>
              <a:t> </a:t>
            </a:r>
            <a:r>
              <a:rPr lang="fr-FR" sz="2000" b="1" dirty="0" err="1">
                <a:latin typeface="Aptos" panose="020B0004020202020204" pitchFamily="34" charset="0"/>
              </a:rPr>
              <a:t>MlFlow</a:t>
            </a:r>
            <a:r>
              <a:rPr lang="fr-FR" sz="2000" b="1" dirty="0">
                <a:latin typeface="Aptos" panose="020B0004020202020204" pitchFamily="34" charset="0"/>
              </a:rPr>
              <a:t> :</a:t>
            </a:r>
          </a:p>
          <a:p>
            <a:pPr marL="742950" lvl="1" indent="-285750">
              <a:buFont typeface="Arial" panose="020B0604020202020204" pitchFamily="34" charset="0"/>
              <a:buChar char="•"/>
            </a:pPr>
            <a:r>
              <a:rPr lang="fr-FR" b="1" dirty="0">
                <a:latin typeface="Aptos" panose="020B0004020202020204" pitchFamily="34" charset="0"/>
              </a:rPr>
              <a:t>Journalisation </a:t>
            </a:r>
            <a:r>
              <a:rPr lang="fr-FR" dirty="0">
                <a:latin typeface="Aptos" panose="020B0004020202020204" pitchFamily="34" charset="0"/>
              </a:rPr>
              <a:t>automatique des runs de réentrainement et d’évaluation (</a:t>
            </a:r>
            <a:r>
              <a:rPr lang="fr-FR" dirty="0" err="1">
                <a:latin typeface="Aptos" panose="020B0004020202020204" pitchFamily="34" charset="0"/>
              </a:rPr>
              <a:t>mlflow.log_params</a:t>
            </a:r>
            <a:r>
              <a:rPr lang="fr-FR" dirty="0">
                <a:latin typeface="Aptos" panose="020B0004020202020204" pitchFamily="34" charset="0"/>
              </a:rPr>
              <a:t> &amp; </a:t>
            </a:r>
            <a:r>
              <a:rPr lang="fr-FR" dirty="0" err="1">
                <a:latin typeface="Aptos" panose="020B0004020202020204" pitchFamily="34" charset="0"/>
              </a:rPr>
              <a:t>mlflow.log_metrics</a:t>
            </a:r>
            <a:r>
              <a:rPr lang="fr-FR" dirty="0">
                <a:latin typeface="Aptos" panose="020B0004020202020204" pitchFamily="34" charset="0"/>
              </a:rPr>
              <a:t>)</a:t>
            </a:r>
          </a:p>
          <a:p>
            <a:pPr marL="742950" lvl="1" indent="-285750">
              <a:buFont typeface="Arial" panose="020B0604020202020204" pitchFamily="34" charset="0"/>
              <a:buChar char="•"/>
            </a:pPr>
            <a:r>
              <a:rPr lang="fr-FR" b="1" dirty="0">
                <a:latin typeface="Aptos" panose="020B0004020202020204" pitchFamily="34" charset="0"/>
              </a:rPr>
              <a:t>Métriques</a:t>
            </a:r>
            <a:r>
              <a:rPr lang="fr-FR" dirty="0">
                <a:latin typeface="Aptos" panose="020B0004020202020204" pitchFamily="34" charset="0"/>
              </a:rPr>
              <a:t> enregistrées : </a:t>
            </a:r>
            <a:r>
              <a:rPr lang="fr-FR" dirty="0" err="1">
                <a:latin typeface="Aptos" panose="020B0004020202020204" pitchFamily="34" charset="0"/>
              </a:rPr>
              <a:t>accuracy</a:t>
            </a:r>
            <a:r>
              <a:rPr lang="fr-FR" dirty="0">
                <a:latin typeface="Aptos" panose="020B0004020202020204" pitchFamily="34" charset="0"/>
              </a:rPr>
              <a:t>, </a:t>
            </a:r>
            <a:r>
              <a:rPr lang="fr-FR" b="1" dirty="0">
                <a:latin typeface="Aptos" panose="020B0004020202020204" pitchFamily="34" charset="0"/>
              </a:rPr>
              <a:t>F1 macro</a:t>
            </a:r>
            <a:r>
              <a:rPr lang="fr-FR" dirty="0">
                <a:latin typeface="Aptos" panose="020B0004020202020204" pitchFamily="34" charset="0"/>
              </a:rPr>
              <a:t>, </a:t>
            </a:r>
            <a:r>
              <a:rPr lang="fr-FR" b="1" dirty="0">
                <a:latin typeface="Aptos" panose="020B0004020202020204" pitchFamily="34" charset="0"/>
              </a:rPr>
              <a:t>nombre d’erreurs critiques</a:t>
            </a:r>
            <a:r>
              <a:rPr lang="fr-FR" dirty="0">
                <a:latin typeface="Aptos" panose="020B0004020202020204" pitchFamily="34" charset="0"/>
              </a:rPr>
              <a:t>, </a:t>
            </a:r>
            <a:r>
              <a:rPr lang="fr-FR" b="1" dirty="0">
                <a:latin typeface="Aptos" panose="020B0004020202020204" pitchFamily="34" charset="0"/>
              </a:rPr>
              <a:t>taux d’erreur critique</a:t>
            </a:r>
          </a:p>
          <a:p>
            <a:pPr marL="742950" lvl="1" indent="-285750">
              <a:buFont typeface="Arial" panose="020B0604020202020204" pitchFamily="34" charset="0"/>
              <a:buChar char="•"/>
            </a:pPr>
            <a:r>
              <a:rPr lang="fr-FR" b="1" dirty="0">
                <a:latin typeface="Aptos" panose="020B0004020202020204" pitchFamily="34" charset="0"/>
              </a:rPr>
              <a:t>Métadonnées</a:t>
            </a:r>
            <a:r>
              <a:rPr lang="fr-FR" dirty="0">
                <a:latin typeface="Aptos" panose="020B0004020202020204" pitchFamily="34" charset="0"/>
              </a:rPr>
              <a:t> enregistrées : nom du modèle, scénario d’entrainement, version du modèle, hyperparamètres </a:t>
            </a:r>
            <a:r>
              <a:rPr lang="fr-FR" dirty="0" err="1">
                <a:latin typeface="Aptos" panose="020B0004020202020204" pitchFamily="34" charset="0"/>
              </a:rPr>
              <a:t>LightGBM</a:t>
            </a:r>
            <a:endParaRPr lang="fr-FR" dirty="0">
              <a:latin typeface="Aptos" panose="020B0004020202020204" pitchFamily="34" charset="0"/>
            </a:endParaRPr>
          </a:p>
          <a:p>
            <a:pPr marL="742950" lvl="1" indent="-285750">
              <a:buFont typeface="Arial" panose="020B0604020202020204" pitchFamily="34" charset="0"/>
              <a:buChar char="•"/>
            </a:pPr>
            <a:r>
              <a:rPr lang="fr-FR" b="1" dirty="0">
                <a:latin typeface="Aptos" panose="020B0004020202020204" pitchFamily="34" charset="0"/>
              </a:rPr>
              <a:t>Génération d’un rapport (</a:t>
            </a:r>
            <a:r>
              <a:rPr lang="fr-FR" b="1" dirty="0" err="1">
                <a:latin typeface="Aptos" panose="020B0004020202020204" pitchFamily="34" charset="0"/>
              </a:rPr>
              <a:t>json</a:t>
            </a:r>
            <a:r>
              <a:rPr lang="fr-FR" b="1" dirty="0">
                <a:latin typeface="Aptos" panose="020B0004020202020204" pitchFamily="34" charset="0"/>
              </a:rPr>
              <a:t>) </a:t>
            </a:r>
            <a:r>
              <a:rPr lang="fr-FR" dirty="0">
                <a:latin typeface="Aptos" panose="020B0004020202020204" pitchFamily="34" charset="0"/>
              </a:rPr>
              <a:t>contenant les recommandations exposées dans l’interface </a:t>
            </a:r>
            <a:r>
              <a:rPr lang="fr-FR" dirty="0" err="1">
                <a:latin typeface="Aptos" panose="020B0004020202020204" pitchFamily="34" charset="0"/>
              </a:rPr>
              <a:t>Streamlit</a:t>
            </a:r>
            <a:endParaRPr lang="fr-FR" dirty="0">
              <a:latin typeface="Aptos" panose="020B0004020202020204" pitchFamily="34" charset="0"/>
            </a:endParaRPr>
          </a:p>
          <a:p>
            <a:endParaRPr lang="fr-FR" dirty="0">
              <a:latin typeface="Aptos" panose="020B0004020202020204" pitchFamily="34" charset="0"/>
            </a:endParaRPr>
          </a:p>
          <a:p>
            <a:r>
              <a:rPr lang="fr-FR" sz="2000" b="1" dirty="0">
                <a:latin typeface="Aptos" panose="020B0004020202020204" pitchFamily="34" charset="0"/>
              </a:rPr>
              <a:t>Monitoring du système (Prometheus + </a:t>
            </a:r>
            <a:r>
              <a:rPr lang="fr-FR" sz="2000" b="1" dirty="0" err="1">
                <a:latin typeface="Aptos" panose="020B0004020202020204" pitchFamily="34" charset="0"/>
              </a:rPr>
              <a:t>Grafana</a:t>
            </a:r>
            <a:r>
              <a:rPr lang="fr-FR" sz="2000" b="1" dirty="0">
                <a:latin typeface="Aptos" panose="020B0004020202020204" pitchFamily="34" charset="0"/>
              </a:rPr>
              <a:t>) :</a:t>
            </a:r>
          </a:p>
          <a:p>
            <a:pPr marL="742950" lvl="1" indent="-285750">
              <a:buFont typeface="Arial" panose="020B0604020202020204" pitchFamily="34" charset="0"/>
              <a:buChar char="•"/>
            </a:pPr>
            <a:r>
              <a:rPr lang="fr-FR" dirty="0">
                <a:latin typeface="Aptos" panose="020B0004020202020204" pitchFamily="34" charset="0"/>
              </a:rPr>
              <a:t>Collecte des métriques techniques &amp; opérationnelles toutes les 5s</a:t>
            </a:r>
          </a:p>
          <a:p>
            <a:pPr marL="742950" lvl="1" indent="-285750">
              <a:buFont typeface="Arial" panose="020B0604020202020204" pitchFamily="34" charset="0"/>
              <a:buChar char="•"/>
            </a:pPr>
            <a:r>
              <a:rPr lang="fr-FR" kern="100" dirty="0">
                <a:latin typeface="Aptos" panose="020B0004020202020204" pitchFamily="34" charset="0"/>
                <a:ea typeface="DengXian" panose="02010600030101010101" pitchFamily="2" charset="-122"/>
                <a:cs typeface="Times New Roman" panose="02020603050405020304" pitchFamily="18" charset="0"/>
              </a:rPr>
              <a:t>Dashboard </a:t>
            </a:r>
            <a:r>
              <a:rPr lang="fr-FR" kern="100" dirty="0" err="1">
                <a:latin typeface="Aptos" panose="020B0004020202020204" pitchFamily="34" charset="0"/>
                <a:ea typeface="DengXian" panose="02010600030101010101" pitchFamily="2" charset="-122"/>
                <a:cs typeface="Times New Roman" panose="02020603050405020304" pitchFamily="18" charset="0"/>
              </a:rPr>
              <a:t>Grafana</a:t>
            </a:r>
            <a:r>
              <a:rPr lang="fr-FR" kern="100" dirty="0">
                <a:latin typeface="Aptos" panose="020B0004020202020204" pitchFamily="34" charset="0"/>
                <a:ea typeface="DengXian" panose="02010600030101010101" pitchFamily="2" charset="-122"/>
                <a:cs typeface="Times New Roman" panose="02020603050405020304" pitchFamily="18" charset="0"/>
              </a:rPr>
              <a:t> exposant :</a:t>
            </a:r>
          </a:p>
          <a:p>
            <a:pPr marL="1200150" lvl="2" indent="-285750">
              <a:buFont typeface="Arial" panose="020B0604020202020204" pitchFamily="34" charset="0"/>
              <a:buChar char="•"/>
            </a:pPr>
            <a:r>
              <a:rPr lang="fr-FR" b="1" kern="100" dirty="0">
                <a:latin typeface="Aptos" panose="020B0004020202020204" pitchFamily="34" charset="0"/>
                <a:ea typeface="DengXian" panose="02010600030101010101" pitchFamily="2" charset="-122"/>
                <a:cs typeface="Times New Roman" panose="02020603050405020304" pitchFamily="18" charset="0"/>
              </a:rPr>
              <a:t>Disponibilité</a:t>
            </a:r>
            <a:r>
              <a:rPr lang="fr-FR" kern="100" dirty="0">
                <a:latin typeface="Aptos" panose="020B0004020202020204" pitchFamily="34" charset="0"/>
                <a:ea typeface="DengXian" panose="02010600030101010101" pitchFamily="2" charset="-122"/>
                <a:cs typeface="Times New Roman" panose="02020603050405020304" pitchFamily="18" charset="0"/>
              </a:rPr>
              <a:t> des 3 services (panneaux de statut avec alerte visuelle)</a:t>
            </a:r>
          </a:p>
          <a:p>
            <a:pPr marL="1200150" lvl="2" indent="-285750">
              <a:buFont typeface="Arial" panose="020B0604020202020204" pitchFamily="34" charset="0"/>
              <a:buChar char="•"/>
            </a:pPr>
            <a:r>
              <a:rPr lang="fr-FR" b="1" kern="100" dirty="0">
                <a:latin typeface="Aptos" panose="020B0004020202020204" pitchFamily="34" charset="0"/>
                <a:ea typeface="DengXian" panose="02010600030101010101" pitchFamily="2" charset="-122"/>
                <a:cs typeface="Times New Roman" panose="02020603050405020304" pitchFamily="18" charset="0"/>
              </a:rPr>
              <a:t>Qualité de service </a:t>
            </a:r>
            <a:r>
              <a:rPr lang="fr-FR" kern="100" dirty="0">
                <a:latin typeface="Aptos" panose="020B0004020202020204" pitchFamily="34" charset="0"/>
                <a:ea typeface="DengXian" panose="02010600030101010101" pitchFamily="2" charset="-122"/>
                <a:cs typeface="Times New Roman" panose="02020603050405020304" pitchFamily="18" charset="0"/>
              </a:rPr>
              <a:t>: latence p95 et la détection d’erreurs 502/503 (séries temporelles)</a:t>
            </a:r>
          </a:p>
          <a:p>
            <a:pPr marL="1200150" lvl="2" indent="-285750">
              <a:buFont typeface="Arial" panose="020B0604020202020204" pitchFamily="34" charset="0"/>
              <a:buChar char="•"/>
            </a:pPr>
            <a:r>
              <a:rPr lang="fr-FR" kern="100" dirty="0">
                <a:latin typeface="Aptos" panose="020B0004020202020204" pitchFamily="34" charset="0"/>
                <a:ea typeface="DengXian" panose="02010600030101010101" pitchFamily="2" charset="-122"/>
                <a:cs typeface="Times New Roman" panose="02020603050405020304" pitchFamily="18" charset="0"/>
              </a:rPr>
              <a:t>Signal métier : </a:t>
            </a:r>
            <a:r>
              <a:rPr lang="fr-FR" b="1" kern="100" dirty="0">
                <a:latin typeface="Aptos" panose="020B0004020202020204" pitchFamily="34" charset="0"/>
                <a:ea typeface="DengXian" panose="02010600030101010101" pitchFamily="2" charset="-122"/>
                <a:cs typeface="Times New Roman" panose="02020603050405020304" pitchFamily="18" charset="0"/>
              </a:rPr>
              <a:t>répartition des classes prédites</a:t>
            </a:r>
            <a:r>
              <a:rPr lang="fr-FR" kern="100" dirty="0">
                <a:latin typeface="Aptos" panose="020B0004020202020204" pitchFamily="34" charset="0"/>
                <a:ea typeface="DengXian" panose="02010600030101010101" pitchFamily="2" charset="-122"/>
                <a:cs typeface="Times New Roman" panose="02020603050405020304" pitchFamily="18" charset="0"/>
              </a:rPr>
              <a:t> (bar chart) afin de détecter une éventuelle dérive des prédictions </a:t>
            </a:r>
            <a:endParaRPr lang="fr-FR" dirty="0">
              <a:latin typeface="Aptos" panose="020B0004020202020204" pitchFamily="34" charset="0"/>
            </a:endParaRPr>
          </a:p>
          <a:p>
            <a:endParaRPr lang="fr-FR" dirty="0">
              <a:latin typeface="Aptos" panose="020B0004020202020204" pitchFamily="34" charset="0"/>
            </a:endParaRPr>
          </a:p>
          <a:p>
            <a:pPr algn="l"/>
            <a:endParaRPr lang="fr-FR" dirty="0" err="1">
              <a:solidFill>
                <a:schemeClr val="accent3"/>
              </a:solidFill>
            </a:endParaRPr>
          </a:p>
        </p:txBody>
      </p:sp>
    </p:spTree>
    <p:extLst>
      <p:ext uri="{BB962C8B-B14F-4D97-AF65-F5344CB8AC3E}">
        <p14:creationId xmlns:p14="http://schemas.microsoft.com/office/powerpoint/2010/main" val="421457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03C0A-FA20-5C0D-3E19-2130EAF645C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C2706DC-D1AC-B44F-D59C-153F9CEA749D}"/>
              </a:ext>
            </a:extLst>
          </p:cNvPr>
          <p:cNvSpPr>
            <a:spLocks noGrp="1"/>
          </p:cNvSpPr>
          <p:nvPr>
            <p:ph type="title"/>
          </p:nvPr>
        </p:nvSpPr>
        <p:spPr>
          <a:xfrm>
            <a:off x="428624" y="291451"/>
            <a:ext cx="11337925" cy="912315"/>
          </a:xfrm>
        </p:spPr>
        <p:txBody>
          <a:bodyPr/>
          <a:lstStyle/>
          <a:p>
            <a:r>
              <a:rPr lang="en-GB" b="1" dirty="0"/>
              <a:t>Packaging Docker, Pipeline CI/CD </a:t>
            </a:r>
            <a:r>
              <a:rPr lang="fr-FR" b="1" dirty="0"/>
              <a:t>&amp; Orchestration</a:t>
            </a:r>
            <a:endParaRPr lang="fr-FR" dirty="0"/>
          </a:p>
        </p:txBody>
      </p:sp>
      <p:sp>
        <p:nvSpPr>
          <p:cNvPr id="5" name="Slide Number Placeholder 4">
            <a:extLst>
              <a:ext uri="{FF2B5EF4-FFF2-40B4-BE49-F238E27FC236}">
                <a16:creationId xmlns:a16="http://schemas.microsoft.com/office/drawing/2014/main" id="{D7B36C2D-E6BC-16AE-0F3D-D772B31313FE}"/>
              </a:ext>
            </a:extLst>
          </p:cNvPr>
          <p:cNvSpPr>
            <a:spLocks noGrp="1"/>
          </p:cNvSpPr>
          <p:nvPr>
            <p:ph type="sldNum" sz="quarter" idx="4"/>
          </p:nvPr>
        </p:nvSpPr>
        <p:spPr/>
        <p:txBody>
          <a:bodyPr/>
          <a:lstStyle/>
          <a:p>
            <a:fld id="{DAF489CC-3B7A-4DA5-A8C0-4984788D0EC5}" type="slidenum">
              <a:rPr lang="nl-NL" smtClean="0"/>
              <a:pPr/>
              <a:t>20</a:t>
            </a:fld>
            <a:endParaRPr lang="nl-NL" dirty="0"/>
          </a:p>
        </p:txBody>
      </p:sp>
      <p:sp>
        <p:nvSpPr>
          <p:cNvPr id="4" name="ZoneTexte 3">
            <a:extLst>
              <a:ext uri="{FF2B5EF4-FFF2-40B4-BE49-F238E27FC236}">
                <a16:creationId xmlns:a16="http://schemas.microsoft.com/office/drawing/2014/main" id="{158E790B-0E78-1E94-CC19-D808D54A79E3}"/>
              </a:ext>
            </a:extLst>
          </p:cNvPr>
          <p:cNvSpPr txBox="1"/>
          <p:nvPr/>
        </p:nvSpPr>
        <p:spPr>
          <a:xfrm>
            <a:off x="425451" y="966256"/>
            <a:ext cx="11337924" cy="5228067"/>
          </a:xfrm>
          <a:prstGeom prst="rect">
            <a:avLst/>
          </a:prstGeom>
          <a:noFill/>
        </p:spPr>
        <p:txBody>
          <a:bodyPr wrap="square" rtlCol="0">
            <a:noAutofit/>
          </a:bodyPr>
          <a:lstStyle/>
          <a:p>
            <a:r>
              <a:rPr lang="fr-FR" sz="2000" b="1" dirty="0">
                <a:latin typeface="Aptos" panose="020B0004020202020204" pitchFamily="34" charset="0"/>
              </a:rPr>
              <a:t>Conteneurisation :</a:t>
            </a:r>
          </a:p>
          <a:p>
            <a:pPr marL="742950" lvl="1" indent="-285750">
              <a:buFont typeface="Arial" panose="020B0604020202020204" pitchFamily="34" charset="0"/>
              <a:buChar char="•"/>
            </a:pPr>
            <a:r>
              <a:rPr lang="fr-FR" b="1" dirty="0">
                <a:latin typeface="Aptos" panose="020B0004020202020204" pitchFamily="34" charset="0"/>
              </a:rPr>
              <a:t>Réduction de la taille des images</a:t>
            </a:r>
            <a:r>
              <a:rPr lang="fr-FR" dirty="0">
                <a:latin typeface="Aptos" panose="020B0004020202020204" pitchFamily="34" charset="0"/>
              </a:rPr>
              <a:t> : </a:t>
            </a:r>
          </a:p>
          <a:p>
            <a:pPr marL="1200150" lvl="2" indent="-285750">
              <a:buFont typeface="Arial" panose="020B0604020202020204" pitchFamily="34" charset="0"/>
              <a:buChar char="•"/>
            </a:pPr>
            <a:r>
              <a:rPr lang="fr-FR" dirty="0" err="1">
                <a:latin typeface="Aptos" panose="020B0004020202020204" pitchFamily="34" charset="0"/>
              </a:rPr>
              <a:t>multi-stage</a:t>
            </a:r>
            <a:r>
              <a:rPr lang="fr-FR" dirty="0">
                <a:latin typeface="Aptos" panose="020B0004020202020204" pitchFamily="34" charset="0"/>
              </a:rPr>
              <a:t> </a:t>
            </a:r>
            <a:r>
              <a:rPr lang="fr-FR" dirty="0" err="1">
                <a:latin typeface="Aptos" panose="020B0004020202020204" pitchFamily="34" charset="0"/>
              </a:rPr>
              <a:t>builds</a:t>
            </a:r>
            <a:endParaRPr lang="fr-FR" dirty="0">
              <a:latin typeface="Aptos" panose="020B0004020202020204" pitchFamily="34" charset="0"/>
            </a:endParaRPr>
          </a:p>
          <a:p>
            <a:pPr marL="1200150" lvl="2" indent="-285750">
              <a:buFont typeface="Arial" panose="020B0604020202020204" pitchFamily="34" charset="0"/>
              <a:buChar char="•"/>
            </a:pPr>
            <a:r>
              <a:rPr lang="fr-FR" dirty="0">
                <a:latin typeface="Aptos" panose="020B0004020202020204" pitchFamily="34" charset="0"/>
              </a:rPr>
              <a:t>modèle injecté via le montage du volume </a:t>
            </a:r>
            <a:r>
              <a:rPr lang="fr-FR" dirty="0" err="1">
                <a:latin typeface="Aptos" panose="020B0004020202020204" pitchFamily="34" charset="0"/>
              </a:rPr>
              <a:t>Models</a:t>
            </a:r>
            <a:r>
              <a:rPr lang="fr-FR" dirty="0">
                <a:latin typeface="Aptos" panose="020B0004020202020204" pitchFamily="34" charset="0"/>
              </a:rPr>
              <a:t>/</a:t>
            </a:r>
          </a:p>
          <a:p>
            <a:pPr marL="742950" lvl="1" indent="-285750">
              <a:buFont typeface="Arial" panose="020B0604020202020204" pitchFamily="34" charset="0"/>
              <a:buChar char="•"/>
            </a:pPr>
            <a:r>
              <a:rPr lang="fr-FR" dirty="0">
                <a:latin typeface="Aptos" panose="020B0004020202020204" pitchFamily="34" charset="0"/>
              </a:rPr>
              <a:t>Isolation des </a:t>
            </a:r>
            <a:r>
              <a:rPr lang="fr-FR" b="1" dirty="0">
                <a:latin typeface="Aptos" panose="020B0004020202020204" pitchFamily="34" charset="0"/>
              </a:rPr>
              <a:t>utilisateurs non root</a:t>
            </a:r>
            <a:r>
              <a:rPr lang="fr-FR" dirty="0">
                <a:latin typeface="Aptos" panose="020B0004020202020204" pitchFamily="34" charset="0"/>
              </a:rPr>
              <a:t> </a:t>
            </a:r>
          </a:p>
          <a:p>
            <a:pPr marL="742950" lvl="1" indent="-285750">
              <a:buFont typeface="Arial" panose="020B0604020202020204" pitchFamily="34" charset="0"/>
              <a:buChar char="•"/>
            </a:pPr>
            <a:r>
              <a:rPr lang="fr-FR" dirty="0">
                <a:latin typeface="Aptos" panose="020B0004020202020204" pitchFamily="34" charset="0"/>
              </a:rPr>
              <a:t>Ajout de </a:t>
            </a:r>
            <a:r>
              <a:rPr lang="fr-FR" b="1" dirty="0">
                <a:latin typeface="Aptos" panose="020B0004020202020204" pitchFamily="34" charset="0"/>
              </a:rPr>
              <a:t>dépendances système</a:t>
            </a:r>
            <a:r>
              <a:rPr lang="fr-FR" dirty="0">
                <a:latin typeface="Aptos" panose="020B0004020202020204" pitchFamily="34" charset="0"/>
              </a:rPr>
              <a:t> </a:t>
            </a:r>
            <a:r>
              <a:rPr lang="fr-FR" kern="100" dirty="0">
                <a:latin typeface="Aptos" panose="020B0004020202020204" pitchFamily="34" charset="0"/>
                <a:ea typeface="DengXian" panose="02010600030101010101" pitchFamily="2" charset="-122"/>
                <a:cs typeface="Times New Roman" panose="02020603050405020304" pitchFamily="18" charset="0"/>
              </a:rPr>
              <a:t>(libgomp1 pour </a:t>
            </a:r>
            <a:r>
              <a:rPr lang="fr-FR" kern="100" dirty="0" err="1">
                <a:latin typeface="Aptos" panose="020B0004020202020204" pitchFamily="34" charset="0"/>
                <a:ea typeface="DengXian" panose="02010600030101010101" pitchFamily="2" charset="-122"/>
                <a:cs typeface="Times New Roman" panose="02020603050405020304" pitchFamily="18" charset="0"/>
              </a:rPr>
              <a:t>OpenMP</a:t>
            </a:r>
            <a:r>
              <a:rPr lang="fr-FR" kern="100" dirty="0">
                <a:latin typeface="Aptos" panose="020B0004020202020204" pitchFamily="34" charset="0"/>
                <a:ea typeface="DengXian" panose="02010600030101010101" pitchFamily="2" charset="-122"/>
                <a:cs typeface="Times New Roman" panose="02020603050405020304" pitchFamily="18" charset="0"/>
              </a:rPr>
              <a:t>)</a:t>
            </a:r>
          </a:p>
          <a:p>
            <a:pPr marL="742950" lvl="1" indent="-285750">
              <a:buFont typeface="Arial" panose="020B0604020202020204" pitchFamily="34" charset="0"/>
              <a:buChar char="•"/>
            </a:pPr>
            <a:endParaRPr lang="fr-FR" dirty="0">
              <a:latin typeface="Aptos" panose="020B0004020202020204" pitchFamily="34" charset="0"/>
            </a:endParaRPr>
          </a:p>
          <a:p>
            <a:r>
              <a:rPr lang="fr-FR" sz="2000" b="1" kern="100" dirty="0">
                <a:latin typeface="Aptos" panose="020B0004020202020204" pitchFamily="34" charset="0"/>
                <a:ea typeface="DengXian" panose="02010600030101010101" pitchFamily="2" charset="-122"/>
                <a:cs typeface="Times New Roman" panose="02020603050405020304" pitchFamily="18" charset="0"/>
              </a:rPr>
              <a:t>Pipeline CI/CD</a:t>
            </a:r>
            <a:r>
              <a:rPr lang="fr-FR" sz="2000" b="1" dirty="0">
                <a:latin typeface="Aptos" panose="020B0004020202020204" pitchFamily="34" charset="0"/>
              </a:rPr>
              <a:t> :</a:t>
            </a:r>
          </a:p>
          <a:p>
            <a:pPr marL="742950" lvl="1" indent="-285750">
              <a:buFont typeface="Arial" panose="020B0604020202020204" pitchFamily="34" charset="0"/>
              <a:buChar char="•"/>
            </a:pPr>
            <a:r>
              <a:rPr lang="fr-FR" dirty="0">
                <a:latin typeface="Aptos" panose="020B0004020202020204" pitchFamily="34" charset="0"/>
              </a:rPr>
              <a:t>Automatisation via </a:t>
            </a:r>
            <a:r>
              <a:rPr lang="fr-FR" b="1" dirty="0">
                <a:latin typeface="Aptos" panose="020B0004020202020204" pitchFamily="34" charset="0"/>
              </a:rPr>
              <a:t>GitHub Actions</a:t>
            </a:r>
            <a:r>
              <a:rPr lang="fr-FR" dirty="0">
                <a:latin typeface="Aptos" panose="020B0004020202020204" pitchFamily="34" charset="0"/>
              </a:rPr>
              <a:t> (</a:t>
            </a:r>
            <a:r>
              <a:rPr lang="fr-FR" dirty="0" err="1">
                <a:latin typeface="Aptos" panose="020B0004020202020204" pitchFamily="34" charset="0"/>
              </a:rPr>
              <a:t>ci.yml</a:t>
            </a:r>
            <a:r>
              <a:rPr lang="fr-FR" dirty="0">
                <a:latin typeface="Aptos" panose="020B0004020202020204" pitchFamily="34" charset="0"/>
              </a:rPr>
              <a:t>)</a:t>
            </a:r>
          </a:p>
          <a:p>
            <a:pPr marL="742950" lvl="1" indent="-285750">
              <a:buFont typeface="Arial" panose="020B0604020202020204" pitchFamily="34" charset="0"/>
              <a:buChar char="•"/>
            </a:pPr>
            <a:r>
              <a:rPr lang="fr-FR" dirty="0">
                <a:latin typeface="Aptos" panose="020B0004020202020204" pitchFamily="34" charset="0"/>
              </a:rPr>
              <a:t>Workflow de développement :</a:t>
            </a:r>
          </a:p>
          <a:p>
            <a:pPr marL="1200150" lvl="2" indent="-285750">
              <a:buFont typeface="Arial" panose="020B0604020202020204" pitchFamily="34" charset="0"/>
              <a:buChar char="•"/>
            </a:pPr>
            <a:r>
              <a:rPr lang="fr-FR" dirty="0">
                <a:latin typeface="Aptos" panose="020B0004020202020204" pitchFamily="34" charset="0"/>
              </a:rPr>
              <a:t>branche </a:t>
            </a:r>
            <a:r>
              <a:rPr lang="fr-FR" dirty="0" err="1">
                <a:latin typeface="Aptos" panose="020B0004020202020204" pitchFamily="34" charset="0"/>
              </a:rPr>
              <a:t>feature</a:t>
            </a:r>
            <a:r>
              <a:rPr lang="fr-FR" dirty="0">
                <a:latin typeface="Aptos" panose="020B0004020202020204" pitchFamily="34" charset="0"/>
              </a:rPr>
              <a:t> : tests </a:t>
            </a:r>
            <a:r>
              <a:rPr lang="fr-FR" dirty="0">
                <a:latin typeface="Aptos" panose="020B0004020202020204" pitchFamily="34" charset="0"/>
                <a:sym typeface="Wingdings" panose="05000000000000000000" pitchFamily="2" charset="2"/>
              </a:rPr>
              <a:t> </a:t>
            </a:r>
            <a:r>
              <a:rPr lang="fr-FR" dirty="0" err="1">
                <a:latin typeface="Aptos" panose="020B0004020202020204" pitchFamily="34" charset="0"/>
                <a:sym typeface="Wingdings" panose="05000000000000000000" pitchFamily="2" charset="2"/>
              </a:rPr>
              <a:t>build</a:t>
            </a:r>
            <a:r>
              <a:rPr lang="fr-FR" dirty="0">
                <a:latin typeface="Aptos" panose="020B0004020202020204" pitchFamily="34" charset="0"/>
                <a:sym typeface="Wingdings" panose="05000000000000000000" pitchFamily="2" charset="2"/>
              </a:rPr>
              <a:t>  Pull </a:t>
            </a:r>
            <a:r>
              <a:rPr lang="fr-FR" dirty="0" err="1">
                <a:latin typeface="Aptos" panose="020B0004020202020204" pitchFamily="34" charset="0"/>
                <a:sym typeface="Wingdings" panose="05000000000000000000" pitchFamily="2" charset="2"/>
              </a:rPr>
              <a:t>Request</a:t>
            </a:r>
            <a:endParaRPr lang="fr-FR" dirty="0"/>
          </a:p>
          <a:p>
            <a:pPr marL="1200150" lvl="2" indent="-285750">
              <a:buFont typeface="Arial" panose="020B0604020202020204" pitchFamily="34" charset="0"/>
              <a:buChar char="•"/>
            </a:pPr>
            <a:r>
              <a:rPr lang="fr-FR" dirty="0">
                <a:latin typeface="Aptos" panose="020B0004020202020204" pitchFamily="34" charset="0"/>
              </a:rPr>
              <a:t>merge vers master : </a:t>
            </a:r>
            <a:r>
              <a:rPr lang="fr-FR" dirty="0">
                <a:latin typeface="Aptos" panose="020B0004020202020204" pitchFamily="34" charset="0"/>
                <a:sym typeface="Wingdings" panose="05000000000000000000" pitchFamily="2" charset="2"/>
              </a:rPr>
              <a:t>pubis</a:t>
            </a:r>
          </a:p>
          <a:p>
            <a:pPr marL="742950" lvl="1" indent="-285750">
              <a:buFont typeface="Arial" panose="020B0604020202020204" pitchFamily="34" charset="0"/>
              <a:buChar char="•"/>
            </a:pPr>
            <a:r>
              <a:rPr lang="fr-FR" dirty="0">
                <a:latin typeface="Aptos" panose="020B0004020202020204" pitchFamily="34" charset="0"/>
              </a:rPr>
              <a:t>Publication des images dans GitHub Container </a:t>
            </a:r>
            <a:r>
              <a:rPr lang="fr-FR" dirty="0" err="1">
                <a:latin typeface="Aptos" panose="020B0004020202020204" pitchFamily="34" charset="0"/>
              </a:rPr>
              <a:t>registry</a:t>
            </a:r>
            <a:endParaRPr lang="fr-FR" dirty="0">
              <a:latin typeface="Aptos" panose="020B0004020202020204" pitchFamily="34" charset="0"/>
            </a:endParaRPr>
          </a:p>
          <a:p>
            <a:endParaRPr lang="fr-FR" dirty="0">
              <a:latin typeface="Aptos" panose="020B0004020202020204" pitchFamily="34" charset="0"/>
            </a:endParaRPr>
          </a:p>
          <a:p>
            <a:r>
              <a:rPr lang="fr-FR" b="1" dirty="0">
                <a:latin typeface="Aptos" panose="020B0004020202020204" pitchFamily="34" charset="0"/>
              </a:rPr>
              <a:t>Déploiement et orchestration</a:t>
            </a:r>
            <a:r>
              <a:rPr lang="fr-FR" sz="2000" b="1" dirty="0">
                <a:latin typeface="Aptos" panose="020B0004020202020204" pitchFamily="34" charset="0"/>
              </a:rPr>
              <a:t> :</a:t>
            </a:r>
          </a:p>
          <a:p>
            <a:pPr marL="742950" lvl="1" indent="-285750">
              <a:buFont typeface="Arial" panose="020B0604020202020204" pitchFamily="34" charset="0"/>
              <a:buChar char="•"/>
            </a:pPr>
            <a:r>
              <a:rPr lang="fr-FR" dirty="0">
                <a:latin typeface="Aptos" panose="020B0004020202020204" pitchFamily="34" charset="0"/>
              </a:rPr>
              <a:t>Orchestration des services via Docker Compose</a:t>
            </a:r>
          </a:p>
          <a:p>
            <a:pPr marL="742950" lvl="1" indent="-285750">
              <a:buFont typeface="Arial" panose="020B0604020202020204" pitchFamily="34" charset="0"/>
              <a:buChar char="•"/>
            </a:pPr>
            <a:r>
              <a:rPr lang="fr-FR" dirty="0">
                <a:latin typeface="Aptos" panose="020B0004020202020204" pitchFamily="34" charset="0"/>
              </a:rPr>
              <a:t>Simulation du déploiement en production : docker-</a:t>
            </a:r>
            <a:r>
              <a:rPr lang="fr-FR" dirty="0" err="1">
                <a:latin typeface="Aptos" panose="020B0004020202020204" pitchFamily="34" charset="0"/>
              </a:rPr>
              <a:t>compose.prod.yml</a:t>
            </a:r>
            <a:r>
              <a:rPr lang="fr-FR" dirty="0">
                <a:latin typeface="Aptos" panose="020B0004020202020204" pitchFamily="34" charset="0"/>
              </a:rPr>
              <a:t>, à partir des images taguées par le SHA du commit Git</a:t>
            </a:r>
          </a:p>
          <a:p>
            <a:pPr marL="285750" indent="-285750">
              <a:buFont typeface="Arial" panose="020B0604020202020204" pitchFamily="34" charset="0"/>
              <a:buChar char="•"/>
            </a:pPr>
            <a:endParaRPr lang="fr-FR" dirty="0">
              <a:latin typeface="Aptos" panose="020B0004020202020204" pitchFamily="34" charset="0"/>
            </a:endParaRPr>
          </a:p>
          <a:p>
            <a:pPr algn="l"/>
            <a:endParaRPr lang="fr-FR" dirty="0" err="1">
              <a:solidFill>
                <a:schemeClr val="accent3"/>
              </a:solidFill>
            </a:endParaRPr>
          </a:p>
        </p:txBody>
      </p:sp>
    </p:spTree>
    <p:extLst>
      <p:ext uri="{BB962C8B-B14F-4D97-AF65-F5344CB8AC3E}">
        <p14:creationId xmlns:p14="http://schemas.microsoft.com/office/powerpoint/2010/main" val="30201938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A35CD-1161-1762-A182-F2784AF9A5DB}"/>
            </a:ext>
          </a:extLst>
        </p:cNvPr>
        <p:cNvGrpSpPr/>
        <p:nvPr/>
      </p:nvGrpSpPr>
      <p:grpSpPr>
        <a:xfrm>
          <a:off x="0" y="0"/>
          <a:ext cx="0" cy="0"/>
          <a:chOff x="0" y="0"/>
          <a:chExt cx="0" cy="0"/>
        </a:xfrm>
      </p:grpSpPr>
      <p:sp>
        <p:nvSpPr>
          <p:cNvPr id="29" name="Espace réservé du texte 28">
            <a:extLst>
              <a:ext uri="{FF2B5EF4-FFF2-40B4-BE49-F238E27FC236}">
                <a16:creationId xmlns:a16="http://schemas.microsoft.com/office/drawing/2014/main" id="{E9A63231-2532-0DB9-84DD-3402B436D901}"/>
              </a:ext>
            </a:extLst>
          </p:cNvPr>
          <p:cNvSpPr>
            <a:spLocks noGrp="1"/>
          </p:cNvSpPr>
          <p:nvPr>
            <p:ph type="body" sz="quarter" idx="13"/>
          </p:nvPr>
        </p:nvSpPr>
        <p:spPr/>
        <p:txBody>
          <a:bodyPr/>
          <a:lstStyle/>
          <a:p>
            <a:r>
              <a:rPr lang="fr-FR" dirty="0"/>
              <a:t>Partie 4</a:t>
            </a:r>
          </a:p>
          <a:p>
            <a:r>
              <a:rPr lang="fr-FR" sz="4000" b="1" dirty="0"/>
              <a:t>Démonstration, Bilan &amp; Perspectives</a:t>
            </a:r>
            <a:endParaRPr lang="fr-FR" sz="4000" dirty="0"/>
          </a:p>
        </p:txBody>
      </p:sp>
      <p:sp>
        <p:nvSpPr>
          <p:cNvPr id="27" name="Espace réservé du numéro de diapositive 26">
            <a:extLst>
              <a:ext uri="{FF2B5EF4-FFF2-40B4-BE49-F238E27FC236}">
                <a16:creationId xmlns:a16="http://schemas.microsoft.com/office/drawing/2014/main" id="{F12DE76B-BCFF-9965-71E3-DF106740DF71}"/>
              </a:ext>
            </a:extLst>
          </p:cNvPr>
          <p:cNvSpPr>
            <a:spLocks noGrp="1"/>
          </p:cNvSpPr>
          <p:nvPr>
            <p:ph type="sldNum" sz="quarter" idx="4294967295"/>
          </p:nvPr>
        </p:nvSpPr>
        <p:spPr>
          <a:xfrm>
            <a:off x="0" y="6419850"/>
            <a:ext cx="161925" cy="153988"/>
          </a:xfrm>
        </p:spPr>
        <p:txBody>
          <a:bodyPr/>
          <a:lstStyle/>
          <a:p>
            <a:fld id="{DAF489CC-3B7A-4DA5-A8C0-4984788D0EC5}" type="slidenum">
              <a:rPr lang="nl-NL" smtClean="0"/>
              <a:pPr/>
              <a:t>21</a:t>
            </a:fld>
            <a:endParaRPr lang="nl-NL" dirty="0"/>
          </a:p>
        </p:txBody>
      </p:sp>
    </p:spTree>
    <p:extLst>
      <p:ext uri="{BB962C8B-B14F-4D97-AF65-F5344CB8AC3E}">
        <p14:creationId xmlns:p14="http://schemas.microsoft.com/office/powerpoint/2010/main" val="885127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838C0-FC2D-772C-C478-FFD32C561F6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A87A297-3CA4-6D6C-C83E-5A8FAF9632FA}"/>
              </a:ext>
            </a:extLst>
          </p:cNvPr>
          <p:cNvSpPr>
            <a:spLocks noGrp="1"/>
          </p:cNvSpPr>
          <p:nvPr>
            <p:ph type="title"/>
          </p:nvPr>
        </p:nvSpPr>
        <p:spPr>
          <a:xfrm>
            <a:off x="428624" y="291451"/>
            <a:ext cx="11337925" cy="912315"/>
          </a:xfrm>
        </p:spPr>
        <p:txBody>
          <a:bodyPr/>
          <a:lstStyle/>
          <a:p>
            <a:pPr lvl="0"/>
            <a:r>
              <a:rPr lang="fr-FR" b="1" dirty="0"/>
              <a:t>Démo</a:t>
            </a:r>
            <a:endParaRPr lang="fr-FR" dirty="0"/>
          </a:p>
        </p:txBody>
      </p:sp>
      <p:sp>
        <p:nvSpPr>
          <p:cNvPr id="5" name="Slide Number Placeholder 4">
            <a:extLst>
              <a:ext uri="{FF2B5EF4-FFF2-40B4-BE49-F238E27FC236}">
                <a16:creationId xmlns:a16="http://schemas.microsoft.com/office/drawing/2014/main" id="{E987F10D-7736-1ACA-FEF6-1B2125DB1A2C}"/>
              </a:ext>
            </a:extLst>
          </p:cNvPr>
          <p:cNvSpPr>
            <a:spLocks noGrp="1"/>
          </p:cNvSpPr>
          <p:nvPr>
            <p:ph type="sldNum" sz="quarter" idx="4"/>
          </p:nvPr>
        </p:nvSpPr>
        <p:spPr/>
        <p:txBody>
          <a:bodyPr/>
          <a:lstStyle/>
          <a:p>
            <a:fld id="{DAF489CC-3B7A-4DA5-A8C0-4984788D0EC5}" type="slidenum">
              <a:rPr lang="nl-NL" smtClean="0"/>
              <a:pPr/>
              <a:t>22</a:t>
            </a:fld>
            <a:endParaRPr lang="nl-NL" dirty="0"/>
          </a:p>
        </p:txBody>
      </p:sp>
      <p:sp>
        <p:nvSpPr>
          <p:cNvPr id="3" name="ZoneTexte 2">
            <a:extLst>
              <a:ext uri="{FF2B5EF4-FFF2-40B4-BE49-F238E27FC236}">
                <a16:creationId xmlns:a16="http://schemas.microsoft.com/office/drawing/2014/main" id="{7AE0E810-DC42-9893-73EF-C429815F7AB5}"/>
              </a:ext>
            </a:extLst>
          </p:cNvPr>
          <p:cNvSpPr txBox="1"/>
          <p:nvPr/>
        </p:nvSpPr>
        <p:spPr>
          <a:xfrm>
            <a:off x="425450" y="1084768"/>
            <a:ext cx="11201773" cy="3580467"/>
          </a:xfrm>
          <a:prstGeom prst="rect">
            <a:avLst/>
          </a:prstGeom>
          <a:noFill/>
        </p:spPr>
        <p:txBody>
          <a:bodyPr wrap="square">
            <a:spAutoFit/>
          </a:bodyPr>
          <a:lstStyle/>
          <a:p>
            <a:pPr marL="342900" lvl="0" indent="-342900">
              <a:lnSpc>
                <a:spcPct val="100000"/>
              </a:lnSpc>
              <a:spcAft>
                <a:spcPts val="800"/>
              </a:spcAft>
              <a:buSzPts val="1000"/>
              <a:buFont typeface="Symbol" panose="05050102010706020507" pitchFamily="18" charset="2"/>
              <a:buChar char=""/>
              <a:tabLst>
                <a:tab pos="457200" algn="l"/>
              </a:tabLst>
            </a:pPr>
            <a:r>
              <a:rPr lang="fr-FR" sz="1800" b="1" kern="100" dirty="0">
                <a:effectLst/>
                <a:latin typeface="+mn-lt"/>
                <a:ea typeface="DengXian" panose="02010600030101010101" pitchFamily="2" charset="-122"/>
                <a:cs typeface="Arial" panose="020B0604020202020204" pitchFamily="34" charset="0"/>
              </a:rPr>
              <a:t>Animation</a:t>
            </a:r>
            <a:endParaRPr lang="fr-FR" sz="1800" kern="100" dirty="0">
              <a:effectLst/>
              <a:latin typeface="+mn-lt"/>
              <a:ea typeface="DengXian" panose="02010600030101010101" pitchFamily="2" charset="-122"/>
              <a:cs typeface="Times New Roman" panose="02020603050405020304" pitchFamily="18" charset="0"/>
            </a:endParaRPr>
          </a:p>
          <a:p>
            <a:pPr marL="1143000" lvl="2" indent="-228600">
              <a:lnSpc>
                <a:spcPct val="100000"/>
              </a:lnSpc>
              <a:spcAft>
                <a:spcPts val="800"/>
              </a:spcAft>
              <a:buFont typeface="+mj-lt"/>
              <a:buAutoNum type="arabicPeriod" startAt="2"/>
              <a:tabLst>
                <a:tab pos="1371600" algn="l"/>
              </a:tabLst>
            </a:pPr>
            <a:r>
              <a:rPr lang="fr-FR" sz="1800" kern="100" dirty="0">
                <a:effectLst/>
                <a:latin typeface="+mn-lt"/>
                <a:ea typeface="DengXian" panose="02010600030101010101" pitchFamily="2" charset="-122"/>
                <a:cs typeface="Arial" panose="020B0604020202020204" pitchFamily="34" charset="0"/>
              </a:rPr>
              <a:t>Saisie d'un dossier candidat dans l'interface </a:t>
            </a:r>
            <a:r>
              <a:rPr lang="fr-FR" sz="1800" kern="100" dirty="0" err="1">
                <a:effectLst/>
                <a:latin typeface="+mn-lt"/>
                <a:ea typeface="DengXian" panose="02010600030101010101" pitchFamily="2" charset="-122"/>
                <a:cs typeface="Arial" panose="020B0604020202020204" pitchFamily="34" charset="0"/>
              </a:rPr>
              <a:t>Streamlit</a:t>
            </a:r>
            <a:r>
              <a:rPr lang="fr-FR" sz="1800" kern="100" dirty="0">
                <a:effectLst/>
                <a:latin typeface="+mn-lt"/>
                <a:ea typeface="DengXian" panose="02010600030101010101" pitchFamily="2" charset="-122"/>
                <a:cs typeface="Arial" panose="020B0604020202020204" pitchFamily="34" charset="0"/>
              </a:rPr>
              <a:t> </a:t>
            </a:r>
            <a:r>
              <a:rPr lang="fr-FR" sz="1800" kern="100" dirty="0">
                <a:effectLst/>
                <a:latin typeface="+mn-lt"/>
                <a:ea typeface="DengXian" panose="02010600030101010101" pitchFamily="2" charset="-122"/>
                <a:cs typeface="Arial" panose="020B0604020202020204" pitchFamily="34" charset="0"/>
                <a:sym typeface="Wingdings" panose="05000000000000000000" pitchFamily="2" charset="2"/>
              </a:rPr>
              <a:t> </a:t>
            </a:r>
            <a:r>
              <a:rPr lang="fr-FR" sz="1800" kern="100" dirty="0">
                <a:effectLst/>
                <a:latin typeface="+mn-lt"/>
                <a:ea typeface="DengXian" panose="02010600030101010101" pitchFamily="2" charset="-122"/>
                <a:cs typeface="Arial" panose="020B0604020202020204" pitchFamily="34" charset="0"/>
              </a:rPr>
              <a:t>Prédiction et affichage du statut de revue </a:t>
            </a:r>
            <a:r>
              <a:rPr lang="fr-FR" sz="1800" kern="100" dirty="0">
                <a:effectLst/>
                <a:latin typeface="+mn-lt"/>
                <a:ea typeface="DengXian" panose="02010600030101010101" pitchFamily="2" charset="-122"/>
                <a:cs typeface="Arial" panose="020B0604020202020204" pitchFamily="34" charset="0"/>
                <a:sym typeface="Wingdings" panose="05000000000000000000" pitchFamily="2" charset="2"/>
              </a:rPr>
              <a:t> saisie de la décision finale</a:t>
            </a:r>
            <a:r>
              <a:rPr lang="fr-FR" sz="1800" kern="100" dirty="0">
                <a:effectLst/>
                <a:latin typeface="+mn-lt"/>
                <a:ea typeface="DengXian" panose="02010600030101010101" pitchFamily="2" charset="-122"/>
                <a:cs typeface="Arial" panose="020B0604020202020204" pitchFamily="34" charset="0"/>
              </a:rPr>
              <a:t>.</a:t>
            </a:r>
          </a:p>
          <a:p>
            <a:pPr marL="742950" lvl="1" indent="-285750">
              <a:lnSpc>
                <a:spcPct val="100000"/>
              </a:lnSpc>
              <a:spcAft>
                <a:spcPts val="800"/>
              </a:spcAft>
              <a:buSzPts val="1000"/>
              <a:buFont typeface="Courier New" panose="02070309020205020404" pitchFamily="49" charset="0"/>
              <a:buChar char="o"/>
              <a:tabLst>
                <a:tab pos="914400" algn="l"/>
              </a:tabLst>
            </a:pPr>
            <a:r>
              <a:rPr lang="fr-FR" sz="1800" kern="100" dirty="0">
                <a:effectLst/>
                <a:latin typeface="+mn-lt"/>
                <a:ea typeface="DengXian" panose="02010600030101010101" pitchFamily="2" charset="-122"/>
                <a:cs typeface="Times New Roman" panose="02020603050405020304" pitchFamily="18" charset="0"/>
              </a:rPr>
              <a:t> </a:t>
            </a:r>
          </a:p>
          <a:p>
            <a:pPr marL="1143000" lvl="2" indent="-228600">
              <a:lnSpc>
                <a:spcPct val="100000"/>
              </a:lnSpc>
              <a:spcAft>
                <a:spcPts val="800"/>
              </a:spcAft>
              <a:buFont typeface="+mj-lt"/>
              <a:buAutoNum type="arabicPeriod" startAt="2"/>
              <a:tabLst>
                <a:tab pos="1371600" algn="l"/>
              </a:tabLst>
            </a:pPr>
            <a:r>
              <a:rPr lang="fr-FR" sz="1800" kern="100" dirty="0">
                <a:effectLst/>
                <a:latin typeface="+mn-lt"/>
                <a:ea typeface="DengXian" panose="02010600030101010101" pitchFamily="2" charset="-122"/>
                <a:cs typeface="Arial" panose="020B0604020202020204" pitchFamily="34" charset="0"/>
              </a:rPr>
              <a:t>Enregistrement d'un feedback de correction par un conseiller.</a:t>
            </a:r>
          </a:p>
          <a:p>
            <a:pPr marL="742950" lvl="1" indent="-285750">
              <a:lnSpc>
                <a:spcPct val="100000"/>
              </a:lnSpc>
              <a:spcAft>
                <a:spcPts val="800"/>
              </a:spcAft>
              <a:buSzPts val="1000"/>
              <a:buFont typeface="Courier New" panose="02070309020205020404" pitchFamily="49" charset="0"/>
              <a:buChar char="o"/>
              <a:tabLst>
                <a:tab pos="914400" algn="l"/>
              </a:tabLst>
            </a:pPr>
            <a:r>
              <a:rPr lang="fr-FR" sz="1800" kern="100" dirty="0">
                <a:effectLst/>
                <a:latin typeface="+mn-lt"/>
                <a:ea typeface="DengXian" panose="02010600030101010101" pitchFamily="2" charset="-122"/>
                <a:cs typeface="Times New Roman" panose="02020603050405020304" pitchFamily="18" charset="0"/>
              </a:rPr>
              <a:t> </a:t>
            </a:r>
          </a:p>
          <a:p>
            <a:pPr marL="1143000" lvl="2" indent="-228600">
              <a:lnSpc>
                <a:spcPct val="100000"/>
              </a:lnSpc>
              <a:spcAft>
                <a:spcPts val="800"/>
              </a:spcAft>
              <a:buFont typeface="+mj-lt"/>
              <a:buAutoNum type="arabicPeriod" startAt="2"/>
              <a:tabLst>
                <a:tab pos="1371600" algn="l"/>
              </a:tabLst>
            </a:pPr>
            <a:r>
              <a:rPr lang="fr-FR" sz="1800" kern="100" dirty="0">
                <a:effectLst/>
                <a:latin typeface="+mn-lt"/>
                <a:ea typeface="DengXian" panose="02010600030101010101" pitchFamily="2" charset="-122"/>
                <a:cs typeface="Arial" panose="020B0604020202020204" pitchFamily="34" charset="0"/>
              </a:rPr>
              <a:t>Déclenchement du réentraînement depuis l'espace </a:t>
            </a:r>
            <a:r>
              <a:rPr lang="fr-FR" sz="1800" kern="100" dirty="0" err="1">
                <a:effectLst/>
                <a:latin typeface="+mn-lt"/>
                <a:ea typeface="DengXian" panose="02010600030101010101" pitchFamily="2" charset="-122"/>
                <a:cs typeface="Arial" panose="020B0604020202020204" pitchFamily="34" charset="0"/>
              </a:rPr>
              <a:t>MLOps</a:t>
            </a:r>
            <a:r>
              <a:rPr lang="fr-FR" sz="1800" kern="100" dirty="0">
                <a:effectLst/>
                <a:latin typeface="+mn-lt"/>
                <a:ea typeface="DengXian" panose="02010600030101010101" pitchFamily="2" charset="-122"/>
                <a:cs typeface="Arial" panose="020B0604020202020204" pitchFamily="34" charset="0"/>
              </a:rPr>
              <a:t> et consultation du rapport de recommandation.</a:t>
            </a:r>
          </a:p>
          <a:p>
            <a:pPr marL="742950" lvl="1" indent="-285750">
              <a:lnSpc>
                <a:spcPct val="100000"/>
              </a:lnSpc>
              <a:spcAft>
                <a:spcPts val="800"/>
              </a:spcAft>
              <a:buSzPts val="1000"/>
              <a:buFont typeface="Courier New" panose="02070309020205020404" pitchFamily="49" charset="0"/>
              <a:buChar char="o"/>
              <a:tabLst>
                <a:tab pos="914400" algn="l"/>
              </a:tabLst>
            </a:pPr>
            <a:r>
              <a:rPr lang="fr-FR" sz="1800" kern="100" dirty="0">
                <a:effectLst/>
                <a:latin typeface="+mn-lt"/>
                <a:ea typeface="DengXian" panose="02010600030101010101" pitchFamily="2" charset="-122"/>
                <a:cs typeface="Times New Roman" panose="02020603050405020304" pitchFamily="18" charset="0"/>
              </a:rPr>
              <a:t> </a:t>
            </a:r>
          </a:p>
          <a:p>
            <a:pPr marL="1143000" lvl="2" indent="-228600">
              <a:lnSpc>
                <a:spcPct val="100000"/>
              </a:lnSpc>
              <a:spcAft>
                <a:spcPts val="800"/>
              </a:spcAft>
              <a:buFont typeface="+mj-lt"/>
              <a:buAutoNum type="arabicPeriod" startAt="2"/>
              <a:tabLst>
                <a:tab pos="1371600" algn="l"/>
              </a:tabLst>
            </a:pPr>
            <a:r>
              <a:rPr lang="fr-FR" sz="1800" kern="100" dirty="0">
                <a:effectLst/>
                <a:latin typeface="+mn-lt"/>
                <a:ea typeface="DengXian" panose="02010600030101010101" pitchFamily="2" charset="-122"/>
                <a:cs typeface="Arial" panose="020B0604020202020204" pitchFamily="34" charset="0"/>
              </a:rPr>
              <a:t>Visualisation du run dans </a:t>
            </a:r>
            <a:r>
              <a:rPr lang="fr-FR" sz="1800" kern="100" dirty="0" err="1">
                <a:effectLst/>
                <a:latin typeface="+mn-lt"/>
                <a:ea typeface="DengXian" panose="02010600030101010101" pitchFamily="2" charset="-122"/>
                <a:cs typeface="Arial" panose="020B0604020202020204" pitchFamily="34" charset="0"/>
              </a:rPr>
              <a:t>MLflow</a:t>
            </a:r>
            <a:r>
              <a:rPr lang="fr-FR" sz="1800" kern="100" dirty="0">
                <a:effectLst/>
                <a:latin typeface="+mn-lt"/>
                <a:ea typeface="DengXian" panose="02010600030101010101" pitchFamily="2" charset="-122"/>
                <a:cs typeface="Arial" panose="020B0604020202020204" pitchFamily="34" charset="0"/>
              </a:rPr>
              <a:t> et des métriques dans </a:t>
            </a:r>
            <a:r>
              <a:rPr lang="fr-FR" sz="1800" kern="100" dirty="0" err="1">
                <a:effectLst/>
                <a:latin typeface="+mn-lt"/>
                <a:ea typeface="DengXian" panose="02010600030101010101" pitchFamily="2" charset="-122"/>
                <a:cs typeface="Arial" panose="020B0604020202020204" pitchFamily="34" charset="0"/>
              </a:rPr>
              <a:t>Grafana</a:t>
            </a:r>
            <a:r>
              <a:rPr lang="fr-FR" sz="1800" kern="100" dirty="0">
                <a:effectLst/>
                <a:latin typeface="+mn-lt"/>
                <a:ea typeface="DengXian" panose="02010600030101010101" pitchFamily="2" charset="-122"/>
                <a:cs typeface="Arial" panose="020B0604020202020204" pitchFamily="34" charset="0"/>
              </a:rPr>
              <a:t>.</a:t>
            </a:r>
            <a:endParaRPr lang="fr-FR" sz="1200" kern="100" dirty="0">
              <a:effectLst/>
              <a:latin typeface="Aptos" panose="020B0004020202020204" pitchFamily="34" charset="0"/>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4264811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A4783-929A-6B31-65EA-6F8E0B5E86F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5BA2D9B-36C0-C6EA-CD8F-2E052DCFD478}"/>
              </a:ext>
            </a:extLst>
          </p:cNvPr>
          <p:cNvSpPr>
            <a:spLocks noGrp="1"/>
          </p:cNvSpPr>
          <p:nvPr>
            <p:ph type="title"/>
          </p:nvPr>
        </p:nvSpPr>
        <p:spPr>
          <a:xfrm>
            <a:off x="428624" y="291451"/>
            <a:ext cx="11337925" cy="912315"/>
          </a:xfrm>
        </p:spPr>
        <p:txBody>
          <a:bodyPr/>
          <a:lstStyle/>
          <a:p>
            <a:pPr lvl="0"/>
            <a:r>
              <a:rPr lang="fr-FR" b="1" dirty="0"/>
              <a:t>Bilan du système, réserves opérationnelles et perspectives (1)</a:t>
            </a:r>
            <a:endParaRPr lang="fr-FR" dirty="0"/>
          </a:p>
        </p:txBody>
      </p:sp>
      <p:sp>
        <p:nvSpPr>
          <p:cNvPr id="5" name="Slide Number Placeholder 4">
            <a:extLst>
              <a:ext uri="{FF2B5EF4-FFF2-40B4-BE49-F238E27FC236}">
                <a16:creationId xmlns:a16="http://schemas.microsoft.com/office/drawing/2014/main" id="{F3BEABEF-9492-AB2A-79A9-8EF9D83F9FCF}"/>
              </a:ext>
            </a:extLst>
          </p:cNvPr>
          <p:cNvSpPr>
            <a:spLocks noGrp="1"/>
          </p:cNvSpPr>
          <p:nvPr>
            <p:ph type="sldNum" sz="quarter" idx="4"/>
          </p:nvPr>
        </p:nvSpPr>
        <p:spPr/>
        <p:txBody>
          <a:bodyPr/>
          <a:lstStyle/>
          <a:p>
            <a:fld id="{DAF489CC-3B7A-4DA5-A8C0-4984788D0EC5}" type="slidenum">
              <a:rPr lang="nl-NL" smtClean="0"/>
              <a:pPr/>
              <a:t>23</a:t>
            </a:fld>
            <a:endParaRPr lang="nl-NL" dirty="0"/>
          </a:p>
        </p:txBody>
      </p:sp>
      <p:sp>
        <p:nvSpPr>
          <p:cNvPr id="2" name="ZoneTexte 1">
            <a:extLst>
              <a:ext uri="{FF2B5EF4-FFF2-40B4-BE49-F238E27FC236}">
                <a16:creationId xmlns:a16="http://schemas.microsoft.com/office/drawing/2014/main" id="{68DBE885-A84D-585A-A0E6-D85EC130DA63}"/>
              </a:ext>
            </a:extLst>
          </p:cNvPr>
          <p:cNvSpPr txBox="1"/>
          <p:nvPr/>
        </p:nvSpPr>
        <p:spPr>
          <a:xfrm>
            <a:off x="425451" y="1082294"/>
            <a:ext cx="9849259" cy="5023538"/>
          </a:xfrm>
          <a:prstGeom prst="rect">
            <a:avLst/>
          </a:prstGeom>
          <a:noFill/>
        </p:spPr>
        <p:txBody>
          <a:bodyPr wrap="square" rtlCol="0">
            <a:noAutofit/>
          </a:bodyPr>
          <a:lstStyle/>
          <a:p>
            <a:pPr>
              <a:spcAft>
                <a:spcPts val="300"/>
              </a:spcAft>
            </a:pPr>
            <a:r>
              <a:rPr lang="fr-FR" sz="2000" b="1" dirty="0">
                <a:solidFill>
                  <a:schemeClr val="accent1"/>
                </a:solidFill>
              </a:rPr>
              <a:t>1. </a:t>
            </a:r>
            <a:r>
              <a:rPr lang="fr-FR" sz="2000" b="1" dirty="0">
                <a:solidFill>
                  <a:schemeClr val="accent1"/>
                </a:solidFill>
                <a:latin typeface="Aptos" panose="020B0004020202020204" pitchFamily="34" charset="0"/>
              </a:rPr>
              <a:t>Bilan du système : une solution robuste, sécurisée et auditable</a:t>
            </a:r>
          </a:p>
          <a:p>
            <a:pPr marL="285750" indent="-285750">
              <a:spcAft>
                <a:spcPts val="300"/>
              </a:spcAft>
              <a:buFont typeface="Arial" panose="020B0604020202020204" pitchFamily="34" charset="0"/>
              <a:buChar char="•"/>
            </a:pPr>
            <a:r>
              <a:rPr lang="fr-FR" dirty="0">
                <a:solidFill>
                  <a:schemeClr val="accent3"/>
                </a:solidFill>
                <a:latin typeface="Aptos" panose="020B0004020202020204" pitchFamily="34" charset="0"/>
              </a:rPr>
              <a:t>Aide à la décision opérationnelle : </a:t>
            </a:r>
          </a:p>
          <a:p>
            <a:pPr marL="742950" lvl="1" indent="-285750">
              <a:spcAft>
                <a:spcPts val="300"/>
              </a:spcAft>
              <a:buFont typeface="Arial" panose="020B0604020202020204" pitchFamily="34" charset="0"/>
              <a:buChar char="•"/>
            </a:pPr>
            <a:r>
              <a:rPr lang="fr-FR" dirty="0">
                <a:solidFill>
                  <a:schemeClr val="accent3"/>
                </a:solidFill>
                <a:latin typeface="Aptos" panose="020B0004020202020204" pitchFamily="34" charset="0"/>
              </a:rPr>
              <a:t>Inférence ultra-rapide (~0,03 ms/dossier)</a:t>
            </a:r>
          </a:p>
          <a:p>
            <a:pPr marL="742950" lvl="1" indent="-285750">
              <a:spcAft>
                <a:spcPts val="300"/>
              </a:spcAft>
              <a:buFont typeface="Arial" panose="020B0604020202020204" pitchFamily="34" charset="0"/>
              <a:buChar char="•"/>
            </a:pPr>
            <a:r>
              <a:rPr lang="fr-FR" dirty="0">
                <a:solidFill>
                  <a:schemeClr val="accent3"/>
                </a:solidFill>
                <a:latin typeface="Aptos" panose="020B0004020202020204" pitchFamily="34" charset="0"/>
              </a:rPr>
              <a:t>parfaitement fluide et transparente lors d'un entretien face-à-face conseiller/usager</a:t>
            </a:r>
          </a:p>
          <a:p>
            <a:pPr marL="285750" indent="-285750">
              <a:spcAft>
                <a:spcPts val="300"/>
              </a:spcAft>
              <a:buFont typeface="Arial" panose="020B0604020202020204" pitchFamily="34" charset="0"/>
              <a:buChar char="•"/>
            </a:pPr>
            <a:r>
              <a:rPr lang="fr-FR" dirty="0">
                <a:solidFill>
                  <a:schemeClr val="accent3"/>
                </a:solidFill>
                <a:latin typeface="Aptos" panose="020B0004020202020204" pitchFamily="34" charset="0"/>
              </a:rPr>
              <a:t>Architecture découplée &amp; robuste : </a:t>
            </a:r>
          </a:p>
          <a:p>
            <a:pPr marL="742950" lvl="1" indent="-285750">
              <a:spcAft>
                <a:spcPts val="300"/>
              </a:spcAft>
              <a:buFont typeface="Arial" panose="020B0604020202020204" pitchFamily="34" charset="0"/>
              <a:buChar char="•"/>
            </a:pPr>
            <a:r>
              <a:rPr lang="fr-FR" dirty="0">
                <a:solidFill>
                  <a:schemeClr val="accent3"/>
                </a:solidFill>
                <a:latin typeface="Aptos" panose="020B0004020202020204" pitchFamily="34" charset="0"/>
              </a:rPr>
              <a:t>Séparation stricte des responsabilités (API Modèle / API Métier / API Réentraînement) </a:t>
            </a:r>
          </a:p>
          <a:p>
            <a:pPr marL="742950" lvl="1" indent="-285750">
              <a:spcAft>
                <a:spcPts val="300"/>
              </a:spcAft>
              <a:buFont typeface="Arial" panose="020B0604020202020204" pitchFamily="34" charset="0"/>
              <a:buChar char="•"/>
            </a:pPr>
            <a:r>
              <a:rPr lang="fr-FR" dirty="0">
                <a:solidFill>
                  <a:schemeClr val="accent3"/>
                </a:solidFill>
                <a:latin typeface="Aptos" panose="020B0004020202020204" pitchFamily="34" charset="0"/>
              </a:rPr>
              <a:t>contrats d'entrées/sorties stricts validés par </a:t>
            </a:r>
            <a:r>
              <a:rPr lang="fr-FR" dirty="0" err="1">
                <a:solidFill>
                  <a:schemeClr val="accent3"/>
                </a:solidFill>
                <a:latin typeface="Aptos" panose="020B0004020202020204" pitchFamily="34" charset="0"/>
              </a:rPr>
              <a:t>Pydantic</a:t>
            </a:r>
            <a:endParaRPr lang="fr-FR" dirty="0">
              <a:solidFill>
                <a:schemeClr val="accent3"/>
              </a:solidFill>
              <a:latin typeface="Aptos" panose="020B0004020202020204" pitchFamily="34" charset="0"/>
            </a:endParaRPr>
          </a:p>
          <a:p>
            <a:pPr marL="742950" lvl="1" indent="-285750">
              <a:spcAft>
                <a:spcPts val="300"/>
              </a:spcAft>
              <a:buFont typeface="Arial" panose="020B0604020202020204" pitchFamily="34" charset="0"/>
              <a:buChar char="•"/>
            </a:pPr>
            <a:r>
              <a:rPr lang="fr-FR" dirty="0">
                <a:solidFill>
                  <a:schemeClr val="accent3"/>
                </a:solidFill>
                <a:latin typeface="Aptos" panose="020B0004020202020204" pitchFamily="34" charset="0"/>
              </a:rPr>
              <a:t>conteneurisation Docker</a:t>
            </a:r>
          </a:p>
          <a:p>
            <a:pPr marL="285750" indent="-285750">
              <a:spcAft>
                <a:spcPts val="300"/>
              </a:spcAft>
              <a:buFont typeface="Arial" panose="020B0604020202020204" pitchFamily="34" charset="0"/>
              <a:buChar char="•"/>
            </a:pPr>
            <a:r>
              <a:rPr lang="fr-FR" dirty="0">
                <a:solidFill>
                  <a:schemeClr val="accent3"/>
                </a:solidFill>
                <a:latin typeface="Aptos" panose="020B0004020202020204" pitchFamily="34" charset="0"/>
              </a:rPr>
              <a:t>Supervision &amp; </a:t>
            </a:r>
            <a:r>
              <a:rPr lang="fr-FR" dirty="0" err="1">
                <a:solidFill>
                  <a:schemeClr val="accent3"/>
                </a:solidFill>
                <a:latin typeface="Aptos" panose="020B0004020202020204" pitchFamily="34" charset="0"/>
              </a:rPr>
              <a:t>auditabilité</a:t>
            </a:r>
            <a:r>
              <a:rPr lang="fr-FR" dirty="0">
                <a:solidFill>
                  <a:schemeClr val="accent3"/>
                </a:solidFill>
                <a:latin typeface="Aptos" panose="020B0004020202020204" pitchFamily="34" charset="0"/>
              </a:rPr>
              <a:t> continue : </a:t>
            </a:r>
          </a:p>
          <a:p>
            <a:pPr marL="742950" lvl="1" indent="-285750">
              <a:spcAft>
                <a:spcPts val="300"/>
              </a:spcAft>
              <a:buFont typeface="Arial" panose="020B0604020202020204" pitchFamily="34" charset="0"/>
              <a:buChar char="•"/>
            </a:pPr>
            <a:r>
              <a:rPr lang="fr-FR" dirty="0">
                <a:solidFill>
                  <a:schemeClr val="accent3"/>
                </a:solidFill>
                <a:latin typeface="Aptos" panose="020B0004020202020204" pitchFamily="34" charset="0"/>
              </a:rPr>
              <a:t>Traçabilité complète des décisions (identifiant </a:t>
            </a:r>
            <a:r>
              <a:rPr lang="fr-FR" dirty="0" err="1">
                <a:solidFill>
                  <a:schemeClr val="accent3"/>
                </a:solidFill>
                <a:latin typeface="Aptos" panose="020B0004020202020204" pitchFamily="34" charset="0"/>
              </a:rPr>
              <a:t>request_id</a:t>
            </a:r>
            <a:r>
              <a:rPr lang="fr-FR" dirty="0">
                <a:solidFill>
                  <a:schemeClr val="accent3"/>
                </a:solidFill>
                <a:latin typeface="Aptos" panose="020B0004020202020204" pitchFamily="34" charset="0"/>
              </a:rPr>
              <a:t>, versioning </a:t>
            </a:r>
            <a:r>
              <a:rPr lang="fr-FR" dirty="0" err="1">
                <a:solidFill>
                  <a:schemeClr val="accent3"/>
                </a:solidFill>
                <a:latin typeface="Aptos" panose="020B0004020202020204" pitchFamily="34" charset="0"/>
              </a:rPr>
              <a:t>active_model.json</a:t>
            </a:r>
            <a:r>
              <a:rPr lang="fr-FR" dirty="0">
                <a:solidFill>
                  <a:schemeClr val="accent3"/>
                </a:solidFill>
                <a:latin typeface="Aptos" panose="020B0004020202020204" pitchFamily="34" charset="0"/>
              </a:rPr>
              <a:t>, stockage SQLite des prédictions/feedbacks)</a:t>
            </a:r>
          </a:p>
          <a:p>
            <a:pPr marL="742950" lvl="1" indent="-285750">
              <a:spcAft>
                <a:spcPts val="300"/>
              </a:spcAft>
              <a:buFont typeface="Arial" panose="020B0604020202020204" pitchFamily="34" charset="0"/>
              <a:buChar char="•"/>
            </a:pPr>
            <a:r>
              <a:rPr lang="fr-FR" dirty="0">
                <a:solidFill>
                  <a:schemeClr val="accent3"/>
                </a:solidFill>
                <a:latin typeface="Aptos" panose="020B0004020202020204" pitchFamily="34" charset="0"/>
              </a:rPr>
              <a:t>métriques Prometheus/</a:t>
            </a:r>
            <a:r>
              <a:rPr lang="fr-FR" dirty="0" err="1">
                <a:solidFill>
                  <a:schemeClr val="accent3"/>
                </a:solidFill>
                <a:latin typeface="Aptos" panose="020B0004020202020204" pitchFamily="34" charset="0"/>
              </a:rPr>
              <a:t>Grafana</a:t>
            </a:r>
            <a:endParaRPr lang="fr-FR" dirty="0">
              <a:solidFill>
                <a:schemeClr val="accent3"/>
              </a:solidFill>
              <a:latin typeface="Aptos" panose="020B0004020202020204" pitchFamily="34" charset="0"/>
            </a:endParaRPr>
          </a:p>
          <a:p>
            <a:pPr marL="285750" indent="-285750">
              <a:spcAft>
                <a:spcPts val="300"/>
              </a:spcAft>
              <a:buFont typeface="Arial" panose="020B0604020202020204" pitchFamily="34" charset="0"/>
              <a:buChar char="•"/>
            </a:pPr>
            <a:r>
              <a:rPr lang="fr-FR" dirty="0" err="1">
                <a:solidFill>
                  <a:schemeClr val="accent3"/>
                </a:solidFill>
                <a:latin typeface="Aptos" panose="020B0004020202020204" pitchFamily="34" charset="0"/>
              </a:rPr>
              <a:t>MLOps</a:t>
            </a:r>
            <a:r>
              <a:rPr lang="fr-FR" dirty="0">
                <a:solidFill>
                  <a:schemeClr val="accent3"/>
                </a:solidFill>
                <a:latin typeface="Aptos" panose="020B0004020202020204" pitchFamily="34" charset="0"/>
              </a:rPr>
              <a:t> contrôlé sans rupture : </a:t>
            </a:r>
          </a:p>
          <a:p>
            <a:pPr marL="742950" lvl="1" indent="-285750">
              <a:spcAft>
                <a:spcPts val="300"/>
              </a:spcAft>
              <a:buFont typeface="Arial" panose="020B0604020202020204" pitchFamily="34" charset="0"/>
              <a:buChar char="•"/>
            </a:pPr>
            <a:r>
              <a:rPr lang="fr-FR" dirty="0">
                <a:solidFill>
                  <a:schemeClr val="accent3"/>
                </a:solidFill>
                <a:latin typeface="Aptos" panose="020B0004020202020204" pitchFamily="34" charset="0"/>
              </a:rPr>
              <a:t>Boucle de réentraînement continue sur feedbacks avec comparaison rigoureuse Candidat vs Prod sur jeu gelé</a:t>
            </a:r>
          </a:p>
          <a:p>
            <a:pPr marL="742950" lvl="1" indent="-285750">
              <a:spcAft>
                <a:spcPts val="300"/>
              </a:spcAft>
              <a:buFont typeface="Arial" panose="020B0604020202020204" pitchFamily="34" charset="0"/>
              <a:buChar char="•"/>
            </a:pPr>
            <a:r>
              <a:rPr lang="fr-FR" dirty="0">
                <a:solidFill>
                  <a:schemeClr val="accent3"/>
                </a:solidFill>
                <a:latin typeface="Aptos" panose="020B0004020202020204" pitchFamily="34" charset="0"/>
              </a:rPr>
              <a:t>Sans interruption de service et sans promotion aveugle</a:t>
            </a:r>
          </a:p>
          <a:p>
            <a:pPr algn="l"/>
            <a:endParaRPr lang="fr-FR" dirty="0" err="1">
              <a:solidFill>
                <a:schemeClr val="accent3"/>
              </a:solidFill>
            </a:endParaRPr>
          </a:p>
        </p:txBody>
      </p:sp>
    </p:spTree>
    <p:extLst>
      <p:ext uri="{BB962C8B-B14F-4D97-AF65-F5344CB8AC3E}">
        <p14:creationId xmlns:p14="http://schemas.microsoft.com/office/powerpoint/2010/main" val="1970649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5D609-45BF-BE75-B533-9CB2931831D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A0632AC-0BB6-BB0F-A57C-810977CA131F}"/>
              </a:ext>
            </a:extLst>
          </p:cNvPr>
          <p:cNvSpPr>
            <a:spLocks noGrp="1"/>
          </p:cNvSpPr>
          <p:nvPr>
            <p:ph type="sldNum" sz="quarter" idx="4"/>
          </p:nvPr>
        </p:nvSpPr>
        <p:spPr/>
        <p:txBody>
          <a:bodyPr/>
          <a:lstStyle/>
          <a:p>
            <a:fld id="{DAF489CC-3B7A-4DA5-A8C0-4984788D0EC5}" type="slidenum">
              <a:rPr lang="nl-NL" smtClean="0"/>
              <a:pPr/>
              <a:t>24</a:t>
            </a:fld>
            <a:endParaRPr lang="nl-NL" dirty="0"/>
          </a:p>
        </p:txBody>
      </p:sp>
      <p:sp>
        <p:nvSpPr>
          <p:cNvPr id="8" name="Title 5">
            <a:extLst>
              <a:ext uri="{FF2B5EF4-FFF2-40B4-BE49-F238E27FC236}">
                <a16:creationId xmlns:a16="http://schemas.microsoft.com/office/drawing/2014/main" id="{3CA0B08C-154C-E72E-0A46-67978719C39E}"/>
              </a:ext>
            </a:extLst>
          </p:cNvPr>
          <p:cNvSpPr>
            <a:spLocks noGrp="1"/>
          </p:cNvSpPr>
          <p:nvPr>
            <p:ph type="title"/>
          </p:nvPr>
        </p:nvSpPr>
        <p:spPr>
          <a:xfrm>
            <a:off x="428625" y="292100"/>
            <a:ext cx="11337925" cy="911225"/>
          </a:xfrm>
        </p:spPr>
        <p:txBody>
          <a:bodyPr/>
          <a:lstStyle/>
          <a:p>
            <a:pPr lvl="0"/>
            <a:r>
              <a:rPr lang="fr-FR" b="1" dirty="0"/>
              <a:t>Bilan du système, réserves opérationnelles et perspectives (2)</a:t>
            </a:r>
            <a:endParaRPr lang="fr-FR" dirty="0"/>
          </a:p>
        </p:txBody>
      </p:sp>
      <p:sp>
        <p:nvSpPr>
          <p:cNvPr id="10" name="ZoneTexte 9">
            <a:extLst>
              <a:ext uri="{FF2B5EF4-FFF2-40B4-BE49-F238E27FC236}">
                <a16:creationId xmlns:a16="http://schemas.microsoft.com/office/drawing/2014/main" id="{C6A3ADDB-ABBE-B149-EB6A-6F0043E4EB64}"/>
              </a:ext>
            </a:extLst>
          </p:cNvPr>
          <p:cNvSpPr txBox="1"/>
          <p:nvPr/>
        </p:nvSpPr>
        <p:spPr>
          <a:xfrm>
            <a:off x="428625" y="1479779"/>
            <a:ext cx="11117622" cy="4031873"/>
          </a:xfrm>
          <a:prstGeom prst="rect">
            <a:avLst/>
          </a:prstGeom>
          <a:noFill/>
        </p:spPr>
        <p:txBody>
          <a:bodyPr wrap="square">
            <a:spAutoFit/>
          </a:bodyPr>
          <a:lstStyle/>
          <a:p>
            <a:pPr>
              <a:spcAft>
                <a:spcPts val="600"/>
              </a:spcAft>
            </a:pPr>
            <a:r>
              <a:rPr lang="fr-FR" sz="2400" b="1" dirty="0">
                <a:solidFill>
                  <a:schemeClr val="accent1"/>
                </a:solidFill>
                <a:latin typeface="Aptos" panose="020B0004020202020204" pitchFamily="34" charset="0"/>
              </a:rPr>
              <a:t>2. Réserves opérationnelles &amp; Points de vigilance :</a:t>
            </a:r>
          </a:p>
          <a:p>
            <a:pPr marL="285750" indent="-285750">
              <a:spcAft>
                <a:spcPts val="600"/>
              </a:spcAft>
              <a:buFont typeface="Arial" panose="020B0604020202020204" pitchFamily="34" charset="0"/>
              <a:buChar char="•"/>
            </a:pPr>
            <a:r>
              <a:rPr lang="fr-FR" sz="2000" b="1" dirty="0">
                <a:latin typeface="Aptos" panose="020B0004020202020204" pitchFamily="34" charset="0"/>
              </a:rPr>
              <a:t>Validation juridique et conformité éthique</a:t>
            </a:r>
            <a:r>
              <a:rPr lang="fr-FR" sz="2000" dirty="0">
                <a:latin typeface="Aptos" panose="020B0004020202020204" pitchFamily="34" charset="0"/>
              </a:rPr>
              <a:t> : homologation formelle par le DPO et le pôle juridique (système classé à haut risque sous l'AI </a:t>
            </a:r>
            <a:r>
              <a:rPr lang="fr-FR" sz="2000" dirty="0" err="1">
                <a:latin typeface="Aptos" panose="020B0004020202020204" pitchFamily="34" charset="0"/>
              </a:rPr>
              <a:t>Act</a:t>
            </a:r>
            <a:r>
              <a:rPr lang="fr-FR" sz="2000" dirty="0">
                <a:latin typeface="Aptos" panose="020B0004020202020204" pitchFamily="34" charset="0"/>
              </a:rPr>
              <a:t> Annexe III, contrôle strict de la non-discrimination indirecte et du RGPD Art. 22)</a:t>
            </a:r>
          </a:p>
          <a:p>
            <a:pPr marL="285750" indent="-285750">
              <a:spcAft>
                <a:spcPts val="600"/>
              </a:spcAft>
              <a:buFont typeface="Arial" panose="020B0604020202020204" pitchFamily="34" charset="0"/>
              <a:buChar char="•"/>
            </a:pPr>
            <a:r>
              <a:rPr lang="fr-FR" sz="2000" dirty="0">
                <a:latin typeface="Aptos" panose="020B0004020202020204" pitchFamily="34" charset="0"/>
              </a:rPr>
              <a:t>Qualité de la variable </a:t>
            </a:r>
            <a:r>
              <a:rPr lang="fr-FR" sz="2000" b="1" dirty="0" err="1">
                <a:latin typeface="Aptos" panose="020B0004020202020204" pitchFamily="34" charset="0"/>
              </a:rPr>
              <a:t>synthese_entretien</a:t>
            </a:r>
            <a:r>
              <a:rPr lang="fr-FR" sz="2000" dirty="0">
                <a:latin typeface="Aptos" panose="020B0004020202020204" pitchFamily="34" charset="0"/>
              </a:rPr>
              <a:t> :</a:t>
            </a:r>
          </a:p>
          <a:p>
            <a:pPr marL="742950" lvl="1" indent="-285750">
              <a:spcAft>
                <a:spcPts val="600"/>
              </a:spcAft>
              <a:buFont typeface="Arial" panose="020B0604020202020204" pitchFamily="34" charset="0"/>
              <a:buChar char="•"/>
            </a:pPr>
            <a:r>
              <a:rPr lang="fr-FR" sz="2000" dirty="0">
                <a:latin typeface="Aptos" panose="020B0004020202020204" pitchFamily="34" charset="0"/>
              </a:rPr>
              <a:t>Actuellement restreinte à 9 libellés génériques limitant la finesse du signal</a:t>
            </a:r>
          </a:p>
          <a:p>
            <a:pPr marL="742950" lvl="1" indent="-285750">
              <a:spcAft>
                <a:spcPts val="600"/>
              </a:spcAft>
              <a:buFont typeface="Arial" panose="020B0604020202020204" pitchFamily="34" charset="0"/>
              <a:buChar char="•"/>
            </a:pPr>
            <a:r>
              <a:rPr lang="fr-FR" sz="2000" dirty="0">
                <a:latin typeface="Aptos" panose="020B0004020202020204" pitchFamily="34" charset="0"/>
              </a:rPr>
              <a:t>Préconisations : </a:t>
            </a:r>
          </a:p>
          <a:p>
            <a:pPr marL="1200150" lvl="2" indent="-285750">
              <a:spcAft>
                <a:spcPts val="600"/>
              </a:spcAft>
              <a:buFont typeface="Arial" panose="020B0604020202020204" pitchFamily="34" charset="0"/>
              <a:buChar char="•"/>
            </a:pPr>
            <a:r>
              <a:rPr lang="fr-FR" dirty="0">
                <a:latin typeface="Aptos" panose="020B0004020202020204" pitchFamily="34" charset="0"/>
              </a:rPr>
              <a:t>Affiner la grille de saisie, séparer les composantes (freins périphériques vs compétences)</a:t>
            </a:r>
          </a:p>
          <a:p>
            <a:pPr marL="1200150" lvl="2" indent="-285750">
              <a:spcAft>
                <a:spcPts val="600"/>
              </a:spcAft>
              <a:buFont typeface="Arial" panose="020B0604020202020204" pitchFamily="34" charset="0"/>
              <a:buChar char="•"/>
            </a:pPr>
            <a:r>
              <a:rPr lang="fr-FR" dirty="0">
                <a:latin typeface="Aptos" panose="020B0004020202020204" pitchFamily="34" charset="0"/>
              </a:rPr>
              <a:t>Choix d’un vocabulaire séparé positif ou négatif pour TF-IDF</a:t>
            </a:r>
          </a:p>
          <a:p>
            <a:pPr marL="1200150" lvl="2" indent="-285750">
              <a:spcAft>
                <a:spcPts val="600"/>
              </a:spcAft>
              <a:buFont typeface="Arial" panose="020B0604020202020204" pitchFamily="34" charset="0"/>
              <a:buChar char="•"/>
            </a:pPr>
            <a:r>
              <a:rPr lang="fr-FR" dirty="0">
                <a:latin typeface="Aptos" panose="020B0004020202020204" pitchFamily="34" charset="0"/>
              </a:rPr>
              <a:t>Explorer du texte libre via un modèle d'</a:t>
            </a:r>
            <a:r>
              <a:rPr lang="fr-FR" dirty="0" err="1">
                <a:latin typeface="Aptos" panose="020B0004020202020204" pitchFamily="34" charset="0"/>
              </a:rPr>
              <a:t>embedding</a:t>
            </a:r>
            <a:endParaRPr lang="fr-FR" dirty="0">
              <a:latin typeface="Aptos" panose="020B0004020202020204" pitchFamily="34" charset="0"/>
            </a:endParaRPr>
          </a:p>
          <a:p>
            <a:pPr marL="1200150" lvl="2" indent="-285750">
              <a:spcAft>
                <a:spcPts val="600"/>
              </a:spcAft>
              <a:buFont typeface="Arial" panose="020B0604020202020204" pitchFamily="34" charset="0"/>
              <a:buChar char="•"/>
            </a:pPr>
            <a:r>
              <a:rPr lang="fr-FR" dirty="0">
                <a:latin typeface="Aptos" panose="020B0004020202020204" pitchFamily="34" charset="0"/>
              </a:rPr>
              <a:t>Rendre la complétion du champ obligatoire par le conseiller </a:t>
            </a:r>
            <a:r>
              <a:rPr lang="fr-FR" dirty="0">
                <a:latin typeface="Aptos" panose="020B0004020202020204" pitchFamily="34" charset="0"/>
                <a:sym typeface="Wingdings" panose="05000000000000000000" pitchFamily="2" charset="2"/>
              </a:rPr>
              <a:t></a:t>
            </a:r>
            <a:r>
              <a:rPr lang="fr-FR" dirty="0">
                <a:latin typeface="Aptos" panose="020B0004020202020204" pitchFamily="34" charset="0"/>
              </a:rPr>
              <a:t> éviter les manquants</a:t>
            </a:r>
          </a:p>
        </p:txBody>
      </p:sp>
    </p:spTree>
    <p:extLst>
      <p:ext uri="{BB962C8B-B14F-4D97-AF65-F5344CB8AC3E}">
        <p14:creationId xmlns:p14="http://schemas.microsoft.com/office/powerpoint/2010/main" val="3319465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F4470-D5D5-151D-2F75-CA7D45B9264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9DF6C8B-05F2-51AF-C7A8-C68CF8FCD911}"/>
              </a:ext>
            </a:extLst>
          </p:cNvPr>
          <p:cNvSpPr>
            <a:spLocks noGrp="1"/>
          </p:cNvSpPr>
          <p:nvPr>
            <p:ph type="sldNum" sz="quarter" idx="4"/>
          </p:nvPr>
        </p:nvSpPr>
        <p:spPr/>
        <p:txBody>
          <a:bodyPr/>
          <a:lstStyle/>
          <a:p>
            <a:fld id="{DAF489CC-3B7A-4DA5-A8C0-4984788D0EC5}" type="slidenum">
              <a:rPr lang="nl-NL" smtClean="0"/>
              <a:pPr/>
              <a:t>25</a:t>
            </a:fld>
            <a:endParaRPr lang="nl-NL" dirty="0"/>
          </a:p>
        </p:txBody>
      </p:sp>
      <p:sp>
        <p:nvSpPr>
          <p:cNvPr id="8" name="Title 5">
            <a:extLst>
              <a:ext uri="{FF2B5EF4-FFF2-40B4-BE49-F238E27FC236}">
                <a16:creationId xmlns:a16="http://schemas.microsoft.com/office/drawing/2014/main" id="{E8C46E65-35E3-79A2-121F-2ECC5E49B2AE}"/>
              </a:ext>
            </a:extLst>
          </p:cNvPr>
          <p:cNvSpPr>
            <a:spLocks noGrp="1"/>
          </p:cNvSpPr>
          <p:nvPr>
            <p:ph type="title"/>
          </p:nvPr>
        </p:nvSpPr>
        <p:spPr>
          <a:xfrm>
            <a:off x="428625" y="292100"/>
            <a:ext cx="11337925" cy="911225"/>
          </a:xfrm>
        </p:spPr>
        <p:txBody>
          <a:bodyPr/>
          <a:lstStyle/>
          <a:p>
            <a:pPr lvl="0"/>
            <a:r>
              <a:rPr lang="fr-FR" b="1" dirty="0"/>
              <a:t>Bilan du système, réserves opérationnelles et perspectives (3)</a:t>
            </a:r>
            <a:endParaRPr lang="fr-FR" dirty="0"/>
          </a:p>
        </p:txBody>
      </p:sp>
      <p:sp>
        <p:nvSpPr>
          <p:cNvPr id="10" name="ZoneTexte 9">
            <a:extLst>
              <a:ext uri="{FF2B5EF4-FFF2-40B4-BE49-F238E27FC236}">
                <a16:creationId xmlns:a16="http://schemas.microsoft.com/office/drawing/2014/main" id="{F71FC215-5583-2FE2-CB3A-01EE617E8A90}"/>
              </a:ext>
            </a:extLst>
          </p:cNvPr>
          <p:cNvSpPr txBox="1"/>
          <p:nvPr/>
        </p:nvSpPr>
        <p:spPr>
          <a:xfrm>
            <a:off x="428625" y="1378853"/>
            <a:ext cx="11117622" cy="2292935"/>
          </a:xfrm>
          <a:prstGeom prst="rect">
            <a:avLst/>
          </a:prstGeom>
          <a:noFill/>
        </p:spPr>
        <p:txBody>
          <a:bodyPr wrap="square">
            <a:spAutoFit/>
          </a:bodyPr>
          <a:lstStyle/>
          <a:p>
            <a:pPr>
              <a:spcAft>
                <a:spcPts val="600"/>
              </a:spcAft>
            </a:pPr>
            <a:r>
              <a:rPr lang="fr-FR" sz="2000" b="1" dirty="0">
                <a:solidFill>
                  <a:schemeClr val="accent1"/>
                </a:solidFill>
                <a:latin typeface="Aptos" panose="020B0004020202020204" pitchFamily="34" charset="0"/>
              </a:rPr>
              <a:t>3. Perspectives &amp; Évolutions de la feuille de route :</a:t>
            </a:r>
          </a:p>
          <a:p>
            <a:pPr marL="285750" indent="-285750">
              <a:spcAft>
                <a:spcPts val="600"/>
              </a:spcAft>
              <a:buFont typeface="Arial" panose="020B0604020202020204" pitchFamily="34" charset="0"/>
              <a:buChar char="•"/>
            </a:pPr>
            <a:r>
              <a:rPr lang="fr-FR" dirty="0">
                <a:latin typeface="Aptos" panose="020B0004020202020204" pitchFamily="34" charset="0"/>
              </a:rPr>
              <a:t>Sécurité &amp; Gouvernance d'accès : Intégration d'une couche d'authentification (OAuth2 / JWT / RBAC) pour restreindre les opérations de réentraînement et les promotions aux seuls profils </a:t>
            </a:r>
            <a:r>
              <a:rPr lang="fr-FR" dirty="0" err="1">
                <a:latin typeface="Aptos" panose="020B0004020202020204" pitchFamily="34" charset="0"/>
              </a:rPr>
              <a:t>MLOps</a:t>
            </a:r>
            <a:r>
              <a:rPr lang="fr-FR" dirty="0">
                <a:latin typeface="Aptos" panose="020B0004020202020204" pitchFamily="34" charset="0"/>
              </a:rPr>
              <a:t> habilités</a:t>
            </a:r>
          </a:p>
          <a:p>
            <a:pPr marL="285750" indent="-285750">
              <a:spcAft>
                <a:spcPts val="600"/>
              </a:spcAft>
              <a:buFont typeface="Arial" panose="020B0604020202020204" pitchFamily="34" charset="0"/>
              <a:buChar char="•"/>
            </a:pPr>
            <a:r>
              <a:rPr lang="fr-FR" dirty="0">
                <a:latin typeface="Aptos" panose="020B0004020202020204" pitchFamily="34" charset="0"/>
              </a:rPr>
              <a:t>Détection active de dérive (Drift) : Automatisation du suivi du Data Drift (PSI, Kolmogorov-Smirnov) et du Concept Drift au fil de l'accumulation des feedbacks</a:t>
            </a:r>
          </a:p>
          <a:p>
            <a:pPr marL="285750" indent="-285750">
              <a:spcAft>
                <a:spcPts val="600"/>
              </a:spcAft>
              <a:buFont typeface="Arial" panose="020B0604020202020204" pitchFamily="34" charset="0"/>
              <a:buChar char="•"/>
            </a:pPr>
            <a:r>
              <a:rPr lang="fr-FR" dirty="0">
                <a:latin typeface="Aptos" panose="020B0004020202020204" pitchFamily="34" charset="0"/>
              </a:rPr>
              <a:t>Audits d'équité approfondis : Industrialisation d'audits périodiques intégrant des analyses intersectionnelles (croisement systématique âge × nationalité)</a:t>
            </a:r>
          </a:p>
        </p:txBody>
      </p:sp>
    </p:spTree>
    <p:extLst>
      <p:ext uri="{BB962C8B-B14F-4D97-AF65-F5344CB8AC3E}">
        <p14:creationId xmlns:p14="http://schemas.microsoft.com/office/powerpoint/2010/main" val="26196862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3A4C0032-B926-CDF0-9DDD-EE45F95AA0C7}"/>
              </a:ext>
            </a:extLst>
          </p:cNvPr>
          <p:cNvSpPr>
            <a:spLocks noGrp="1"/>
          </p:cNvSpPr>
          <p:nvPr>
            <p:ph type="title"/>
          </p:nvPr>
        </p:nvSpPr>
        <p:spPr/>
        <p:txBody>
          <a:bodyPr/>
          <a:lstStyle/>
          <a:p>
            <a:endParaRPr lang="fr-FR"/>
          </a:p>
        </p:txBody>
      </p:sp>
      <p:sp>
        <p:nvSpPr>
          <p:cNvPr id="7" name="Espace réservé pour une image  6">
            <a:extLst>
              <a:ext uri="{FF2B5EF4-FFF2-40B4-BE49-F238E27FC236}">
                <a16:creationId xmlns:a16="http://schemas.microsoft.com/office/drawing/2014/main" id="{B3C73A8C-F14D-E835-2A9E-76EB349BDC57}"/>
              </a:ext>
            </a:extLst>
          </p:cNvPr>
          <p:cNvSpPr>
            <a:spLocks noGrp="1"/>
          </p:cNvSpPr>
          <p:nvPr>
            <p:ph type="pic" sz="quarter" idx="11"/>
          </p:nvPr>
        </p:nvSpPr>
        <p:spPr/>
        <p:txBody>
          <a:bodyPr/>
          <a:lstStyle/>
          <a:p>
            <a:endParaRPr lang="fr-FR"/>
          </a:p>
        </p:txBody>
      </p:sp>
      <p:sp>
        <p:nvSpPr>
          <p:cNvPr id="6" name="Espace réservé du texte 5">
            <a:extLst>
              <a:ext uri="{FF2B5EF4-FFF2-40B4-BE49-F238E27FC236}">
                <a16:creationId xmlns:a16="http://schemas.microsoft.com/office/drawing/2014/main" id="{875757E4-969B-F734-5B17-E87315AA45B0}"/>
              </a:ext>
            </a:extLst>
          </p:cNvPr>
          <p:cNvSpPr>
            <a:spLocks noGrp="1"/>
          </p:cNvSpPr>
          <p:nvPr>
            <p:ph type="body" sz="quarter" idx="10"/>
          </p:nvPr>
        </p:nvSpPr>
        <p:spPr/>
        <p:txBody>
          <a:bodyPr anchor="ctr" anchorCtr="0"/>
          <a:lstStyle/>
          <a:p>
            <a:pPr algn="ctr"/>
            <a:r>
              <a:rPr lang="fr-FR" sz="4400" dirty="0"/>
              <a:t>Questions</a:t>
            </a:r>
          </a:p>
        </p:txBody>
      </p:sp>
      <p:sp>
        <p:nvSpPr>
          <p:cNvPr id="4" name="Espace réservé du numéro de diapositive 3">
            <a:extLst>
              <a:ext uri="{FF2B5EF4-FFF2-40B4-BE49-F238E27FC236}">
                <a16:creationId xmlns:a16="http://schemas.microsoft.com/office/drawing/2014/main" id="{4DFCB4F0-313B-CE81-F9A6-5E4A8A102080}"/>
              </a:ext>
            </a:extLst>
          </p:cNvPr>
          <p:cNvSpPr>
            <a:spLocks noGrp="1"/>
          </p:cNvSpPr>
          <p:nvPr>
            <p:ph type="sldNum" sz="quarter" idx="4"/>
          </p:nvPr>
        </p:nvSpPr>
        <p:spPr/>
        <p:txBody>
          <a:bodyPr/>
          <a:lstStyle/>
          <a:p>
            <a:fld id="{DAF489CC-3B7A-4DA5-A8C0-4984788D0EC5}" type="slidenum">
              <a:rPr lang="nl-NL" smtClean="0"/>
              <a:pPr/>
              <a:t>26</a:t>
            </a:fld>
            <a:endParaRPr lang="nl-NL" dirty="0"/>
          </a:p>
        </p:txBody>
      </p:sp>
    </p:spTree>
    <p:extLst>
      <p:ext uri="{BB962C8B-B14F-4D97-AF65-F5344CB8AC3E}">
        <p14:creationId xmlns:p14="http://schemas.microsoft.com/office/powerpoint/2010/main" val="3016141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401FBF9-8315-8828-AB5B-16603125FB6F}"/>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2329157461"/>
      </p:ext>
    </p:extLst>
  </p:cSld>
  <p:clrMapOvr>
    <a:masterClrMapping/>
  </p:clrMapOvr>
</p:sld>
</file>

<file path=ppt/theme/theme1.xml><?xml version="1.0" encoding="utf-8"?>
<a:theme xmlns:a="http://schemas.openxmlformats.org/drawingml/2006/main" name="White background">
  <a:themeElements>
    <a:clrScheme name="New Atos">
      <a:dk1>
        <a:sysClr val="windowText" lastClr="000000"/>
      </a:dk1>
      <a:lt1>
        <a:sysClr val="window" lastClr="FFFFFF"/>
      </a:lt1>
      <a:dk2>
        <a:srgbClr val="000000"/>
      </a:dk2>
      <a:lt2>
        <a:srgbClr val="FFFFFF"/>
      </a:lt2>
      <a:accent1>
        <a:srgbClr val="0073E6"/>
      </a:accent1>
      <a:accent2>
        <a:srgbClr val="3DC7FF"/>
      </a:accent2>
      <a:accent3>
        <a:srgbClr val="00005C"/>
      </a:accent3>
      <a:accent4>
        <a:srgbClr val="EF5E82"/>
      </a:accent4>
      <a:accent5>
        <a:srgbClr val="4AA82D"/>
      </a:accent5>
      <a:accent6>
        <a:srgbClr val="663894"/>
      </a:accent6>
      <a:hlink>
        <a:srgbClr val="00005C"/>
      </a:hlink>
      <a:folHlink>
        <a:srgbClr val="00005C"/>
      </a:folHlink>
    </a:clrScheme>
    <a:fontScheme name="New Atos">
      <a:majorFont>
        <a:latin typeface="Biennale Bold"/>
        <a:ea typeface=""/>
        <a:cs typeface=""/>
      </a:majorFont>
      <a:minorFont>
        <a:latin typeface="Bienna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Autofit/>
      </a:bodyPr>
      <a:lstStyle>
        <a:defPPr algn="l">
          <a:defRPr dirty="0" err="1" smtClean="0">
            <a:solidFill>
              <a:schemeClr val="accent3"/>
            </a:solidFill>
          </a:defRPr>
        </a:defPPr>
      </a:lstStyle>
    </a:txDef>
  </a:objectDefaults>
  <a:extraClrSchemeLst/>
  <a:custClrLst>
    <a:custClr name="Atos Blue">
      <a:srgbClr val="0073E6"/>
    </a:custClr>
    <a:custClr name="Atos Light blue">
      <a:srgbClr val="3DC7FF"/>
    </a:custClr>
    <a:custClr name="Atos Deep blue">
      <a:srgbClr val="00005C"/>
    </a:custClr>
    <a:custClr name="Atos Pink">
      <a:srgbClr val="EF5E82"/>
    </a:custClr>
    <a:custClr name="Atos Green">
      <a:srgbClr val="4AA82D"/>
    </a:custClr>
    <a:custClr name="Atos Purple">
      <a:srgbClr val="663894"/>
    </a:custClr>
    <a:custClr name="Atos Orange">
      <a:srgbClr val="F56A00"/>
    </a:custClr>
  </a:custClrLst>
  <a:extLst>
    <a:ext uri="{05A4C25C-085E-4340-85A3-A5531E510DB2}">
      <thm15:themeFamily xmlns:thm15="http://schemas.microsoft.com/office/thememl/2012/main" name="PPT_Timesavers" id="{1DF5D35C-9839-4297-925E-144AA706B1AF}" vid="{9D4999A2-CAFB-499E-B717-FF8DDA5DFB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4C1A6680E41A4781F62CC101B3C49A" ma:contentTypeVersion="6" ma:contentTypeDescription="Create a new document." ma:contentTypeScope="" ma:versionID="1fca24d0af956cb6111ea2aa2c9cbd9d">
  <xsd:schema xmlns:xsd="http://www.w3.org/2001/XMLSchema" xmlns:xs="http://www.w3.org/2001/XMLSchema" xmlns:p="http://schemas.microsoft.com/office/2006/metadata/properties" xmlns:ns2="7346e314-1113-4693-bfa8-aa1e3a055fba" xmlns:ns3="4f6e62a9-eef7-483a-b511-db9ffe238984" targetNamespace="http://schemas.microsoft.com/office/2006/metadata/properties" ma:root="true" ma:fieldsID="f2a39d9c048f409ff061f494c6a3f476" ns2:_="" ns3:_="">
    <xsd:import namespace="7346e314-1113-4693-bfa8-aa1e3a055fba"/>
    <xsd:import namespace="4f6e62a9-eef7-483a-b511-db9ffe23898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46e314-1113-4693-bfa8-aa1e3a055f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f6e62a9-eef7-483a-b511-db9ffe238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8D75FE-1333-47D6-8E1F-8166920958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46e314-1113-4693-bfa8-aa1e3a055fba"/>
    <ds:schemaRef ds:uri="4f6e62a9-eef7-483a-b511-db9ffe238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55EC6A1-3133-4712-AC79-20AB9DF6483A}">
  <ds:schemaRefs>
    <ds:schemaRef ds:uri="http://schemas.openxmlformats.org/package/2006/metadata/core-properties"/>
    <ds:schemaRef ds:uri="http://purl.org/dc/terms/"/>
    <ds:schemaRef ds:uri="http://schemas.microsoft.com/office/infopath/2007/PartnerControls"/>
    <ds:schemaRef ds:uri="http://purl.org/dc/elements/1.1/"/>
    <ds:schemaRef ds:uri="7346e314-1113-4693-bfa8-aa1e3a055fba"/>
    <ds:schemaRef ds:uri="http://schemas.microsoft.com/office/2006/documentManagement/types"/>
    <ds:schemaRef ds:uri="4f6e62a9-eef7-483a-b511-db9ffe238984"/>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6099F915-8B9D-4CF3-ABB4-EC24D9AE080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Atos - Timesaver</Template>
  <TotalTime>0</TotalTime>
  <Words>2936</Words>
  <Application>Microsoft Office PowerPoint</Application>
  <PresentationFormat>Grand écran</PresentationFormat>
  <Paragraphs>329</Paragraphs>
  <Slides>27</Slides>
  <Notes>2</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27</vt:i4>
      </vt:variant>
    </vt:vector>
  </HeadingPairs>
  <TitlesOfParts>
    <vt:vector size="37" baseType="lpstr">
      <vt:lpstr>Aptos</vt:lpstr>
      <vt:lpstr>Arial</vt:lpstr>
      <vt:lpstr>Biennale</vt:lpstr>
      <vt:lpstr>Biennale Bold</vt:lpstr>
      <vt:lpstr>Biennale Medium</vt:lpstr>
      <vt:lpstr>Calibri</vt:lpstr>
      <vt:lpstr>Cambria Math</vt:lpstr>
      <vt:lpstr>Courier New</vt:lpstr>
      <vt:lpstr>Symbol</vt:lpstr>
      <vt:lpstr>White background</vt:lpstr>
      <vt:lpstr>Certification Atlas Cisia</vt:lpstr>
      <vt:lpstr>Contents</vt:lpstr>
      <vt:lpstr>Présentation PowerPoint</vt:lpstr>
      <vt:lpstr>4 Contexte</vt:lpstr>
      <vt:lpstr>3 Cadrage métier</vt:lpstr>
      <vt:lpstr>Première exploration des données</vt:lpstr>
      <vt:lpstr>Cadre réglementaire, éthique et analyse de biais</vt:lpstr>
      <vt:lpstr>Présentation PowerPoint</vt:lpstr>
      <vt:lpstr>Protocole expérimental &amp; Scénarios (S1 à S8)</vt:lpstr>
      <vt:lpstr>Synthèse des résultats</vt:lpstr>
      <vt:lpstr>Optimisation des hyperparamètres &amp; Arbitrage final </vt:lpstr>
      <vt:lpstr>Évaluation finale sur jeu de test indépendant &amp; Explicabilité SHAP</vt:lpstr>
      <vt:lpstr>Audit éthique par sous-groupe (Test set)</vt:lpstr>
      <vt:lpstr>Filet de sécurité &amp; Stratégie de fallback (seuils opérationnels)</vt:lpstr>
      <vt:lpstr>Présentation PowerPoint</vt:lpstr>
      <vt:lpstr>Architecture microservices &amp; flux de données</vt:lpstr>
      <vt:lpstr>Schéma d’architecture</vt:lpstr>
      <vt:lpstr>Boucle de feedback &amp; Réentraînement contrôlé </vt:lpstr>
      <vt:lpstr>Observabilité &amp; Monitoring</vt:lpstr>
      <vt:lpstr>Packaging Docker, Pipeline CI/CD &amp; Orchestration</vt:lpstr>
      <vt:lpstr>Présentation PowerPoint</vt:lpstr>
      <vt:lpstr>Démo</vt:lpstr>
      <vt:lpstr>Bilan du système, réserves opérationnelles et perspectives (1)</vt:lpstr>
      <vt:lpstr>Bilan du système, réserves opérationnelles et perspectives (2)</vt:lpstr>
      <vt:lpstr>Bilan du système, réserves opérationnelles et perspectives (3)</vt:lpstr>
      <vt:lpstr>Présentation PowerPoint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BRUCE DOUKHAN</dc:creator>
  <cp:lastModifiedBy>Julien De Domenico</cp:lastModifiedBy>
  <cp:revision>25</cp:revision>
  <dcterms:created xsi:type="dcterms:W3CDTF">2025-10-07T15:30:44Z</dcterms:created>
  <dcterms:modified xsi:type="dcterms:W3CDTF">2026-10-05T09:47:53Z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um">
    <vt:lpwstr>dd/mm/yyyy</vt:lpwstr>
  </property>
  <property fmtid="{D5CDD505-2E9C-101B-9397-08002B2CF9AE}" pid="3" name="Author">
    <vt:lpwstr>Presentation Title</vt:lpwstr>
  </property>
  <property fmtid="{D5CDD505-2E9C-101B-9397-08002B2CF9AE}" pid="4" name="Classification">
    <vt:lpwstr>© Atos - for internal use</vt:lpwstr>
  </property>
  <property fmtid="{D5CDD505-2E9C-101B-9397-08002B2CF9AE}" pid="5" name="ContentTypeId">
    <vt:lpwstr>0x010100844C1A6680E41A4781F62CC101B3C49A</vt:lpwstr>
  </property>
  <property fmtid="{D5CDD505-2E9C-101B-9397-08002B2CF9AE}" pid="6" name="MSIP_Label_609d143b-9e20-4325-a486-915934a7f97c_Enabled">
    <vt:lpwstr>true</vt:lpwstr>
  </property>
  <property fmtid="{D5CDD505-2E9C-101B-9397-08002B2CF9AE}" pid="7" name="MSIP_Label_609d143b-9e20-4325-a486-915934a7f97c_SetDate">
    <vt:lpwstr>2026-10-05T08:28:13Z</vt:lpwstr>
  </property>
  <property fmtid="{D5CDD505-2E9C-101B-9397-08002B2CF9AE}" pid="8" name="MSIP_Label_609d143b-9e20-4325-a486-915934a7f97c_Method">
    <vt:lpwstr>Privileged</vt:lpwstr>
  </property>
  <property fmtid="{D5CDD505-2E9C-101B-9397-08002B2CF9AE}" pid="9" name="MSIP_Label_609d143b-9e20-4325-a486-915934a7f97c_Name">
    <vt:lpwstr>Public</vt:lpwstr>
  </property>
  <property fmtid="{D5CDD505-2E9C-101B-9397-08002B2CF9AE}" pid="10" name="MSIP_Label_609d143b-9e20-4325-a486-915934a7f97c_SiteId">
    <vt:lpwstr>33440fc6-b7c7-412c-bb73-0e70b0198d5a</vt:lpwstr>
  </property>
  <property fmtid="{D5CDD505-2E9C-101B-9397-08002B2CF9AE}" pid="11" name="MSIP_Label_609d143b-9e20-4325-a486-915934a7f97c_ActionId">
    <vt:lpwstr>728e137d-0e1d-48ad-ad04-e71a76da977d</vt:lpwstr>
  </property>
  <property fmtid="{D5CDD505-2E9C-101B-9397-08002B2CF9AE}" pid="12" name="MSIP_Label_609d143b-9e20-4325-a486-915934a7f97c_ContentBits">
    <vt:lpwstr>0</vt:lpwstr>
  </property>
  <property fmtid="{D5CDD505-2E9C-101B-9397-08002B2CF9AE}" pid="13" name="MSIP_Label_609d143b-9e20-4325-a486-915934a7f97c_Tag">
    <vt:lpwstr>10, 0, 1, 1</vt:lpwstr>
  </property>
</Properties>
</file>